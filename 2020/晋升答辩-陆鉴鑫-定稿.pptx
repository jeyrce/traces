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700" r:id="rId6"/>
  </p:sldMasterIdLst>
  <p:notesMasterIdLst>
    <p:notesMasterId r:id="rId8"/>
  </p:notesMasterIdLst>
  <p:sldIdLst>
    <p:sldId id="266" r:id="rId7"/>
    <p:sldId id="389" r:id="rId9"/>
    <p:sldId id="450" r:id="rId10"/>
    <p:sldId id="437" r:id="rId11"/>
    <p:sldId id="454" r:id="rId12"/>
    <p:sldId id="452" r:id="rId13"/>
    <p:sldId id="453" r:id="rId14"/>
    <p:sldId id="449" r:id="rId15"/>
    <p:sldId id="471" r:id="rId16"/>
    <p:sldId id="470" r:id="rId17"/>
    <p:sldId id="485" r:id="rId18"/>
    <p:sldId id="455" r:id="rId19"/>
    <p:sldId id="457" r:id="rId20"/>
    <p:sldId id="436" r:id="rId21"/>
    <p:sldId id="458" r:id="rId22"/>
    <p:sldId id="459" r:id="rId23"/>
    <p:sldId id="460" r:id="rId24"/>
    <p:sldId id="448" r:id="rId25"/>
    <p:sldId id="429" r:id="rId26"/>
    <p:sldId id="447" r:id="rId27"/>
  </p:sldIdLst>
  <p:sldSz cx="9359900" cy="575945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9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80808"/>
    <a:srgbClr val="FF6600"/>
    <a:srgbClr val="EA5504"/>
    <a:srgbClr val="5F5F5F"/>
    <a:srgbClr val="4D4948"/>
    <a:srgbClr val="DDDDDD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559"/>
    <p:restoredTop sz="93945"/>
  </p:normalViewPr>
  <p:slideViewPr>
    <p:cSldViewPr showGuides="1">
      <p:cViewPr varScale="1">
        <p:scale>
          <a:sx n="127" d="100"/>
          <a:sy n="127" d="100"/>
        </p:scale>
        <p:origin x="-1062" y="-90"/>
      </p:cViewPr>
      <p:guideLst>
        <p:guide orient="horz" pos="1658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697967-F60C-4AA0-8AFB-7A88C85707D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685800"/>
            <a:ext cx="5572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8434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封面</a:t>
            </a:r>
            <a:r>
              <a:rPr lang="en-US" altLang="zh-CN"/>
              <a:t>+</a:t>
            </a:r>
            <a:r>
              <a:rPr lang="zh-CN" altLang="en-US"/>
              <a:t>开场，欢迎大家参加我的晋升答辩，对于新增的面孔，做一下自我介绍：姓名、产品线、岗位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0482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本次晋升答辩，我将会从以下几方面展开，首先是、在工作中我的一些亮点、在工作中我的一些深入思考、晋升之后的工作规划、最后做一个总结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2530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简单介绍</a:t>
            </a:r>
            <a:r>
              <a:rPr lang="en-US" altLang="zh-CN"/>
              <a:t>v7.0</a:t>
            </a:r>
            <a:r>
              <a:rPr lang="zh-CN" altLang="en-US"/>
              <a:t>融入团队的过程，引出重点介绍内容和其中的亮点，  小字部分去掉，讲述出来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字上下居中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5602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用统计数字展示主要工作成果，简要介绍，重点介绍亮点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7650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用统计数字展示主要工作成果，简要介绍，重点介绍亮点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9698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用统计数字展示主要工作成果，简要介绍，重点介绍亮点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2770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以处理问题时的有始有终和考虑长远利益两个小故事展现</a:t>
            </a:r>
            <a:r>
              <a:rPr lang="en-US" altLang="zh-CN"/>
              <a:t>“</a:t>
            </a:r>
            <a:r>
              <a:rPr lang="zh-CN" altLang="en-US"/>
              <a:t>以客户为中心</a:t>
            </a:r>
            <a:r>
              <a:rPr lang="en-US" altLang="zh-CN"/>
              <a:t>”</a:t>
            </a:r>
            <a:r>
              <a:rPr lang="zh-CN" altLang="en-US"/>
              <a:t>的价值观。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5842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凸显问题处理者在处理问题过程中存在的价值。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7890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凸显问题处理者在处理问题过程中存在的价值。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9938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凸显问题处理者在处理问题过程中存在的价值。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3010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问题处理小组的建设计划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5058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容器化推进的方案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7106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中长期规划，</a:t>
            </a:r>
            <a:r>
              <a:rPr lang="en-US" altLang="zh-CN"/>
              <a:t>cloud</a:t>
            </a:r>
            <a:r>
              <a:rPr lang="zh-CN" altLang="en-US"/>
              <a:t>的突破</a:t>
            </a:r>
            <a:r>
              <a:rPr lang="en-US" altLang="zh-CN"/>
              <a:t>,</a:t>
            </a:r>
            <a:r>
              <a:rPr lang="zh-CN" altLang="en-US"/>
              <a:t>提炼一下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50178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en-US" altLang="zh-CN"/>
              <a:t>CEO</a:t>
            </a:r>
            <a:r>
              <a:rPr lang="zh-CN" altLang="en-US"/>
              <a:t>的话让我感受到沃趣一种积极向上的工作环境，一种良好的成长氛围。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Slide Image Placeholder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58370" name="Text Placeholder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/>
              <a:t>最后感谢所有在工作中大家给予我的帮助和支持，祝愿公司越来越好，祝愿在座各位能够随着公司有更多成长！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70002" y="942669"/>
            <a:ext cx="7020011" cy="2005336"/>
          </a:xfrm>
        </p:spPr>
        <p:txBody>
          <a:bodyPr anchor="b"/>
          <a:lstStyle>
            <a:lvl1pPr algn="ctr"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70002" y="3025338"/>
            <a:ext cx="7020011" cy="1390668"/>
          </a:xfrm>
        </p:spPr>
        <p:txBody>
          <a:bodyPr/>
          <a:lstStyle>
            <a:lvl1pPr marL="0" indent="0" algn="ctr">
              <a:buNone/>
              <a:defRPr sz="1735"/>
            </a:lvl1pPr>
            <a:lvl2pPr marL="330200" indent="0" algn="ctr">
              <a:buNone/>
              <a:defRPr sz="1445"/>
            </a:lvl2pPr>
            <a:lvl3pPr marL="661035" indent="0" algn="ctr">
              <a:buNone/>
              <a:defRPr sz="1300"/>
            </a:lvl3pPr>
            <a:lvl4pPr marL="990600" indent="0" algn="ctr">
              <a:buNone/>
              <a:defRPr sz="1160"/>
            </a:lvl4pPr>
            <a:lvl5pPr marL="1321435" indent="0" algn="ctr">
              <a:buNone/>
              <a:defRPr sz="1160"/>
            </a:lvl5pPr>
            <a:lvl6pPr marL="1651635" indent="0" algn="ctr">
              <a:buNone/>
              <a:defRPr sz="1160"/>
            </a:lvl6pPr>
            <a:lvl7pPr marL="1982470" indent="0" algn="ctr">
              <a:buNone/>
              <a:defRPr sz="1160"/>
            </a:lvl7pPr>
            <a:lvl8pPr marL="2312035" indent="0" algn="ctr">
              <a:buNone/>
              <a:defRPr sz="1160"/>
            </a:lvl8pPr>
            <a:lvl9pPr marL="2642870" indent="0" algn="ctr">
              <a:buNone/>
              <a:defRPr sz="1160"/>
            </a:lvl9pPr>
          </a:lstStyle>
          <a:p>
            <a:pPr fontAlgn="base"/>
            <a:r>
              <a:rPr lang="zh-CN" altLang="en-US" sz="173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025"/>
          <p:cNvSpPr txBox="1"/>
          <p:nvPr/>
        </p:nvSpPr>
        <p:spPr bwMode="auto">
          <a:xfrm>
            <a:off x="468313" y="230188"/>
            <a:ext cx="8423275" cy="960438"/>
          </a:xfrm>
          <a:prstGeom prst="rect">
            <a:avLst/>
          </a:prstGeom>
          <a:noFill/>
          <a:ln>
            <a:noFill/>
          </a:ln>
        </p:spPr>
        <p:txBody>
          <a:bodyPr lIns="97995" tIns="48997" rIns="97995" bIns="48997" anchor="ctr"/>
          <a:lstStyle/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输入你的标题</a:t>
            </a:r>
            <a:endParaRPr kumimoji="0" lang="zh-CN" altLang="en-US" sz="44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626" y="1436003"/>
            <a:ext cx="8073012" cy="2396003"/>
          </a:xfrm>
        </p:spPr>
        <p:txBody>
          <a:bodyPr anchor="b"/>
          <a:lstStyle>
            <a:lvl1pPr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8626" y="3854673"/>
            <a:ext cx="8073012" cy="1260001"/>
          </a:xfrm>
        </p:spPr>
        <p:txBody>
          <a:bodyPr/>
          <a:lstStyle>
            <a:lvl1pPr marL="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1pPr>
            <a:lvl2pPr marL="330200" indent="0">
              <a:buNone/>
              <a:defRPr sz="1445">
                <a:solidFill>
                  <a:schemeClr val="tx1">
                    <a:tint val="75000"/>
                  </a:schemeClr>
                </a:solidFill>
              </a:defRPr>
            </a:lvl2pPr>
            <a:lvl3pPr marL="66103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60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4pPr>
            <a:lvl5pPr marL="13214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5pPr>
            <a:lvl6pPr marL="16516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6pPr>
            <a:lvl7pPr marL="19824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7pPr>
            <a:lvl8pPr marL="23120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8pPr>
            <a:lvl9pPr marL="26428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9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4241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06667"/>
            <a:ext cx="8073012" cy="111333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4720" y="1412003"/>
            <a:ext cx="3959724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720" y="2104003"/>
            <a:ext cx="3959724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38507" y="1412003"/>
            <a:ext cx="3979225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8507" y="2104003"/>
            <a:ext cx="3979225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9225" y="829335"/>
            <a:ext cx="4738507" cy="4093340"/>
          </a:xfrm>
        </p:spPr>
        <p:txBody>
          <a:bodyPr/>
          <a:lstStyle>
            <a:lvl1pPr>
              <a:defRPr sz="2310"/>
            </a:lvl1pPr>
            <a:lvl2pPr>
              <a:defRPr sz="2025"/>
            </a:lvl2pPr>
            <a:lvl3pPr>
              <a:defRPr sz="1735"/>
            </a:lvl3pPr>
            <a:lvl4pPr>
              <a:defRPr sz="1445"/>
            </a:lvl4pPr>
            <a:lvl5pPr>
              <a:defRPr sz="1445"/>
            </a:lvl5pPr>
            <a:lvl6pPr>
              <a:defRPr sz="1445"/>
            </a:lvl6pPr>
            <a:lvl7pPr>
              <a:defRPr sz="1445"/>
            </a:lvl7pPr>
            <a:lvl8pPr>
              <a:defRPr sz="1445"/>
            </a:lvl8pPr>
            <a:lvl9pPr>
              <a:defRPr sz="1445"/>
            </a:lvl9pPr>
          </a:lstStyle>
          <a:p>
            <a:pPr lvl="0" fontAlgn="base"/>
            <a:r>
              <a:rPr lang="zh-CN" altLang="en-US" sz="231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02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73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44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44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79225" y="829335"/>
            <a:ext cx="4738507" cy="4093340"/>
          </a:xfrm>
        </p:spPr>
        <p:txBody>
          <a:bodyPr vert="horz" wrap="square" lIns="97995" tIns="48997" rIns="97995" bIns="48997" numCol="1" anchor="t" anchorCtr="0" compatLnSpc="1"/>
          <a:lstStyle>
            <a:lvl1pPr marL="0" indent="0">
              <a:buNone/>
              <a:defRPr sz="2310"/>
            </a:lvl1pPr>
            <a:lvl2pPr marL="330200" indent="0">
              <a:buNone/>
              <a:defRPr sz="2025"/>
            </a:lvl2pPr>
            <a:lvl3pPr marL="661035" indent="0">
              <a:buNone/>
              <a:defRPr sz="1735"/>
            </a:lvl3pPr>
            <a:lvl4pPr marL="990600" indent="0">
              <a:buNone/>
              <a:defRPr sz="1445"/>
            </a:lvl4pPr>
            <a:lvl5pPr marL="1321435" indent="0">
              <a:buNone/>
              <a:defRPr sz="1445"/>
            </a:lvl5pPr>
            <a:lvl6pPr marL="1651635" indent="0">
              <a:buNone/>
              <a:defRPr sz="1445"/>
            </a:lvl6pPr>
            <a:lvl7pPr marL="1982470" indent="0">
              <a:buNone/>
              <a:defRPr sz="1445"/>
            </a:lvl7pPr>
            <a:lvl8pPr marL="2312035" indent="0">
              <a:buNone/>
              <a:defRPr sz="1445"/>
            </a:lvl8pPr>
            <a:lvl9pPr marL="2642870" indent="0">
              <a:buNone/>
              <a:defRPr sz="1445"/>
            </a:lvl9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ts val="9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5852" y="230090"/>
            <a:ext cx="2105844" cy="49155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9" y="230090"/>
            <a:ext cx="6195455" cy="49155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4171" y="189200"/>
            <a:ext cx="3784655" cy="467433"/>
          </a:xfrm>
          <a:prstGeom prst="rect">
            <a:avLst/>
          </a:prstGeom>
        </p:spPr>
        <p:txBody>
          <a:bodyPr anchor="b"/>
          <a:lstStyle>
            <a:lvl1pPr algn="l">
              <a:defRPr sz="2200" b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468313" y="5338763"/>
            <a:ext cx="218440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97225" y="5338763"/>
            <a:ext cx="296545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70002" y="942669"/>
            <a:ext cx="7020011" cy="2005336"/>
          </a:xfrm>
        </p:spPr>
        <p:txBody>
          <a:bodyPr anchor="b"/>
          <a:lstStyle>
            <a:lvl1pPr algn="ctr"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70002" y="3025338"/>
            <a:ext cx="7020011" cy="1390668"/>
          </a:xfrm>
        </p:spPr>
        <p:txBody>
          <a:bodyPr/>
          <a:lstStyle>
            <a:lvl1pPr marL="0" indent="0" algn="ctr">
              <a:buNone/>
              <a:defRPr sz="1735"/>
            </a:lvl1pPr>
            <a:lvl2pPr marL="330200" indent="0" algn="ctr">
              <a:buNone/>
              <a:defRPr sz="1445"/>
            </a:lvl2pPr>
            <a:lvl3pPr marL="661035" indent="0" algn="ctr">
              <a:buNone/>
              <a:defRPr sz="1300"/>
            </a:lvl3pPr>
            <a:lvl4pPr marL="990600" indent="0" algn="ctr">
              <a:buNone/>
              <a:defRPr sz="1160"/>
            </a:lvl4pPr>
            <a:lvl5pPr marL="1321435" indent="0" algn="ctr">
              <a:buNone/>
              <a:defRPr sz="1160"/>
            </a:lvl5pPr>
            <a:lvl6pPr marL="1651635" indent="0" algn="ctr">
              <a:buNone/>
              <a:defRPr sz="1160"/>
            </a:lvl6pPr>
            <a:lvl7pPr marL="1982470" indent="0" algn="ctr">
              <a:buNone/>
              <a:defRPr sz="1160"/>
            </a:lvl7pPr>
            <a:lvl8pPr marL="2312035" indent="0" algn="ctr">
              <a:buNone/>
              <a:defRPr sz="1160"/>
            </a:lvl8pPr>
            <a:lvl9pPr marL="2642870" indent="0" algn="ctr">
              <a:buNone/>
              <a:defRPr sz="1160"/>
            </a:lvl9pPr>
          </a:lstStyle>
          <a:p>
            <a:pPr fontAlgn="base"/>
            <a:r>
              <a:rPr lang="zh-CN" altLang="en-US" sz="173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025"/>
          <p:cNvSpPr txBox="1"/>
          <p:nvPr/>
        </p:nvSpPr>
        <p:spPr bwMode="auto">
          <a:xfrm>
            <a:off x="468313" y="230188"/>
            <a:ext cx="8423275" cy="960438"/>
          </a:xfrm>
          <a:prstGeom prst="rect">
            <a:avLst/>
          </a:prstGeom>
          <a:noFill/>
          <a:ln>
            <a:noFill/>
          </a:ln>
        </p:spPr>
        <p:txBody>
          <a:bodyPr lIns="97995" tIns="48997" rIns="97995" bIns="48997" anchor="ctr"/>
          <a:lstStyle/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输入你的标题</a:t>
            </a:r>
            <a:endParaRPr kumimoji="0" lang="zh-CN" altLang="en-US" sz="44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626" y="1436003"/>
            <a:ext cx="8073012" cy="2396003"/>
          </a:xfrm>
        </p:spPr>
        <p:txBody>
          <a:bodyPr anchor="b"/>
          <a:lstStyle>
            <a:lvl1pPr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8626" y="3854673"/>
            <a:ext cx="8073012" cy="1260001"/>
          </a:xfrm>
        </p:spPr>
        <p:txBody>
          <a:bodyPr/>
          <a:lstStyle>
            <a:lvl1pPr marL="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1pPr>
            <a:lvl2pPr marL="330200" indent="0">
              <a:buNone/>
              <a:defRPr sz="1445">
                <a:solidFill>
                  <a:schemeClr val="tx1">
                    <a:tint val="75000"/>
                  </a:schemeClr>
                </a:solidFill>
              </a:defRPr>
            </a:lvl2pPr>
            <a:lvl3pPr marL="66103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60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4pPr>
            <a:lvl5pPr marL="13214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5pPr>
            <a:lvl6pPr marL="16516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6pPr>
            <a:lvl7pPr marL="19824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7pPr>
            <a:lvl8pPr marL="23120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8pPr>
            <a:lvl9pPr marL="26428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9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4241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06667"/>
            <a:ext cx="8073012" cy="111333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4720" y="1412003"/>
            <a:ext cx="3959724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720" y="2104003"/>
            <a:ext cx="3959724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38507" y="1412003"/>
            <a:ext cx="3979225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8507" y="2104003"/>
            <a:ext cx="3979225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9225" y="829335"/>
            <a:ext cx="4738507" cy="4093340"/>
          </a:xfrm>
        </p:spPr>
        <p:txBody>
          <a:bodyPr/>
          <a:lstStyle>
            <a:lvl1pPr>
              <a:defRPr sz="2310"/>
            </a:lvl1pPr>
            <a:lvl2pPr>
              <a:defRPr sz="2025"/>
            </a:lvl2pPr>
            <a:lvl3pPr>
              <a:defRPr sz="1735"/>
            </a:lvl3pPr>
            <a:lvl4pPr>
              <a:defRPr sz="1445"/>
            </a:lvl4pPr>
            <a:lvl5pPr>
              <a:defRPr sz="1445"/>
            </a:lvl5pPr>
            <a:lvl6pPr>
              <a:defRPr sz="1445"/>
            </a:lvl6pPr>
            <a:lvl7pPr>
              <a:defRPr sz="1445"/>
            </a:lvl7pPr>
            <a:lvl8pPr>
              <a:defRPr sz="1445"/>
            </a:lvl8pPr>
            <a:lvl9pPr>
              <a:defRPr sz="1445"/>
            </a:lvl9pPr>
          </a:lstStyle>
          <a:p>
            <a:pPr lvl="0" fontAlgn="base"/>
            <a:r>
              <a:rPr lang="zh-CN" altLang="en-US" sz="231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02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73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44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44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79225" y="829335"/>
            <a:ext cx="4738507" cy="4093340"/>
          </a:xfrm>
        </p:spPr>
        <p:txBody>
          <a:bodyPr vert="horz" wrap="square" lIns="97995" tIns="48997" rIns="97995" bIns="48997" numCol="1" anchor="t" anchorCtr="0" compatLnSpc="1"/>
          <a:lstStyle>
            <a:lvl1pPr marL="0" indent="0">
              <a:buNone/>
              <a:defRPr sz="2310"/>
            </a:lvl1pPr>
            <a:lvl2pPr marL="330200" indent="0">
              <a:buNone/>
              <a:defRPr sz="2025"/>
            </a:lvl2pPr>
            <a:lvl3pPr marL="661035" indent="0">
              <a:buNone/>
              <a:defRPr sz="1735"/>
            </a:lvl3pPr>
            <a:lvl4pPr marL="990600" indent="0">
              <a:buNone/>
              <a:defRPr sz="1445"/>
            </a:lvl4pPr>
            <a:lvl5pPr marL="1321435" indent="0">
              <a:buNone/>
              <a:defRPr sz="1445"/>
            </a:lvl5pPr>
            <a:lvl6pPr marL="1651635" indent="0">
              <a:buNone/>
              <a:defRPr sz="1445"/>
            </a:lvl6pPr>
            <a:lvl7pPr marL="1982470" indent="0">
              <a:buNone/>
              <a:defRPr sz="1445"/>
            </a:lvl7pPr>
            <a:lvl8pPr marL="2312035" indent="0">
              <a:buNone/>
              <a:defRPr sz="1445"/>
            </a:lvl8pPr>
            <a:lvl9pPr marL="2642870" indent="0">
              <a:buNone/>
              <a:defRPr sz="1445"/>
            </a:lvl9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ts val="9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5852" y="230090"/>
            <a:ext cx="2105844" cy="49155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9" y="230090"/>
            <a:ext cx="6195455" cy="49155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4171" y="189200"/>
            <a:ext cx="3784655" cy="467433"/>
          </a:xfrm>
          <a:prstGeom prst="rect">
            <a:avLst/>
          </a:prstGeom>
        </p:spPr>
        <p:txBody>
          <a:bodyPr anchor="b"/>
          <a:lstStyle>
            <a:lvl1pPr algn="l">
              <a:defRPr sz="2200" b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468313" y="5338763"/>
            <a:ext cx="218440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97225" y="5338763"/>
            <a:ext cx="296545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70002" y="942669"/>
            <a:ext cx="7020011" cy="2005336"/>
          </a:xfrm>
        </p:spPr>
        <p:txBody>
          <a:bodyPr anchor="b"/>
          <a:lstStyle>
            <a:lvl1pPr algn="ctr"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70002" y="3025338"/>
            <a:ext cx="7020011" cy="1390668"/>
          </a:xfrm>
        </p:spPr>
        <p:txBody>
          <a:bodyPr/>
          <a:lstStyle>
            <a:lvl1pPr marL="0" indent="0" algn="ctr">
              <a:buNone/>
              <a:defRPr sz="1735"/>
            </a:lvl1pPr>
            <a:lvl2pPr marL="330200" indent="0" algn="ctr">
              <a:buNone/>
              <a:defRPr sz="1445"/>
            </a:lvl2pPr>
            <a:lvl3pPr marL="661035" indent="0" algn="ctr">
              <a:buNone/>
              <a:defRPr sz="1300"/>
            </a:lvl3pPr>
            <a:lvl4pPr marL="990600" indent="0" algn="ctr">
              <a:buNone/>
              <a:defRPr sz="1160"/>
            </a:lvl4pPr>
            <a:lvl5pPr marL="1321435" indent="0" algn="ctr">
              <a:buNone/>
              <a:defRPr sz="1160"/>
            </a:lvl5pPr>
            <a:lvl6pPr marL="1651635" indent="0" algn="ctr">
              <a:buNone/>
              <a:defRPr sz="1160"/>
            </a:lvl6pPr>
            <a:lvl7pPr marL="1982470" indent="0" algn="ctr">
              <a:buNone/>
              <a:defRPr sz="1160"/>
            </a:lvl7pPr>
            <a:lvl8pPr marL="2312035" indent="0" algn="ctr">
              <a:buNone/>
              <a:defRPr sz="1160"/>
            </a:lvl8pPr>
            <a:lvl9pPr marL="2642870" indent="0" algn="ctr">
              <a:buNone/>
              <a:defRPr sz="1160"/>
            </a:lvl9pPr>
          </a:lstStyle>
          <a:p>
            <a:pPr fontAlgn="base"/>
            <a:r>
              <a:rPr lang="zh-CN" altLang="en-US" sz="173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025"/>
          <p:cNvSpPr txBox="1"/>
          <p:nvPr/>
        </p:nvSpPr>
        <p:spPr bwMode="auto">
          <a:xfrm>
            <a:off x="468313" y="230188"/>
            <a:ext cx="8423275" cy="960438"/>
          </a:xfrm>
          <a:prstGeom prst="rect">
            <a:avLst/>
          </a:prstGeom>
          <a:noFill/>
          <a:ln>
            <a:noFill/>
          </a:ln>
        </p:spPr>
        <p:txBody>
          <a:bodyPr lIns="97995" tIns="48997" rIns="97995" bIns="48997" anchor="ctr"/>
          <a:lstStyle/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输入你的标题</a:t>
            </a:r>
            <a:endParaRPr kumimoji="0" lang="zh-CN" altLang="en-US" sz="44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626" y="1436003"/>
            <a:ext cx="8073012" cy="2396003"/>
          </a:xfrm>
        </p:spPr>
        <p:txBody>
          <a:bodyPr anchor="b"/>
          <a:lstStyle>
            <a:lvl1pPr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8626" y="3854673"/>
            <a:ext cx="8073012" cy="1260001"/>
          </a:xfrm>
        </p:spPr>
        <p:txBody>
          <a:bodyPr/>
          <a:lstStyle>
            <a:lvl1pPr marL="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1pPr>
            <a:lvl2pPr marL="330200" indent="0">
              <a:buNone/>
              <a:defRPr sz="1445">
                <a:solidFill>
                  <a:schemeClr val="tx1">
                    <a:tint val="75000"/>
                  </a:schemeClr>
                </a:solidFill>
              </a:defRPr>
            </a:lvl2pPr>
            <a:lvl3pPr marL="66103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60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4pPr>
            <a:lvl5pPr marL="13214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5pPr>
            <a:lvl6pPr marL="16516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6pPr>
            <a:lvl7pPr marL="19824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7pPr>
            <a:lvl8pPr marL="23120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8pPr>
            <a:lvl9pPr marL="26428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9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4241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06667"/>
            <a:ext cx="8073012" cy="111333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4720" y="1412003"/>
            <a:ext cx="3959724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720" y="2104003"/>
            <a:ext cx="3959724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38507" y="1412003"/>
            <a:ext cx="3979225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8507" y="2104003"/>
            <a:ext cx="3979225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9225" y="829335"/>
            <a:ext cx="4738507" cy="4093340"/>
          </a:xfrm>
        </p:spPr>
        <p:txBody>
          <a:bodyPr/>
          <a:lstStyle>
            <a:lvl1pPr>
              <a:defRPr sz="2310"/>
            </a:lvl1pPr>
            <a:lvl2pPr>
              <a:defRPr sz="2025"/>
            </a:lvl2pPr>
            <a:lvl3pPr>
              <a:defRPr sz="1735"/>
            </a:lvl3pPr>
            <a:lvl4pPr>
              <a:defRPr sz="1445"/>
            </a:lvl4pPr>
            <a:lvl5pPr>
              <a:defRPr sz="1445"/>
            </a:lvl5pPr>
            <a:lvl6pPr>
              <a:defRPr sz="1445"/>
            </a:lvl6pPr>
            <a:lvl7pPr>
              <a:defRPr sz="1445"/>
            </a:lvl7pPr>
            <a:lvl8pPr>
              <a:defRPr sz="1445"/>
            </a:lvl8pPr>
            <a:lvl9pPr>
              <a:defRPr sz="1445"/>
            </a:lvl9pPr>
          </a:lstStyle>
          <a:p>
            <a:pPr lvl="0" fontAlgn="base"/>
            <a:r>
              <a:rPr lang="zh-CN" altLang="en-US" sz="231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02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73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44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44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79225" y="829335"/>
            <a:ext cx="4738507" cy="4093340"/>
          </a:xfrm>
        </p:spPr>
        <p:txBody>
          <a:bodyPr vert="horz" wrap="square" lIns="97995" tIns="48997" rIns="97995" bIns="48997" numCol="1" anchor="t" anchorCtr="0" compatLnSpc="1"/>
          <a:lstStyle>
            <a:lvl1pPr marL="0" indent="0">
              <a:buNone/>
              <a:defRPr sz="2310"/>
            </a:lvl1pPr>
            <a:lvl2pPr marL="330200" indent="0">
              <a:buNone/>
              <a:defRPr sz="2025"/>
            </a:lvl2pPr>
            <a:lvl3pPr marL="661035" indent="0">
              <a:buNone/>
              <a:defRPr sz="1735"/>
            </a:lvl3pPr>
            <a:lvl4pPr marL="990600" indent="0">
              <a:buNone/>
              <a:defRPr sz="1445"/>
            </a:lvl4pPr>
            <a:lvl5pPr marL="1321435" indent="0">
              <a:buNone/>
              <a:defRPr sz="1445"/>
            </a:lvl5pPr>
            <a:lvl6pPr marL="1651635" indent="0">
              <a:buNone/>
              <a:defRPr sz="1445"/>
            </a:lvl6pPr>
            <a:lvl7pPr marL="1982470" indent="0">
              <a:buNone/>
              <a:defRPr sz="1445"/>
            </a:lvl7pPr>
            <a:lvl8pPr marL="2312035" indent="0">
              <a:buNone/>
              <a:defRPr sz="1445"/>
            </a:lvl8pPr>
            <a:lvl9pPr marL="2642870" indent="0">
              <a:buNone/>
              <a:defRPr sz="1445"/>
            </a:lvl9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ts val="9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5852" y="230090"/>
            <a:ext cx="2105844" cy="49155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9" y="230090"/>
            <a:ext cx="6195455" cy="49155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4171" y="189200"/>
            <a:ext cx="3784655" cy="467433"/>
          </a:xfrm>
          <a:prstGeom prst="rect">
            <a:avLst/>
          </a:prstGeom>
        </p:spPr>
        <p:txBody>
          <a:bodyPr anchor="b"/>
          <a:lstStyle>
            <a:lvl1pPr algn="l">
              <a:defRPr sz="2200" b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468313" y="5338763"/>
            <a:ext cx="218440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97225" y="5338763"/>
            <a:ext cx="296545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70002" y="942669"/>
            <a:ext cx="7020011" cy="2005336"/>
          </a:xfrm>
        </p:spPr>
        <p:txBody>
          <a:bodyPr anchor="b"/>
          <a:lstStyle>
            <a:lvl1pPr algn="ctr"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70002" y="3025338"/>
            <a:ext cx="7020011" cy="1390668"/>
          </a:xfrm>
        </p:spPr>
        <p:txBody>
          <a:bodyPr/>
          <a:lstStyle>
            <a:lvl1pPr marL="0" indent="0" algn="ctr">
              <a:buNone/>
              <a:defRPr sz="1735"/>
            </a:lvl1pPr>
            <a:lvl2pPr marL="330200" indent="0" algn="ctr">
              <a:buNone/>
              <a:defRPr sz="1445"/>
            </a:lvl2pPr>
            <a:lvl3pPr marL="661035" indent="0" algn="ctr">
              <a:buNone/>
              <a:defRPr sz="1300"/>
            </a:lvl3pPr>
            <a:lvl4pPr marL="990600" indent="0" algn="ctr">
              <a:buNone/>
              <a:defRPr sz="1160"/>
            </a:lvl4pPr>
            <a:lvl5pPr marL="1321435" indent="0" algn="ctr">
              <a:buNone/>
              <a:defRPr sz="1160"/>
            </a:lvl5pPr>
            <a:lvl6pPr marL="1651635" indent="0" algn="ctr">
              <a:buNone/>
              <a:defRPr sz="1160"/>
            </a:lvl6pPr>
            <a:lvl7pPr marL="1982470" indent="0" algn="ctr">
              <a:buNone/>
              <a:defRPr sz="1160"/>
            </a:lvl7pPr>
            <a:lvl8pPr marL="2312035" indent="0" algn="ctr">
              <a:buNone/>
              <a:defRPr sz="1160"/>
            </a:lvl8pPr>
            <a:lvl9pPr marL="2642870" indent="0" algn="ctr">
              <a:buNone/>
              <a:defRPr sz="1160"/>
            </a:lvl9pPr>
          </a:lstStyle>
          <a:p>
            <a:pPr fontAlgn="base"/>
            <a:r>
              <a:rPr lang="zh-CN" altLang="en-US" sz="173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025"/>
          <p:cNvSpPr txBox="1"/>
          <p:nvPr/>
        </p:nvSpPr>
        <p:spPr bwMode="auto">
          <a:xfrm>
            <a:off x="468313" y="230188"/>
            <a:ext cx="8423275" cy="960438"/>
          </a:xfrm>
          <a:prstGeom prst="rect">
            <a:avLst/>
          </a:prstGeom>
          <a:noFill/>
          <a:ln>
            <a:noFill/>
          </a:ln>
        </p:spPr>
        <p:txBody>
          <a:bodyPr lIns="97995" tIns="48997" rIns="97995" bIns="48997" anchor="ctr"/>
          <a:lstStyle/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输入你的标题</a:t>
            </a:r>
            <a:endParaRPr kumimoji="0" lang="zh-CN" altLang="en-US" sz="44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626" y="1436003"/>
            <a:ext cx="8073012" cy="2396003"/>
          </a:xfrm>
        </p:spPr>
        <p:txBody>
          <a:bodyPr anchor="b"/>
          <a:lstStyle>
            <a:lvl1pPr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8626" y="3854673"/>
            <a:ext cx="8073012" cy="1260001"/>
          </a:xfrm>
        </p:spPr>
        <p:txBody>
          <a:bodyPr/>
          <a:lstStyle>
            <a:lvl1pPr marL="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1pPr>
            <a:lvl2pPr marL="330200" indent="0">
              <a:buNone/>
              <a:defRPr sz="1445">
                <a:solidFill>
                  <a:schemeClr val="tx1">
                    <a:tint val="75000"/>
                  </a:schemeClr>
                </a:solidFill>
              </a:defRPr>
            </a:lvl2pPr>
            <a:lvl3pPr marL="66103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60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4pPr>
            <a:lvl5pPr marL="13214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5pPr>
            <a:lvl6pPr marL="16516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6pPr>
            <a:lvl7pPr marL="19824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7pPr>
            <a:lvl8pPr marL="23120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8pPr>
            <a:lvl9pPr marL="26428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9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4241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06667"/>
            <a:ext cx="8073012" cy="111333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4720" y="1412003"/>
            <a:ext cx="3959724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720" y="2104003"/>
            <a:ext cx="3959724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38507" y="1412003"/>
            <a:ext cx="3979225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8507" y="2104003"/>
            <a:ext cx="3979225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9225" y="829335"/>
            <a:ext cx="4738507" cy="4093340"/>
          </a:xfrm>
        </p:spPr>
        <p:txBody>
          <a:bodyPr/>
          <a:lstStyle>
            <a:lvl1pPr>
              <a:defRPr sz="2310"/>
            </a:lvl1pPr>
            <a:lvl2pPr>
              <a:defRPr sz="2025"/>
            </a:lvl2pPr>
            <a:lvl3pPr>
              <a:defRPr sz="1735"/>
            </a:lvl3pPr>
            <a:lvl4pPr>
              <a:defRPr sz="1445"/>
            </a:lvl4pPr>
            <a:lvl5pPr>
              <a:defRPr sz="1445"/>
            </a:lvl5pPr>
            <a:lvl6pPr>
              <a:defRPr sz="1445"/>
            </a:lvl6pPr>
            <a:lvl7pPr>
              <a:defRPr sz="1445"/>
            </a:lvl7pPr>
            <a:lvl8pPr>
              <a:defRPr sz="1445"/>
            </a:lvl8pPr>
            <a:lvl9pPr>
              <a:defRPr sz="1445"/>
            </a:lvl9pPr>
          </a:lstStyle>
          <a:p>
            <a:pPr lvl="0" fontAlgn="base"/>
            <a:r>
              <a:rPr lang="zh-CN" altLang="en-US" sz="231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02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73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44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44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79225" y="829335"/>
            <a:ext cx="4738507" cy="4093340"/>
          </a:xfrm>
        </p:spPr>
        <p:txBody>
          <a:bodyPr vert="horz" wrap="square" lIns="97995" tIns="48997" rIns="97995" bIns="48997" numCol="1" anchor="t" anchorCtr="0" compatLnSpc="1"/>
          <a:lstStyle>
            <a:lvl1pPr marL="0" indent="0">
              <a:buNone/>
              <a:defRPr sz="2310"/>
            </a:lvl1pPr>
            <a:lvl2pPr marL="330200" indent="0">
              <a:buNone/>
              <a:defRPr sz="2025"/>
            </a:lvl2pPr>
            <a:lvl3pPr marL="661035" indent="0">
              <a:buNone/>
              <a:defRPr sz="1735"/>
            </a:lvl3pPr>
            <a:lvl4pPr marL="990600" indent="0">
              <a:buNone/>
              <a:defRPr sz="1445"/>
            </a:lvl4pPr>
            <a:lvl5pPr marL="1321435" indent="0">
              <a:buNone/>
              <a:defRPr sz="1445"/>
            </a:lvl5pPr>
            <a:lvl6pPr marL="1651635" indent="0">
              <a:buNone/>
              <a:defRPr sz="1445"/>
            </a:lvl6pPr>
            <a:lvl7pPr marL="1982470" indent="0">
              <a:buNone/>
              <a:defRPr sz="1445"/>
            </a:lvl7pPr>
            <a:lvl8pPr marL="2312035" indent="0">
              <a:buNone/>
              <a:defRPr sz="1445"/>
            </a:lvl8pPr>
            <a:lvl9pPr marL="2642870" indent="0">
              <a:buNone/>
              <a:defRPr sz="1445"/>
            </a:lvl9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ts val="9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5852" y="230090"/>
            <a:ext cx="2105844" cy="49155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9" y="230090"/>
            <a:ext cx="6195455" cy="49155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4171" y="189200"/>
            <a:ext cx="3784655" cy="467433"/>
          </a:xfrm>
          <a:prstGeom prst="rect">
            <a:avLst/>
          </a:prstGeom>
        </p:spPr>
        <p:txBody>
          <a:bodyPr anchor="b"/>
          <a:lstStyle>
            <a:lvl1pPr algn="l">
              <a:defRPr sz="2200" b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468313" y="5338763"/>
            <a:ext cx="218440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97225" y="5338763"/>
            <a:ext cx="296545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70002" y="942669"/>
            <a:ext cx="7020011" cy="2005336"/>
          </a:xfrm>
        </p:spPr>
        <p:txBody>
          <a:bodyPr anchor="b"/>
          <a:lstStyle>
            <a:lvl1pPr algn="ctr"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70002" y="3025338"/>
            <a:ext cx="7020011" cy="1390668"/>
          </a:xfrm>
        </p:spPr>
        <p:txBody>
          <a:bodyPr/>
          <a:lstStyle>
            <a:lvl1pPr marL="0" indent="0" algn="ctr">
              <a:buNone/>
              <a:defRPr sz="1735"/>
            </a:lvl1pPr>
            <a:lvl2pPr marL="330200" indent="0" algn="ctr">
              <a:buNone/>
              <a:defRPr sz="1445"/>
            </a:lvl2pPr>
            <a:lvl3pPr marL="661035" indent="0" algn="ctr">
              <a:buNone/>
              <a:defRPr sz="1300"/>
            </a:lvl3pPr>
            <a:lvl4pPr marL="990600" indent="0" algn="ctr">
              <a:buNone/>
              <a:defRPr sz="1160"/>
            </a:lvl4pPr>
            <a:lvl5pPr marL="1321435" indent="0" algn="ctr">
              <a:buNone/>
              <a:defRPr sz="1160"/>
            </a:lvl5pPr>
            <a:lvl6pPr marL="1651635" indent="0" algn="ctr">
              <a:buNone/>
              <a:defRPr sz="1160"/>
            </a:lvl6pPr>
            <a:lvl7pPr marL="1982470" indent="0" algn="ctr">
              <a:buNone/>
              <a:defRPr sz="1160"/>
            </a:lvl7pPr>
            <a:lvl8pPr marL="2312035" indent="0" algn="ctr">
              <a:buNone/>
              <a:defRPr sz="1160"/>
            </a:lvl8pPr>
            <a:lvl9pPr marL="2642870" indent="0" algn="ctr">
              <a:buNone/>
              <a:defRPr sz="1160"/>
            </a:lvl9pPr>
          </a:lstStyle>
          <a:p>
            <a:pPr fontAlgn="base"/>
            <a:r>
              <a:rPr lang="zh-CN" altLang="en-US" sz="173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025"/>
          <p:cNvSpPr txBox="1"/>
          <p:nvPr/>
        </p:nvSpPr>
        <p:spPr bwMode="auto">
          <a:xfrm>
            <a:off x="468313" y="230188"/>
            <a:ext cx="8423275" cy="960438"/>
          </a:xfrm>
          <a:prstGeom prst="rect">
            <a:avLst/>
          </a:prstGeom>
          <a:noFill/>
          <a:ln>
            <a:noFill/>
          </a:ln>
        </p:spPr>
        <p:txBody>
          <a:bodyPr lIns="97995" tIns="48997" rIns="97995" bIns="48997" anchor="ctr"/>
          <a:lstStyle/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输入你的标题</a:t>
            </a:r>
            <a:endParaRPr kumimoji="0" lang="zh-CN" altLang="en-US" sz="44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626" y="1436003"/>
            <a:ext cx="8073012" cy="2396003"/>
          </a:xfrm>
        </p:spPr>
        <p:txBody>
          <a:bodyPr anchor="b"/>
          <a:lstStyle>
            <a:lvl1pPr>
              <a:defRPr sz="4335"/>
            </a:lvl1pPr>
          </a:lstStyle>
          <a:p>
            <a:pPr fontAlgn="base"/>
            <a:r>
              <a:rPr lang="zh-CN" altLang="en-US" sz="43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8626" y="3854673"/>
            <a:ext cx="8073012" cy="1260001"/>
          </a:xfrm>
        </p:spPr>
        <p:txBody>
          <a:bodyPr/>
          <a:lstStyle>
            <a:lvl1pPr marL="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1pPr>
            <a:lvl2pPr marL="330200" indent="0">
              <a:buNone/>
              <a:defRPr sz="1445">
                <a:solidFill>
                  <a:schemeClr val="tx1">
                    <a:tint val="75000"/>
                  </a:schemeClr>
                </a:solidFill>
              </a:defRPr>
            </a:lvl2pPr>
            <a:lvl3pPr marL="66103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60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4pPr>
            <a:lvl5pPr marL="13214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5pPr>
            <a:lvl6pPr marL="16516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6pPr>
            <a:lvl7pPr marL="19824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7pPr>
            <a:lvl8pPr marL="2312035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8pPr>
            <a:lvl9pPr marL="2642870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9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4241" y="1344679"/>
            <a:ext cx="4127455" cy="38009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06667"/>
            <a:ext cx="8073012" cy="111333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4720" y="1412003"/>
            <a:ext cx="3959724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720" y="2104003"/>
            <a:ext cx="3959724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38507" y="1412003"/>
            <a:ext cx="3979225" cy="692001"/>
          </a:xfrm>
        </p:spPr>
        <p:txBody>
          <a:bodyPr anchor="b"/>
          <a:lstStyle>
            <a:lvl1pPr marL="0" indent="0">
              <a:buNone/>
              <a:defRPr sz="1735" b="1"/>
            </a:lvl1pPr>
            <a:lvl2pPr marL="330200" indent="0">
              <a:buNone/>
              <a:defRPr sz="1445" b="1"/>
            </a:lvl2pPr>
            <a:lvl3pPr marL="661035" indent="0">
              <a:buNone/>
              <a:defRPr sz="1300" b="1"/>
            </a:lvl3pPr>
            <a:lvl4pPr marL="990600" indent="0">
              <a:buNone/>
              <a:defRPr sz="1160" b="1"/>
            </a:lvl4pPr>
            <a:lvl5pPr marL="1321435" indent="0">
              <a:buNone/>
              <a:defRPr sz="1160" b="1"/>
            </a:lvl5pPr>
            <a:lvl6pPr marL="1651635" indent="0">
              <a:buNone/>
              <a:defRPr sz="1160" b="1"/>
            </a:lvl6pPr>
            <a:lvl7pPr marL="1982470" indent="0">
              <a:buNone/>
              <a:defRPr sz="1160" b="1"/>
            </a:lvl7pPr>
            <a:lvl8pPr marL="2312035" indent="0">
              <a:buNone/>
              <a:defRPr sz="1160" b="1"/>
            </a:lvl8pPr>
            <a:lvl9pPr marL="2642870" indent="0">
              <a:buNone/>
              <a:defRPr sz="1160" b="1"/>
            </a:lvl9pPr>
          </a:lstStyle>
          <a:p>
            <a:pPr lvl="0" fontAlgn="base"/>
            <a:r>
              <a:rPr lang="zh-CN" altLang="en-US" sz="17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8507" y="2104003"/>
            <a:ext cx="3979225" cy="309467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9225" y="829335"/>
            <a:ext cx="4738507" cy="4093340"/>
          </a:xfrm>
        </p:spPr>
        <p:txBody>
          <a:bodyPr/>
          <a:lstStyle>
            <a:lvl1pPr>
              <a:defRPr sz="2310"/>
            </a:lvl1pPr>
            <a:lvl2pPr>
              <a:defRPr sz="2025"/>
            </a:lvl2pPr>
            <a:lvl3pPr>
              <a:defRPr sz="1735"/>
            </a:lvl3pPr>
            <a:lvl4pPr>
              <a:defRPr sz="1445"/>
            </a:lvl4pPr>
            <a:lvl5pPr>
              <a:defRPr sz="1445"/>
            </a:lvl5pPr>
            <a:lvl6pPr>
              <a:defRPr sz="1445"/>
            </a:lvl6pPr>
            <a:lvl7pPr>
              <a:defRPr sz="1445"/>
            </a:lvl7pPr>
            <a:lvl8pPr>
              <a:defRPr sz="1445"/>
            </a:lvl8pPr>
            <a:lvl9pPr>
              <a:defRPr sz="1445"/>
            </a:lvl9pPr>
          </a:lstStyle>
          <a:p>
            <a:pPr lvl="0" fontAlgn="base"/>
            <a:r>
              <a:rPr lang="zh-CN" altLang="en-US" sz="231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02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73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44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44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4720" y="384001"/>
            <a:ext cx="3018848" cy="1344002"/>
          </a:xfrm>
        </p:spPr>
        <p:txBody>
          <a:bodyPr anchor="b"/>
          <a:lstStyle>
            <a:lvl1pPr>
              <a:defRPr sz="2310"/>
            </a:lvl1pPr>
          </a:lstStyle>
          <a:p>
            <a:pPr fontAlgn="base"/>
            <a:r>
              <a:rPr lang="zh-CN" altLang="en-US" sz="231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79225" y="829335"/>
            <a:ext cx="4738507" cy="4093340"/>
          </a:xfrm>
        </p:spPr>
        <p:txBody>
          <a:bodyPr vert="horz" wrap="square" lIns="97995" tIns="48997" rIns="97995" bIns="48997" numCol="1" anchor="t" anchorCtr="0" compatLnSpc="1"/>
          <a:lstStyle>
            <a:lvl1pPr marL="0" indent="0">
              <a:buNone/>
              <a:defRPr sz="2310"/>
            </a:lvl1pPr>
            <a:lvl2pPr marL="330200" indent="0">
              <a:buNone/>
              <a:defRPr sz="2025"/>
            </a:lvl2pPr>
            <a:lvl3pPr marL="661035" indent="0">
              <a:buNone/>
              <a:defRPr sz="1735"/>
            </a:lvl3pPr>
            <a:lvl4pPr marL="990600" indent="0">
              <a:buNone/>
              <a:defRPr sz="1445"/>
            </a:lvl4pPr>
            <a:lvl5pPr marL="1321435" indent="0">
              <a:buNone/>
              <a:defRPr sz="1445"/>
            </a:lvl5pPr>
            <a:lvl6pPr marL="1651635" indent="0">
              <a:buNone/>
              <a:defRPr sz="1445"/>
            </a:lvl6pPr>
            <a:lvl7pPr marL="1982470" indent="0">
              <a:buNone/>
              <a:defRPr sz="1445"/>
            </a:lvl7pPr>
            <a:lvl8pPr marL="2312035" indent="0">
              <a:buNone/>
              <a:defRPr sz="1445"/>
            </a:lvl8pPr>
            <a:lvl9pPr marL="2642870" indent="0">
              <a:buNone/>
              <a:defRPr sz="1445"/>
            </a:lvl9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ts val="9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4720" y="1728003"/>
            <a:ext cx="3018848" cy="3201339"/>
          </a:xfrm>
        </p:spPr>
        <p:txBody>
          <a:bodyPr/>
          <a:lstStyle>
            <a:lvl1pPr marL="0" indent="0">
              <a:buNone/>
              <a:defRPr sz="1160"/>
            </a:lvl1pPr>
            <a:lvl2pPr marL="330200" indent="0">
              <a:buNone/>
              <a:defRPr sz="1010"/>
            </a:lvl2pPr>
            <a:lvl3pPr marL="661035" indent="0">
              <a:buNone/>
              <a:defRPr sz="865"/>
            </a:lvl3pPr>
            <a:lvl4pPr marL="990600" indent="0">
              <a:buNone/>
              <a:defRPr sz="725"/>
            </a:lvl4pPr>
            <a:lvl5pPr marL="1321435" indent="0">
              <a:buNone/>
              <a:defRPr sz="725"/>
            </a:lvl5pPr>
            <a:lvl6pPr marL="1651635" indent="0">
              <a:buNone/>
              <a:defRPr sz="725"/>
            </a:lvl6pPr>
            <a:lvl7pPr marL="1982470" indent="0">
              <a:buNone/>
              <a:defRPr sz="725"/>
            </a:lvl7pPr>
            <a:lvl8pPr marL="2312035" indent="0">
              <a:buNone/>
              <a:defRPr sz="725"/>
            </a:lvl8pPr>
            <a:lvl9pPr marL="2642870" indent="0">
              <a:buNone/>
              <a:defRPr sz="725"/>
            </a:lvl9pPr>
          </a:lstStyle>
          <a:p>
            <a:pPr lvl="0" fontAlgn="base"/>
            <a:r>
              <a:rPr lang="zh-CN" altLang="en-US" sz="116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5852" y="230090"/>
            <a:ext cx="2105844" cy="49155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9" y="230090"/>
            <a:ext cx="6195455" cy="49155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4171" y="189200"/>
            <a:ext cx="3784655" cy="467433"/>
          </a:xfrm>
          <a:prstGeom prst="rect">
            <a:avLst/>
          </a:prstGeom>
        </p:spPr>
        <p:txBody>
          <a:bodyPr anchor="b"/>
          <a:lstStyle>
            <a:lvl1pPr algn="l">
              <a:defRPr sz="2200" b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468313" y="5338763"/>
            <a:ext cx="218440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97225" y="5338763"/>
            <a:ext cx="2965450" cy="30638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4" Type="http://schemas.openxmlformats.org/officeDocument/2006/relationships/theme" Target="../theme/theme5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68313" y="230188"/>
            <a:ext cx="8423275" cy="960437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ctr"/>
          <a:p>
            <a:pPr lvl="0"/>
            <a:endParaRPr lang="en-US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68313" y="1344613"/>
            <a:ext cx="8423275" cy="3800475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t"/>
          <a:p>
            <a:pPr lvl="0"/>
            <a:r>
              <a:rPr lang="en-US" altLang="en-US" dirty="0"/>
              <a:t>单击此处编辑母版文本样式</a:t>
            </a:r>
            <a:endParaRPr lang="en-US" altLang="zh-CN" dirty="0"/>
          </a:p>
          <a:p>
            <a:pPr lvl="1" indent="-287020"/>
            <a:r>
              <a:rPr lang="en-US" altLang="en-US" dirty="0"/>
              <a:t>第二级</a:t>
            </a:r>
            <a:endParaRPr lang="en-US" altLang="zh-CN" dirty="0"/>
          </a:p>
          <a:p>
            <a:pPr lvl="2" indent="-229870"/>
            <a:r>
              <a:rPr lang="en-US" altLang="en-US" dirty="0"/>
              <a:t>第三级</a:t>
            </a:r>
            <a:endParaRPr lang="en-US" altLang="zh-CN" dirty="0"/>
          </a:p>
          <a:p>
            <a:pPr lvl="3" indent="-228600"/>
            <a:r>
              <a:rPr lang="en-US" altLang="en-US" dirty="0"/>
              <a:t>第四级</a:t>
            </a:r>
            <a:endParaRPr lang="en-US" altLang="zh-CN" dirty="0"/>
          </a:p>
          <a:p>
            <a:pPr lvl="4" indent="-231775"/>
            <a:r>
              <a:rPr lang="en-US" altLang="en-US" dirty="0"/>
              <a:t>第五级</a:t>
            </a:r>
            <a:endParaRPr lang="en-US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algn="ctr"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0" y="5180013"/>
            <a:ext cx="5673725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689600" y="5180013"/>
            <a:ext cx="3663950" cy="76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3" name="图片 9" descr="LOGO左右组合透明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8250" y="5327650"/>
            <a:ext cx="1482725" cy="3460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22655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6075" indent="-34607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9300" lvl="1" indent="-287655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2525" lvl="2" indent="-23050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lvl="3" indent="-228600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76450" lvl="4" indent="-231775" algn="l" defTabSz="922655" rtl="0" eaLnBrk="0" fontAlgn="base" hangingPunct="0">
        <a:spcBef>
          <a:spcPts val="90"/>
        </a:spcBef>
        <a:spcAft>
          <a:spcPct val="0"/>
        </a:spcAft>
        <a:buChar char="»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66645" lvl="5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97175" lvl="6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27070" lvl="7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6042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6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3053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60425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90955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721485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15138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8191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11805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2335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68313" y="230188"/>
            <a:ext cx="8423275" cy="960437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ctr"/>
          <a:p>
            <a:pPr lvl="0"/>
            <a:endParaRPr lang="en-US" altLang="en-US" dirty="0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68313" y="1344613"/>
            <a:ext cx="8423275" cy="3800475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t"/>
          <a:p>
            <a:pPr lvl="0"/>
            <a:r>
              <a:rPr lang="en-US" altLang="en-US" dirty="0"/>
              <a:t>单击此处编辑母版文本样式</a:t>
            </a:r>
            <a:endParaRPr lang="en-US" altLang="zh-CN" dirty="0"/>
          </a:p>
          <a:p>
            <a:pPr lvl="1" indent="-287020"/>
            <a:r>
              <a:rPr lang="en-US" altLang="en-US" dirty="0"/>
              <a:t>第二级</a:t>
            </a:r>
            <a:endParaRPr lang="en-US" altLang="zh-CN" dirty="0"/>
          </a:p>
          <a:p>
            <a:pPr lvl="2" indent="-229870"/>
            <a:r>
              <a:rPr lang="en-US" altLang="en-US" dirty="0"/>
              <a:t>第三级</a:t>
            </a:r>
            <a:endParaRPr lang="en-US" altLang="zh-CN" dirty="0"/>
          </a:p>
          <a:p>
            <a:pPr lvl="3" indent="-228600"/>
            <a:r>
              <a:rPr lang="en-US" altLang="en-US" dirty="0"/>
              <a:t>第四级</a:t>
            </a:r>
            <a:endParaRPr lang="en-US" altLang="zh-CN" dirty="0"/>
          </a:p>
          <a:p>
            <a:pPr lvl="4" indent="-231775"/>
            <a:r>
              <a:rPr lang="en-US" altLang="en-US" dirty="0"/>
              <a:t>第五级</a:t>
            </a:r>
            <a:endParaRPr lang="en-US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algn="ctr"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0" y="5180013"/>
            <a:ext cx="5673725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689600" y="5180013"/>
            <a:ext cx="3663950" cy="76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7" name="图片 9" descr="LOGO左右组合透明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8250" y="5327650"/>
            <a:ext cx="1482725" cy="3460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defTabSz="922655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6075" indent="-34607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9300" lvl="1" indent="-287655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2525" lvl="2" indent="-23050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lvl="3" indent="-228600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76450" lvl="4" indent="-231775" algn="l" defTabSz="922655" rtl="0" eaLnBrk="0" fontAlgn="base" hangingPunct="0">
        <a:spcBef>
          <a:spcPts val="90"/>
        </a:spcBef>
        <a:spcAft>
          <a:spcPct val="0"/>
        </a:spcAft>
        <a:buChar char="»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66645" lvl="5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97175" lvl="6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27070" lvl="7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6042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6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3053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60425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90955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721485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15138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8191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11805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2335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 1025"/>
          <p:cNvSpPr>
            <a:spLocks noGrp="1"/>
          </p:cNvSpPr>
          <p:nvPr>
            <p:ph type="title"/>
          </p:nvPr>
        </p:nvSpPr>
        <p:spPr>
          <a:xfrm>
            <a:off x="468313" y="230188"/>
            <a:ext cx="8423275" cy="960437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ctr"/>
          <a:p>
            <a:pPr lvl="0"/>
            <a:endParaRPr lang="en-US" altLang="en-US" dirty="0"/>
          </a:p>
        </p:txBody>
      </p:sp>
      <p:sp>
        <p:nvSpPr>
          <p:cNvPr id="3075" name="文本占位符 1026"/>
          <p:cNvSpPr>
            <a:spLocks noGrp="1"/>
          </p:cNvSpPr>
          <p:nvPr>
            <p:ph type="body"/>
          </p:nvPr>
        </p:nvSpPr>
        <p:spPr>
          <a:xfrm>
            <a:off x="468313" y="1344613"/>
            <a:ext cx="8423275" cy="3800475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t"/>
          <a:p>
            <a:pPr lvl="0"/>
            <a:r>
              <a:rPr lang="en-US" altLang="en-US" dirty="0"/>
              <a:t>单击此处编辑母版文本样式</a:t>
            </a:r>
            <a:endParaRPr lang="en-US" altLang="zh-CN" dirty="0"/>
          </a:p>
          <a:p>
            <a:pPr lvl="1" indent="-287020"/>
            <a:r>
              <a:rPr lang="en-US" altLang="en-US" dirty="0"/>
              <a:t>第二级</a:t>
            </a:r>
            <a:endParaRPr lang="en-US" altLang="zh-CN" dirty="0"/>
          </a:p>
          <a:p>
            <a:pPr lvl="2" indent="-229870"/>
            <a:r>
              <a:rPr lang="en-US" altLang="en-US" dirty="0"/>
              <a:t>第三级</a:t>
            </a:r>
            <a:endParaRPr lang="en-US" altLang="zh-CN" dirty="0"/>
          </a:p>
          <a:p>
            <a:pPr lvl="3" indent="-228600"/>
            <a:r>
              <a:rPr lang="en-US" altLang="en-US" dirty="0"/>
              <a:t>第四级</a:t>
            </a:r>
            <a:endParaRPr lang="en-US" altLang="zh-CN" dirty="0"/>
          </a:p>
          <a:p>
            <a:pPr lvl="4" indent="-231775"/>
            <a:r>
              <a:rPr lang="en-US" altLang="en-US" dirty="0"/>
              <a:t>第五级</a:t>
            </a:r>
            <a:endParaRPr lang="en-US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algn="ctr"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0" y="5180013"/>
            <a:ext cx="5673725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689600" y="5180013"/>
            <a:ext cx="3663950" cy="76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81" name="图片 9" descr="LOGO左右组合透明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8250" y="5327650"/>
            <a:ext cx="1482725" cy="3460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922655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6075" indent="-34607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9300" lvl="1" indent="-287655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2525" lvl="2" indent="-23050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lvl="3" indent="-228600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76450" lvl="4" indent="-231775" algn="l" defTabSz="922655" rtl="0" eaLnBrk="0" fontAlgn="base" hangingPunct="0">
        <a:spcBef>
          <a:spcPts val="90"/>
        </a:spcBef>
        <a:spcAft>
          <a:spcPct val="0"/>
        </a:spcAft>
        <a:buChar char="»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66645" lvl="5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97175" lvl="6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27070" lvl="7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6042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6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3053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60425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90955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721485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15138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8191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11805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2335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标题 1025"/>
          <p:cNvSpPr>
            <a:spLocks noGrp="1"/>
          </p:cNvSpPr>
          <p:nvPr>
            <p:ph type="title"/>
          </p:nvPr>
        </p:nvSpPr>
        <p:spPr>
          <a:xfrm>
            <a:off x="468313" y="230188"/>
            <a:ext cx="8423275" cy="960437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ctr"/>
          <a:p>
            <a:pPr lvl="0"/>
            <a:endParaRPr lang="en-US" altLang="en-US" dirty="0"/>
          </a:p>
        </p:txBody>
      </p:sp>
      <p:sp>
        <p:nvSpPr>
          <p:cNvPr id="4099" name="文本占位符 1026"/>
          <p:cNvSpPr>
            <a:spLocks noGrp="1"/>
          </p:cNvSpPr>
          <p:nvPr>
            <p:ph type="body"/>
          </p:nvPr>
        </p:nvSpPr>
        <p:spPr>
          <a:xfrm>
            <a:off x="468313" y="1344613"/>
            <a:ext cx="8423275" cy="3800475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t"/>
          <a:p>
            <a:pPr lvl="0"/>
            <a:r>
              <a:rPr lang="en-US" altLang="en-US" dirty="0"/>
              <a:t>单击此处编辑母版文本样式</a:t>
            </a:r>
            <a:endParaRPr lang="en-US" altLang="zh-CN" dirty="0"/>
          </a:p>
          <a:p>
            <a:pPr lvl="1" indent="-287020"/>
            <a:r>
              <a:rPr lang="en-US" altLang="en-US" dirty="0"/>
              <a:t>第二级</a:t>
            </a:r>
            <a:endParaRPr lang="en-US" altLang="zh-CN" dirty="0"/>
          </a:p>
          <a:p>
            <a:pPr lvl="2" indent="-229870"/>
            <a:r>
              <a:rPr lang="en-US" altLang="en-US" dirty="0"/>
              <a:t>第三级</a:t>
            </a:r>
            <a:endParaRPr lang="en-US" altLang="zh-CN" dirty="0"/>
          </a:p>
          <a:p>
            <a:pPr lvl="3" indent="-228600"/>
            <a:r>
              <a:rPr lang="en-US" altLang="en-US" dirty="0"/>
              <a:t>第四级</a:t>
            </a:r>
            <a:endParaRPr lang="en-US" altLang="zh-CN" dirty="0"/>
          </a:p>
          <a:p>
            <a:pPr lvl="4" indent="-231775"/>
            <a:r>
              <a:rPr lang="en-US" altLang="en-US" dirty="0"/>
              <a:t>第五级</a:t>
            </a:r>
            <a:endParaRPr lang="en-US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algn="ctr"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0" y="5180013"/>
            <a:ext cx="5673725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689600" y="5180013"/>
            <a:ext cx="3663950" cy="76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5" name="图片 9" descr="LOGO左右组合透明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8250" y="5327650"/>
            <a:ext cx="1482725" cy="3460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lvl1pPr algn="l" defTabSz="922655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6075" indent="-34607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9300" lvl="1" indent="-287655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2525" lvl="2" indent="-23050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lvl="3" indent="-228600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76450" lvl="4" indent="-231775" algn="l" defTabSz="922655" rtl="0" eaLnBrk="0" fontAlgn="base" hangingPunct="0">
        <a:spcBef>
          <a:spcPts val="90"/>
        </a:spcBef>
        <a:spcAft>
          <a:spcPct val="0"/>
        </a:spcAft>
        <a:buChar char="»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66645" lvl="5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97175" lvl="6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27070" lvl="7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6042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6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3053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60425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90955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721485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15138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8191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11805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2335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标题 1025"/>
          <p:cNvSpPr>
            <a:spLocks noGrp="1"/>
          </p:cNvSpPr>
          <p:nvPr>
            <p:ph type="title"/>
          </p:nvPr>
        </p:nvSpPr>
        <p:spPr>
          <a:xfrm>
            <a:off x="468313" y="230188"/>
            <a:ext cx="8423275" cy="960437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ctr"/>
          <a:p>
            <a:pPr lvl="0"/>
            <a:endParaRPr lang="en-US" altLang="en-US" dirty="0"/>
          </a:p>
        </p:txBody>
      </p:sp>
      <p:sp>
        <p:nvSpPr>
          <p:cNvPr id="5123" name="文本占位符 1026"/>
          <p:cNvSpPr>
            <a:spLocks noGrp="1"/>
          </p:cNvSpPr>
          <p:nvPr>
            <p:ph type="body"/>
          </p:nvPr>
        </p:nvSpPr>
        <p:spPr>
          <a:xfrm>
            <a:off x="468313" y="1344613"/>
            <a:ext cx="8423275" cy="3800475"/>
          </a:xfrm>
          <a:prstGeom prst="rect">
            <a:avLst/>
          </a:prstGeom>
          <a:noFill/>
          <a:ln w="9525">
            <a:noFill/>
          </a:ln>
        </p:spPr>
        <p:txBody>
          <a:bodyPr lIns="97995" tIns="48997" rIns="97995" bIns="48997" anchor="t"/>
          <a:p>
            <a:pPr lvl="0"/>
            <a:r>
              <a:rPr lang="en-US" altLang="en-US" dirty="0"/>
              <a:t>单击此处编辑母版文本样式</a:t>
            </a:r>
            <a:endParaRPr lang="en-US" altLang="zh-CN" dirty="0"/>
          </a:p>
          <a:p>
            <a:pPr lvl="1" indent="-287020"/>
            <a:r>
              <a:rPr lang="en-US" altLang="en-US" dirty="0"/>
              <a:t>第二级</a:t>
            </a:r>
            <a:endParaRPr lang="en-US" altLang="zh-CN" dirty="0"/>
          </a:p>
          <a:p>
            <a:pPr lvl="2" indent="-229870"/>
            <a:r>
              <a:rPr lang="en-US" altLang="en-US" dirty="0"/>
              <a:t>第三级</a:t>
            </a:r>
            <a:endParaRPr lang="en-US" altLang="zh-CN" dirty="0"/>
          </a:p>
          <a:p>
            <a:pPr lvl="3" indent="-228600"/>
            <a:r>
              <a:rPr lang="en-US" altLang="en-US" dirty="0"/>
              <a:t>第四级</a:t>
            </a:r>
            <a:endParaRPr lang="en-US" altLang="zh-CN" dirty="0"/>
          </a:p>
          <a:p>
            <a:pPr lvl="4" indent="-231775"/>
            <a:r>
              <a:rPr lang="en-US" altLang="en-US" dirty="0"/>
              <a:t>第五级</a:t>
            </a:r>
            <a:endParaRPr lang="en-US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68313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97225" y="5243513"/>
            <a:ext cx="29654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7995" tIns="48997" rIns="97995" bIns="48997"/>
          <a:lstStyle>
            <a:lvl1pPr algn="ctr">
              <a:buFont typeface="Arial" panose="020B0604020202020204" pitchFamily="34" charset="0"/>
              <a:buNone/>
              <a:defRPr sz="141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1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708775" y="5243513"/>
            <a:ext cx="2182813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7995" tIns="48997" rIns="97995" bIns="48997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0" y="5180013"/>
            <a:ext cx="5673725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689600" y="5180013"/>
            <a:ext cx="3663950" cy="76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9" name="图片 9" descr="LOGO左右组合透明底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8250" y="5327650"/>
            <a:ext cx="1482725" cy="3460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l" defTabSz="922655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22655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922655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6075" indent="-34607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9300" lvl="1" indent="-287655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2525" lvl="2" indent="-230505" algn="l" defTabSz="922655" rtl="0" eaLnBrk="0" fontAlgn="base" hangingPunct="0">
        <a:spcBef>
          <a:spcPts val="90"/>
        </a:spcBef>
        <a:spcAft>
          <a:spcPct val="0"/>
        </a:spcAft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lvl="3" indent="-228600" algn="l" defTabSz="922655" rtl="0" eaLnBrk="0" fontAlgn="base" hangingPunct="0">
        <a:spcBef>
          <a:spcPts val="90"/>
        </a:spcBef>
        <a:spcAft>
          <a:spcPct val="0"/>
        </a:spcAft>
        <a:buChar char="–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76450" lvl="4" indent="-231775" algn="l" defTabSz="922655" rtl="0" eaLnBrk="0" fontAlgn="base" hangingPunct="0">
        <a:spcBef>
          <a:spcPts val="90"/>
        </a:spcBef>
        <a:spcAft>
          <a:spcPct val="0"/>
        </a:spcAft>
        <a:buChar char="»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66645" lvl="5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97175" lvl="6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27070" lvl="7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14630" algn="l" defTabSz="922020" eaLnBrk="1" fontAlgn="base" latinLnBrk="0" hangingPunct="1">
        <a:spcBef>
          <a:spcPts val="90"/>
        </a:spcBef>
        <a:spcAft>
          <a:spcPct val="0"/>
        </a:spcAft>
        <a:buChar char="»"/>
        <a:defRPr sz="1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6042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6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3053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60425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90955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721485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15138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8191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11805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2335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9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8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0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26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7409" name="图片 2" descr="辅助图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0" y="0"/>
            <a:ext cx="7023100" cy="498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标题 4101"/>
          <p:cNvSpPr>
            <a:spLocks noGrp="1"/>
          </p:cNvSpPr>
          <p:nvPr>
            <p:ph type="ctrTitle"/>
          </p:nvPr>
        </p:nvSpPr>
        <p:spPr>
          <a:xfrm>
            <a:off x="431800" y="960438"/>
            <a:ext cx="5000625" cy="2071687"/>
          </a:xfrm>
        </p:spPr>
        <p:txBody>
          <a:bodyPr vert="horz" wrap="square" lIns="89275" tIns="44637" rIns="89275" bIns="44637" anchor="ctr"/>
          <a:p>
            <a:pPr algn="l" defTabSz="979805" eaLnBrk="1" hangingPunct="1">
              <a:buClrTx/>
            </a:pPr>
            <a:r>
              <a:rPr kumimoji="1" lang="zh-CN" altLang="en-US" sz="37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晋升答辩</a:t>
            </a:r>
            <a:br>
              <a:rPr kumimoji="1" lang="en-US" altLang="zh-CN" sz="37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r>
              <a:rPr kumimoji="1" lang="en-US" altLang="zh-CN" sz="26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</a:t>
            </a:r>
            <a:br>
              <a:rPr kumimoji="1" lang="en-US" altLang="zh-CN" sz="26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r>
              <a:rPr kumimoji="1" lang="zh-CN" altLang="en-US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技术中心</a:t>
            </a:r>
            <a:r>
              <a:rPr kumimoji="1" lang="en-US" altLang="zh-CN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/</a:t>
            </a:r>
            <a:r>
              <a:rPr kumimoji="1" lang="zh-CN" altLang="en-US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产品研发部</a:t>
            </a:r>
            <a:br>
              <a:rPr kumimoji="1" lang="en-US" altLang="zh-CN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br>
              <a:rPr kumimoji="1" lang="en-US" altLang="zh-CN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r>
              <a:rPr kumimoji="1" lang="zh-CN" altLang="en-US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岗位：开发工程师</a:t>
            </a:r>
            <a:br>
              <a:rPr kumimoji="1" lang="zh-CN" altLang="en-US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br>
              <a:rPr kumimoji="1" lang="zh-CN" altLang="en-US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</a:br>
            <a:r>
              <a:rPr kumimoji="1" lang="zh-CN" altLang="en-US" sz="2000" b="1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答辩人：陆鉴鑫</a:t>
            </a:r>
            <a:endParaRPr kumimoji="1" lang="zh-CN" altLang="en-US" sz="2000" b="1" kern="1200" dirty="0">
              <a:solidFill>
                <a:srgbClr val="40404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17411" name="图片 6" descr="LOGO左右组合透明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4160838"/>
            <a:ext cx="2005013" cy="468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标题 4101"/>
          <p:cNvSpPr>
            <a:spLocks noGrp="1"/>
          </p:cNvSpPr>
          <p:nvPr/>
        </p:nvSpPr>
        <p:spPr>
          <a:xfrm>
            <a:off x="503238" y="5183188"/>
            <a:ext cx="2647950" cy="434975"/>
          </a:xfrm>
          <a:prstGeom prst="rect">
            <a:avLst/>
          </a:prstGeom>
          <a:noFill/>
          <a:ln w="9525">
            <a:noFill/>
          </a:ln>
        </p:spPr>
        <p:txBody>
          <a:bodyPr lIns="89275" tIns="44637" rIns="89275" bIns="44637" anchor="ctr"/>
          <a:p>
            <a:pPr defTabSz="979805"/>
            <a:r>
              <a:rPr lang="en-US" altLang="zh-CN" sz="1800" dirty="0">
                <a:solidFill>
                  <a:schemeClr val="bg1"/>
                </a:solidFill>
                <a:latin typeface="Nexa Bold" charset="0"/>
                <a:ea typeface="方正兰亭细黑_GBK" pitchFamily="2" charset="-122"/>
              </a:rPr>
              <a:t>2015.11.03</a:t>
            </a:r>
            <a:endParaRPr lang="en-US" altLang="zh-CN" sz="1800" dirty="0">
              <a:solidFill>
                <a:schemeClr val="bg1"/>
              </a:solidFill>
              <a:latin typeface="Nexa Bold" charset="0"/>
              <a:ea typeface="方正兰亭细黑_GBK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75" y="4908550"/>
            <a:ext cx="9359900" cy="82550"/>
          </a:xfrm>
          <a:prstGeom prst="rect">
            <a:avLst/>
          </a:prstGeom>
          <a:solidFill>
            <a:srgbClr val="EA5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4" name="文本框 3"/>
          <p:cNvSpPr txBox="1"/>
          <p:nvPr/>
        </p:nvSpPr>
        <p:spPr>
          <a:xfrm>
            <a:off x="431800" y="5040313"/>
            <a:ext cx="2805113" cy="4635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1400" dirty="0">
                <a:latin typeface="冬青黑体简体中文 W6" panose="020B0300000000000000" charset="-122"/>
                <a:ea typeface="冬青黑体简体中文 W6" panose="020B0300000000000000" charset="-122"/>
                <a:sym typeface="+mn-ea"/>
              </a:rPr>
              <a:t>杭州沃趣科技股份有限公司</a:t>
            </a:r>
            <a:endParaRPr lang="zh-CN" altLang="en-US" sz="1400" dirty="0">
              <a:latin typeface="冬青黑体简体中文 W6" panose="020B0300000000000000" charset="-122"/>
              <a:ea typeface="冬青黑体简体中文 W6" panose="020B0300000000000000" charset="-122"/>
              <a:sym typeface="+mn-ea"/>
            </a:endParaRPr>
          </a:p>
          <a:p>
            <a:r>
              <a:rPr lang="zh-CN" altLang="en-US" sz="1000" dirty="0">
                <a:latin typeface="冬青黑体简体中文 W6" panose="020B0300000000000000" charset="-122"/>
                <a:ea typeface="冬青黑体简体中文 W6" panose="020B0300000000000000" charset="-122"/>
              </a:rPr>
              <a:t>Hangzhou WOQU Technology Co., Ltd.</a:t>
            </a:r>
            <a:endParaRPr lang="zh-CN" altLang="en-US" sz="1000" dirty="0">
              <a:latin typeface="冬青黑体简体中文 W6" panose="020B0300000000000000" charset="-122"/>
              <a:ea typeface="冬青黑体简体中文 W6" panose="020B0300000000000000" charset="-122"/>
            </a:endParaRPr>
          </a:p>
        </p:txBody>
      </p:sp>
      <p:pic>
        <p:nvPicPr>
          <p:cNvPr id="17415" name="图片 11" descr="slog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113" y="5040313"/>
            <a:ext cx="3554412" cy="555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4" name="组合 113"/>
          <p:cNvGrpSpPr/>
          <p:nvPr/>
        </p:nvGrpSpPr>
        <p:grpSpPr>
          <a:xfrm rot="1771504">
            <a:off x="4129046" y="1440662"/>
            <a:ext cx="272244" cy="272209"/>
            <a:chOff x="1827622" y="1343919"/>
            <a:chExt cx="2304000" cy="2304000"/>
          </a:xfrm>
        </p:grpSpPr>
        <p:sp>
          <p:nvSpPr>
            <p:cNvPr id="115" name="椭圆 114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 rot="1771504">
            <a:off x="4772619" y="1511553"/>
            <a:ext cx="216832" cy="216804"/>
            <a:chOff x="1827622" y="1343919"/>
            <a:chExt cx="2304000" cy="2304000"/>
          </a:xfrm>
        </p:grpSpPr>
        <p:sp>
          <p:nvSpPr>
            <p:cNvPr id="121" name="椭圆 120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 rot="1771504">
            <a:off x="5248133" y="1536226"/>
            <a:ext cx="402249" cy="402197"/>
            <a:chOff x="1827622" y="1343919"/>
            <a:chExt cx="2304000" cy="2304000"/>
          </a:xfrm>
        </p:grpSpPr>
        <p:sp>
          <p:nvSpPr>
            <p:cNvPr id="124" name="椭圆 123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 rot="1771504">
            <a:off x="4587777" y="1318414"/>
            <a:ext cx="202768" cy="202742"/>
            <a:chOff x="1827622" y="1343919"/>
            <a:chExt cx="2304000" cy="2304000"/>
          </a:xfrm>
        </p:grpSpPr>
        <p:sp>
          <p:nvSpPr>
            <p:cNvPr id="130" name="椭圆 129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6389" name="组合 132"/>
          <p:cNvGrpSpPr/>
          <p:nvPr/>
        </p:nvGrpSpPr>
        <p:grpSpPr>
          <a:xfrm>
            <a:off x="2309813" y="2330450"/>
            <a:ext cx="763587" cy="763588"/>
            <a:chOff x="1254722" y="1864234"/>
            <a:chExt cx="762943" cy="762943"/>
          </a:xfrm>
        </p:grpSpPr>
        <p:grpSp>
          <p:nvGrpSpPr>
            <p:cNvPr id="19462" name="组合 133"/>
            <p:cNvGrpSpPr/>
            <p:nvPr/>
          </p:nvGrpSpPr>
          <p:grpSpPr>
            <a:xfrm>
              <a:off x="1254722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136" name="组合 135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138" name="椭圆 137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00B7CA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39" name="椭圆 138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00B7CA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37" name="流程图: 联系 136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solidFill>
                  <a:srgbClr val="00B7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>
                  <a:solidFill>
                    <a:srgbClr val="00B7CA"/>
                  </a:solidFill>
                </a:endParaRPr>
              </a:p>
            </p:txBody>
          </p:sp>
        </p:grpSp>
        <p:sp>
          <p:nvSpPr>
            <p:cNvPr id="19465" name="文本框 134"/>
            <p:cNvSpPr txBox="1"/>
            <p:nvPr/>
          </p:nvSpPr>
          <p:spPr>
            <a:xfrm>
              <a:off x="1378895" y="2045650"/>
              <a:ext cx="526473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altLang="zh-CN" sz="2000" b="1" dirty="0">
                  <a:solidFill>
                    <a:srgbClr val="00B7CA"/>
                  </a:solidFill>
                  <a:latin typeface="方正兰亭超细黑简体" pitchFamily="2" charset="-122"/>
                  <a:ea typeface="方正兰亭超细黑简体" pitchFamily="2" charset="-122"/>
                </a:rPr>
                <a:t>01</a:t>
              </a:r>
              <a:endParaRPr lang="zh-CN" altLang="en-US" sz="2000" b="1" dirty="0">
                <a:solidFill>
                  <a:srgbClr val="00B7CA"/>
                </a:solidFill>
                <a:latin typeface="方正兰亭超细黑简体" pitchFamily="2" charset="-122"/>
                <a:ea typeface="方正兰亭超细黑简体" pitchFamily="2" charset="-122"/>
              </a:endParaRPr>
            </a:p>
          </p:txBody>
        </p:sp>
      </p:grpSp>
      <p:grpSp>
        <p:nvGrpSpPr>
          <p:cNvPr id="16394" name="组合 139"/>
          <p:cNvGrpSpPr/>
          <p:nvPr/>
        </p:nvGrpSpPr>
        <p:grpSpPr>
          <a:xfrm>
            <a:off x="3317875" y="2330450"/>
            <a:ext cx="762000" cy="763588"/>
            <a:chOff x="2705448" y="1864234"/>
            <a:chExt cx="762943" cy="762943"/>
          </a:xfrm>
        </p:grpSpPr>
        <p:grpSp>
          <p:nvGrpSpPr>
            <p:cNvPr id="19467" name="组合 140"/>
            <p:cNvGrpSpPr/>
            <p:nvPr/>
          </p:nvGrpSpPr>
          <p:grpSpPr>
            <a:xfrm>
              <a:off x="2705448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143" name="组合 142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145" name="椭圆 144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B757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46" name="椭圆 145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B757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44" name="流程图: 联系 143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solidFill>
                  <a:srgbClr val="FFB7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>
                  <a:solidFill>
                    <a:srgbClr val="FFB757"/>
                  </a:solidFill>
                </a:endParaRPr>
              </a:p>
            </p:txBody>
          </p:sp>
        </p:grpSp>
        <p:sp>
          <p:nvSpPr>
            <p:cNvPr id="19470" name="文本框 141"/>
            <p:cNvSpPr txBox="1"/>
            <p:nvPr/>
          </p:nvSpPr>
          <p:spPr>
            <a:xfrm>
              <a:off x="2824946" y="2053130"/>
              <a:ext cx="526473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altLang="zh-CN" sz="2000" b="1" dirty="0">
                  <a:solidFill>
                    <a:srgbClr val="FFB757"/>
                  </a:solidFill>
                  <a:latin typeface="方正兰亭超细黑简体" pitchFamily="2" charset="-122"/>
                  <a:ea typeface="方正兰亭超细黑简体" pitchFamily="2" charset="-122"/>
                </a:rPr>
                <a:t>02</a:t>
              </a:r>
              <a:endParaRPr lang="zh-CN" altLang="en-US" sz="2000" b="1" dirty="0">
                <a:solidFill>
                  <a:srgbClr val="FFB757"/>
                </a:solidFill>
                <a:latin typeface="方正兰亭超细黑简体" pitchFamily="2" charset="-122"/>
                <a:ea typeface="方正兰亭超细黑简体" pitchFamily="2" charset="-122"/>
              </a:endParaRPr>
            </a:p>
          </p:txBody>
        </p:sp>
      </p:grpSp>
      <p:grpSp>
        <p:nvGrpSpPr>
          <p:cNvPr id="16399" name="组合 146"/>
          <p:cNvGrpSpPr/>
          <p:nvPr/>
        </p:nvGrpSpPr>
        <p:grpSpPr>
          <a:xfrm>
            <a:off x="4335463" y="2330450"/>
            <a:ext cx="762000" cy="763588"/>
            <a:chOff x="4132381" y="1864234"/>
            <a:chExt cx="762943" cy="762943"/>
          </a:xfrm>
        </p:grpSpPr>
        <p:grpSp>
          <p:nvGrpSpPr>
            <p:cNvPr id="19472" name="组合 147"/>
            <p:cNvGrpSpPr/>
            <p:nvPr/>
          </p:nvGrpSpPr>
          <p:grpSpPr>
            <a:xfrm>
              <a:off x="4132381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150" name="组合 149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152" name="椭圆 151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53" name="椭圆 152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51" name="流程图: 联系 150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solidFill>
                  <a:srgbClr val="714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</p:grpSp>
        <p:sp>
          <p:nvSpPr>
            <p:cNvPr id="19475" name="文本框 148"/>
            <p:cNvSpPr txBox="1"/>
            <p:nvPr/>
          </p:nvSpPr>
          <p:spPr>
            <a:xfrm>
              <a:off x="4247986" y="2048949"/>
              <a:ext cx="526473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altLang="zh-CN" sz="2000" b="1" dirty="0">
                  <a:solidFill>
                    <a:srgbClr val="714383"/>
                  </a:solidFill>
                  <a:latin typeface="方正兰亭超细黑简体" pitchFamily="2" charset="-122"/>
                  <a:ea typeface="方正兰亭超细黑简体" pitchFamily="2" charset="-122"/>
                </a:rPr>
                <a:t>03</a:t>
              </a:r>
              <a:endParaRPr lang="en-US" altLang="zh-CN" sz="2000" b="1" dirty="0">
                <a:solidFill>
                  <a:srgbClr val="714383"/>
                </a:solidFill>
                <a:latin typeface="方正兰亭超细黑简体" pitchFamily="2" charset="-122"/>
                <a:ea typeface="方正兰亭超细黑简体" pitchFamily="2" charset="-122"/>
              </a:endParaRPr>
            </a:p>
          </p:txBody>
        </p:sp>
      </p:grpSp>
      <p:grpSp>
        <p:nvGrpSpPr>
          <p:cNvPr id="16404" name="组合 153"/>
          <p:cNvGrpSpPr/>
          <p:nvPr/>
        </p:nvGrpSpPr>
        <p:grpSpPr>
          <a:xfrm>
            <a:off x="5294313" y="2338388"/>
            <a:ext cx="763587" cy="763587"/>
            <a:chOff x="5617616" y="1872229"/>
            <a:chExt cx="762943" cy="762943"/>
          </a:xfrm>
        </p:grpSpPr>
        <p:grpSp>
          <p:nvGrpSpPr>
            <p:cNvPr id="19477" name="组合 154"/>
            <p:cNvGrpSpPr/>
            <p:nvPr/>
          </p:nvGrpSpPr>
          <p:grpSpPr>
            <a:xfrm>
              <a:off x="5617616" y="1872229"/>
              <a:ext cx="762943" cy="762943"/>
              <a:chOff x="2894659" y="1465288"/>
              <a:chExt cx="1727827" cy="1727827"/>
            </a:xfrm>
          </p:grpSpPr>
          <p:grpSp>
            <p:nvGrpSpPr>
              <p:cNvPr id="157" name="组合 156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159" name="椭圆 158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60" name="椭圆 159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58" name="流程图: 联系 157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solidFill>
                  <a:srgbClr val="E566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</p:grpSp>
        <p:sp>
          <p:nvSpPr>
            <p:cNvPr id="19480" name="文本框 155"/>
            <p:cNvSpPr txBox="1"/>
            <p:nvPr/>
          </p:nvSpPr>
          <p:spPr>
            <a:xfrm>
              <a:off x="5735850" y="2053130"/>
              <a:ext cx="526473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altLang="zh-CN" sz="2000" b="1" dirty="0">
                  <a:solidFill>
                    <a:srgbClr val="E56666"/>
                  </a:solidFill>
                  <a:latin typeface="方正兰亭超细黑简体" pitchFamily="2" charset="-122"/>
                  <a:ea typeface="方正兰亭超细黑简体" pitchFamily="2" charset="-122"/>
                </a:rPr>
                <a:t>04</a:t>
              </a:r>
              <a:endParaRPr lang="zh-CN" altLang="en-US" sz="2000" b="1" dirty="0">
                <a:solidFill>
                  <a:srgbClr val="E56666"/>
                </a:solidFill>
                <a:latin typeface="方正兰亭超细黑简体" pitchFamily="2" charset="-122"/>
                <a:ea typeface="方正兰亭超细黑简体" pitchFamily="2" charset="-122"/>
              </a:endParaRPr>
            </a:p>
          </p:txBody>
        </p:sp>
      </p:grpSp>
      <p:grpSp>
        <p:nvGrpSpPr>
          <p:cNvPr id="16409" name="组合 160"/>
          <p:cNvGrpSpPr/>
          <p:nvPr/>
        </p:nvGrpSpPr>
        <p:grpSpPr>
          <a:xfrm>
            <a:off x="2138363" y="3843338"/>
            <a:ext cx="1106487" cy="830262"/>
            <a:chOff x="1096942" y="3103294"/>
            <a:chExt cx="1107240" cy="830556"/>
          </a:xfrm>
        </p:grpSpPr>
        <p:sp>
          <p:nvSpPr>
            <p:cNvPr id="19482" name="文本框 161"/>
            <p:cNvSpPr txBox="1"/>
            <p:nvPr/>
          </p:nvSpPr>
          <p:spPr>
            <a:xfrm>
              <a:off x="1096942" y="3103294"/>
              <a:ext cx="1085222" cy="8305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600" dirty="0">
                  <a:solidFill>
                    <a:srgbClr val="00B7CA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工作回顾与亮点总结</a:t>
              </a:r>
              <a:endParaRPr lang="zh-CN" altLang="en-US" sz="1600" dirty="0">
                <a:solidFill>
                  <a:srgbClr val="00B7CA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9483" name="文本框 162"/>
            <p:cNvSpPr txBox="1"/>
            <p:nvPr/>
          </p:nvSpPr>
          <p:spPr>
            <a:xfrm>
              <a:off x="1096942" y="3470797"/>
              <a:ext cx="1107240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endParaRPr lang="zh-CN" altLang="en-US" sz="1100" dirty="0">
                <a:solidFill>
                  <a:srgbClr val="80808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6412" name="组合 163"/>
          <p:cNvGrpSpPr/>
          <p:nvPr/>
        </p:nvGrpSpPr>
        <p:grpSpPr>
          <a:xfrm>
            <a:off x="2617788" y="3840163"/>
            <a:ext cx="2133600" cy="630237"/>
            <a:chOff x="2020347" y="3100986"/>
            <a:chExt cx="2133141" cy="630655"/>
          </a:xfrm>
        </p:grpSpPr>
        <p:sp>
          <p:nvSpPr>
            <p:cNvPr id="19485" name="文本框 164"/>
            <p:cNvSpPr txBox="1"/>
            <p:nvPr/>
          </p:nvSpPr>
          <p:spPr>
            <a:xfrm>
              <a:off x="2020347" y="3100986"/>
              <a:ext cx="2133141" cy="3374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600" dirty="0">
                  <a:solidFill>
                    <a:srgbClr val="FFC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价值观认识</a:t>
              </a:r>
              <a:endParaRPr lang="zh-CN" altLang="en-US" sz="1600" dirty="0">
                <a:solidFill>
                  <a:srgbClr val="FFC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9486" name="文本框 165"/>
            <p:cNvSpPr txBox="1"/>
            <p:nvPr/>
          </p:nvSpPr>
          <p:spPr>
            <a:xfrm>
              <a:off x="2504237" y="3470031"/>
              <a:ext cx="1165359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endParaRPr lang="zh-CN" altLang="en-US" sz="1100" dirty="0">
                <a:solidFill>
                  <a:srgbClr val="80808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6415" name="组合 166"/>
          <p:cNvGrpSpPr/>
          <p:nvPr/>
        </p:nvGrpSpPr>
        <p:grpSpPr>
          <a:xfrm>
            <a:off x="3659188" y="3843338"/>
            <a:ext cx="2133600" cy="627062"/>
            <a:chOff x="3444649" y="3104220"/>
            <a:chExt cx="2133141" cy="627421"/>
          </a:xfrm>
        </p:grpSpPr>
        <p:sp>
          <p:nvSpPr>
            <p:cNvPr id="19488" name="文本框 167"/>
            <p:cNvSpPr txBox="1"/>
            <p:nvPr/>
          </p:nvSpPr>
          <p:spPr>
            <a:xfrm>
              <a:off x="3444649" y="3104220"/>
              <a:ext cx="2133141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600" dirty="0">
                  <a:solidFill>
                    <a:srgbClr val="714383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深入思考</a:t>
              </a:r>
              <a:endParaRPr lang="zh-CN" altLang="en-US" sz="1600" dirty="0">
                <a:solidFill>
                  <a:srgbClr val="714383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9489" name="文本框 168"/>
            <p:cNvSpPr txBox="1"/>
            <p:nvPr/>
          </p:nvSpPr>
          <p:spPr>
            <a:xfrm>
              <a:off x="3928539" y="3470031"/>
              <a:ext cx="1165359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endParaRPr lang="zh-CN" altLang="en-US" sz="1100" dirty="0">
                <a:solidFill>
                  <a:srgbClr val="80808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6418" name="组合 169"/>
          <p:cNvGrpSpPr/>
          <p:nvPr/>
        </p:nvGrpSpPr>
        <p:grpSpPr>
          <a:xfrm>
            <a:off x="4683125" y="3840163"/>
            <a:ext cx="2132013" cy="638175"/>
            <a:chOff x="4999811" y="3100203"/>
            <a:chExt cx="2133141" cy="638090"/>
          </a:xfrm>
        </p:grpSpPr>
        <p:sp>
          <p:nvSpPr>
            <p:cNvPr id="19491" name="文本框 170"/>
            <p:cNvSpPr txBox="1"/>
            <p:nvPr/>
          </p:nvSpPr>
          <p:spPr>
            <a:xfrm>
              <a:off x="4999811" y="3100203"/>
              <a:ext cx="2133141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600" dirty="0">
                  <a:solidFill>
                    <a:srgbClr val="E56666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工作规划</a:t>
              </a:r>
              <a:endParaRPr lang="zh-CN" altLang="en-US" sz="1600" dirty="0">
                <a:solidFill>
                  <a:srgbClr val="E5666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9492" name="文本框 171"/>
            <p:cNvSpPr txBox="1"/>
            <p:nvPr/>
          </p:nvSpPr>
          <p:spPr>
            <a:xfrm>
              <a:off x="5491146" y="3476683"/>
              <a:ext cx="1165359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endParaRPr lang="en-US" altLang="zh-CN" sz="1100" dirty="0">
                <a:solidFill>
                  <a:srgbClr val="80808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 rot="1771504">
            <a:off x="2843376" y="2824012"/>
            <a:ext cx="272244" cy="272209"/>
            <a:chOff x="1827622" y="1343919"/>
            <a:chExt cx="2304000" cy="2304000"/>
          </a:xfrm>
        </p:grpSpPr>
        <p:sp>
          <p:nvSpPr>
            <p:cNvPr id="174" name="椭圆 173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5" name="椭圆 174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 rot="1771504">
            <a:off x="3866112" y="2832035"/>
            <a:ext cx="272244" cy="272209"/>
            <a:chOff x="1827622" y="1343919"/>
            <a:chExt cx="2304000" cy="2304000"/>
          </a:xfrm>
        </p:grpSpPr>
        <p:sp>
          <p:nvSpPr>
            <p:cNvPr id="177" name="椭圆 176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8" name="椭圆 177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79" name="组合 178"/>
          <p:cNvGrpSpPr/>
          <p:nvPr/>
        </p:nvGrpSpPr>
        <p:grpSpPr>
          <a:xfrm rot="1771504">
            <a:off x="4902431" y="2812330"/>
            <a:ext cx="272244" cy="272209"/>
            <a:chOff x="1827622" y="1343919"/>
            <a:chExt cx="2304000" cy="2304000"/>
          </a:xfrm>
        </p:grpSpPr>
        <p:sp>
          <p:nvSpPr>
            <p:cNvPr id="180" name="椭圆 179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81" name="椭圆 180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 rot="1771504">
            <a:off x="5892607" y="2830580"/>
            <a:ext cx="272244" cy="272209"/>
            <a:chOff x="1827622" y="1343919"/>
            <a:chExt cx="2304000" cy="2304000"/>
          </a:xfrm>
        </p:grpSpPr>
        <p:sp>
          <p:nvSpPr>
            <p:cNvPr id="183" name="椭圆 182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6425" name="组合 184"/>
          <p:cNvGrpSpPr/>
          <p:nvPr/>
        </p:nvGrpSpPr>
        <p:grpSpPr>
          <a:xfrm>
            <a:off x="6315075" y="2330450"/>
            <a:ext cx="762000" cy="763588"/>
            <a:chOff x="5617616" y="1872229"/>
            <a:chExt cx="762943" cy="762943"/>
          </a:xfrm>
        </p:grpSpPr>
        <p:grpSp>
          <p:nvGrpSpPr>
            <p:cNvPr id="19498" name="组合 185"/>
            <p:cNvGrpSpPr/>
            <p:nvPr/>
          </p:nvGrpSpPr>
          <p:grpSpPr>
            <a:xfrm>
              <a:off x="5617616" y="1872229"/>
              <a:ext cx="762943" cy="762943"/>
              <a:chOff x="2894659" y="1465288"/>
              <a:chExt cx="1727827" cy="1727827"/>
            </a:xfrm>
          </p:grpSpPr>
          <p:grpSp>
            <p:nvGrpSpPr>
              <p:cNvPr id="188" name="组合 187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190" name="椭圆 189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91" name="椭圆 190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 defTabSz="514350" fontAlgn="base"/>
                  <a:endParaRPr lang="zh-CN" altLang="en-US" sz="1050" strike="noStrike" noProof="1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89" name="流程图: 联系 188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trike="noStrike" noProof="1"/>
              </a:p>
            </p:txBody>
          </p:sp>
        </p:grpSp>
        <p:sp>
          <p:nvSpPr>
            <p:cNvPr id="19501" name="文本框 186"/>
            <p:cNvSpPr txBox="1"/>
            <p:nvPr/>
          </p:nvSpPr>
          <p:spPr>
            <a:xfrm>
              <a:off x="5735850" y="2053130"/>
              <a:ext cx="526473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altLang="zh-CN" sz="2000" b="1" dirty="0">
                  <a:solidFill>
                    <a:srgbClr val="00B0F0"/>
                  </a:solidFill>
                  <a:latin typeface="方正兰亭超细黑简体" pitchFamily="2" charset="-122"/>
                  <a:ea typeface="方正兰亭超细黑简体" pitchFamily="2" charset="-122"/>
                </a:rPr>
                <a:t>05</a:t>
              </a:r>
              <a:endParaRPr lang="zh-CN" altLang="en-US" sz="2000" b="1" dirty="0">
                <a:solidFill>
                  <a:srgbClr val="00B0F0"/>
                </a:solidFill>
                <a:latin typeface="方正兰亭超细黑简体" pitchFamily="2" charset="-122"/>
                <a:ea typeface="方正兰亭超细黑简体" pitchFamily="2" charset="-122"/>
              </a:endParaRPr>
            </a:p>
          </p:txBody>
        </p:sp>
      </p:grpSp>
      <p:grpSp>
        <p:nvGrpSpPr>
          <p:cNvPr id="16430" name="组合 191"/>
          <p:cNvGrpSpPr/>
          <p:nvPr/>
        </p:nvGrpSpPr>
        <p:grpSpPr>
          <a:xfrm>
            <a:off x="5629275" y="3838575"/>
            <a:ext cx="2133600" cy="641350"/>
            <a:chOff x="4742001" y="3097028"/>
            <a:chExt cx="2133141" cy="641265"/>
          </a:xfrm>
        </p:grpSpPr>
        <p:sp>
          <p:nvSpPr>
            <p:cNvPr id="19503" name="文本框 192"/>
            <p:cNvSpPr txBox="1"/>
            <p:nvPr/>
          </p:nvSpPr>
          <p:spPr>
            <a:xfrm>
              <a:off x="4742001" y="3097028"/>
              <a:ext cx="2133141" cy="3371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1600" dirty="0">
                  <a:solidFill>
                    <a:srgbClr val="00B0F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结束</a:t>
              </a:r>
              <a:r>
                <a:rPr lang="zh-CN" altLang="en-US" sz="1600" dirty="0">
                  <a:solidFill>
                    <a:srgbClr val="00B0F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语</a:t>
              </a:r>
              <a:endParaRPr lang="zh-CN" altLang="en-US" sz="16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9504" name="文本框 193"/>
            <p:cNvSpPr txBox="1"/>
            <p:nvPr/>
          </p:nvSpPr>
          <p:spPr>
            <a:xfrm>
              <a:off x="5491146" y="3476683"/>
              <a:ext cx="1165359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endParaRPr lang="en-US" altLang="zh-CN" sz="1100" dirty="0">
                <a:solidFill>
                  <a:srgbClr val="80808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95" name="组合 194"/>
          <p:cNvGrpSpPr/>
          <p:nvPr/>
        </p:nvGrpSpPr>
        <p:grpSpPr>
          <a:xfrm rot="1771504">
            <a:off x="6912836" y="2822579"/>
            <a:ext cx="272244" cy="272209"/>
            <a:chOff x="1827622" y="1343919"/>
            <a:chExt cx="2304000" cy="2304000"/>
          </a:xfrm>
        </p:grpSpPr>
        <p:sp>
          <p:nvSpPr>
            <p:cNvPr id="196" name="椭圆 195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97" name="椭圆 196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514350" fontAlgn="base"/>
              <a:endParaRPr lang="zh-CN" altLang="en-US" sz="1050" strike="noStrike" noProof="1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1" name="圆角矩形 1"/>
          <p:cNvSpPr/>
          <p:nvPr/>
        </p:nvSpPr>
        <p:spPr>
          <a:xfrm>
            <a:off x="147522" y="328000"/>
            <a:ext cx="1770458" cy="401597"/>
          </a:xfrm>
          <a:prstGeom prst="roundRect">
            <a:avLst>
              <a:gd name="adj" fmla="val 9976"/>
            </a:avLst>
          </a:prstGeom>
          <a:solidFill>
            <a:srgbClr val="00B7CA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40" strike="noStrike" noProof="1"/>
          </a:p>
        </p:txBody>
      </p:sp>
      <p:grpSp>
        <p:nvGrpSpPr>
          <p:cNvPr id="19507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13" name="椭圆 3"/>
            <p:cNvSpPr/>
            <p:nvPr/>
          </p:nvSpPr>
          <p:spPr>
            <a:xfrm rot="16200000">
              <a:off x="4486609" y="3001072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4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15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16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7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18" name="文本框 8"/>
          <p:cNvSpPr txBox="1"/>
          <p:nvPr/>
        </p:nvSpPr>
        <p:spPr>
          <a:xfrm>
            <a:off x="249238" y="355600"/>
            <a:ext cx="1668463" cy="3429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〇、答辩目录</a:t>
            </a:r>
            <a:endParaRPr lang="zh-CN" altLang="en-US" sz="1640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0"/>
                            </p:stCondLst>
                            <p:childTnLst>
                              <p:par>
                                <p:cTn id="9" presetID="2" presetClass="entr" presetSubtype="2" ac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47320" y="328295"/>
            <a:ext cx="2871470" cy="401320"/>
          </a:xfrm>
          <a:prstGeom prst="roundRect">
            <a:avLst>
              <a:gd name="adj" fmla="val 9976"/>
            </a:avLst>
          </a:prstGeom>
          <a:solidFill>
            <a:srgbClr val="00B7CA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/>
          </a:p>
        </p:txBody>
      </p:sp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60363" y="357188"/>
            <a:ext cx="2697163" cy="34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一、工作回顾与亮点总结</a:t>
            </a:r>
            <a:endParaRPr lang="zh-CN" altLang="en-US" sz="1640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32220" y="1745030"/>
            <a:ext cx="913717" cy="913716"/>
          </a:xfrm>
          <a:prstGeom prst="ellipse">
            <a:avLst/>
          </a:prstGeom>
          <a:gradFill>
            <a:gsLst>
              <a:gs pos="0">
                <a:srgbClr val="0699AC"/>
              </a:gs>
              <a:gs pos="100000">
                <a:srgbClr val="02B3C1"/>
              </a:gs>
            </a:gsLst>
            <a:lin ang="5400000" scaled="1"/>
          </a:gradFill>
          <a:ln w="28575" cap="flat">
            <a:gradFill>
              <a:gsLst>
                <a:gs pos="100000">
                  <a:srgbClr val="0699AC"/>
                </a:gs>
                <a:gs pos="0">
                  <a:srgbClr val="02B3C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70199" tIns="35099" rIns="70199" bIns="35099" numCol="1" anchor="ctr" anchorCtr="1" compatLnSpc="1"/>
          <a:lstStyle/>
          <a:p>
            <a:pPr fontAlgn="base"/>
            <a:r>
              <a:rPr lang="en-US" altLang="zh-CN" sz="1840" strike="noStrike" noProof="1" dirty="0">
                <a:solidFill>
                  <a:schemeClr val="bg1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V7.0</a:t>
            </a:r>
            <a:endParaRPr lang="en-US" altLang="zh-CN" sz="1840" strike="noStrike" noProof="1" dirty="0">
              <a:solidFill>
                <a:schemeClr val="bg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68350" y="2201863"/>
            <a:ext cx="1120775" cy="619125"/>
            <a:chOff x="1001790" y="2546063"/>
            <a:chExt cx="1458881" cy="806081"/>
          </a:xfrm>
        </p:grpSpPr>
        <p:cxnSp>
          <p:nvCxnSpPr>
            <p:cNvPr id="12" name="MH_Other_1"/>
            <p:cNvCxnSpPr/>
            <p:nvPr>
              <p:custDataLst>
                <p:tags r:id="rId2"/>
              </p:custDataLst>
            </p:nvPr>
          </p:nvCxnSpPr>
          <p:spPr>
            <a:xfrm>
              <a:off x="1001790" y="2546063"/>
              <a:ext cx="652799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MH_Other_3"/>
            <p:cNvSpPr/>
            <p:nvPr>
              <p:custDataLst>
                <p:tags r:id="rId3"/>
              </p:custDataLst>
            </p:nvPr>
          </p:nvSpPr>
          <p:spPr bwMode="auto">
            <a:xfrm flipV="1">
              <a:off x="1641967" y="2546063"/>
              <a:ext cx="818704" cy="806081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4" name="MH_SubTitle_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02570" y="1745030"/>
            <a:ext cx="912332" cy="913716"/>
          </a:xfrm>
          <a:prstGeom prst="ellipse">
            <a:avLst/>
          </a:prstGeom>
          <a:gradFill>
            <a:gsLst>
              <a:gs pos="100000">
                <a:srgbClr val="77468A"/>
              </a:gs>
              <a:gs pos="0">
                <a:srgbClr val="633B73"/>
              </a:gs>
            </a:gsLst>
            <a:lin ang="5400000" scaled="1"/>
          </a:gradFill>
          <a:ln w="28575" cap="flat">
            <a:gradFill>
              <a:gsLst>
                <a:gs pos="0">
                  <a:srgbClr val="77468A"/>
                </a:gs>
                <a:gs pos="100000">
                  <a:srgbClr val="633B73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70199" tIns="35099" rIns="70199" bIns="35099" numCol="1" anchor="ctr" anchorCtr="1" compatLnSpc="1"/>
          <a:lstStyle/>
          <a:p>
            <a:pPr fontAlgn="base"/>
            <a:r>
              <a:rPr lang="zh-CN" altLang="en-US" sz="1840" strike="noStrike" noProof="1" dirty="0">
                <a:solidFill>
                  <a:schemeClr val="bg1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项目支持</a:t>
            </a:r>
            <a:endParaRPr lang="zh-CN" altLang="en-US" sz="1840" strike="noStrike" noProof="1" dirty="0">
              <a:solidFill>
                <a:schemeClr val="bg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15" name="MH_SubTitle_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71531" y="1745030"/>
            <a:ext cx="912332" cy="913716"/>
          </a:xfrm>
          <a:prstGeom prst="ellipse">
            <a:avLst/>
          </a:prstGeom>
          <a:gradFill>
            <a:gsLst>
              <a:gs pos="100000">
                <a:srgbClr val="EA8384"/>
              </a:gs>
              <a:gs pos="0">
                <a:srgbClr val="E45C5B"/>
              </a:gs>
            </a:gsLst>
            <a:lin ang="5400000" scaled="1"/>
          </a:gradFill>
          <a:ln w="28575" cap="flat">
            <a:gradFill>
              <a:gsLst>
                <a:gs pos="0">
                  <a:srgbClr val="EA8384"/>
                </a:gs>
                <a:gs pos="100000">
                  <a:srgbClr val="E45C5B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70199" tIns="35099" rIns="70199" bIns="35099" numCol="1" anchor="ctr" anchorCtr="1" compatLnSpc="1"/>
          <a:lstStyle/>
          <a:p>
            <a:pPr fontAlgn="base"/>
            <a:r>
              <a:rPr lang="en-US" altLang="zh-CN" sz="1840" strike="noStrike" noProof="1" dirty="0">
                <a:solidFill>
                  <a:schemeClr val="bg1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V6.x</a:t>
            </a:r>
            <a:endParaRPr lang="en-US" altLang="zh-CN" sz="1840" strike="noStrike" noProof="1" dirty="0">
              <a:solidFill>
                <a:schemeClr val="bg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16" name="MH_SubTitle_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46037" y="1745030"/>
            <a:ext cx="912333" cy="913716"/>
          </a:xfrm>
          <a:prstGeom prst="ellipse">
            <a:avLst/>
          </a:prstGeom>
          <a:gradFill>
            <a:gsLst>
              <a:gs pos="0">
                <a:srgbClr val="FF9A05"/>
              </a:gs>
              <a:gs pos="100000">
                <a:srgbClr val="FFC165"/>
              </a:gs>
            </a:gsLst>
            <a:lin ang="5400000" scaled="1"/>
          </a:gradFill>
          <a:ln w="28575" cap="flat">
            <a:gradFill>
              <a:gsLst>
                <a:gs pos="100000">
                  <a:srgbClr val="FF9A05"/>
                </a:gs>
                <a:gs pos="0">
                  <a:srgbClr val="FFC165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70199" tIns="35099" rIns="70199" bIns="35099" numCol="1" anchor="ctr" anchorCtr="1" compatLnSpc="1"/>
          <a:lstStyle/>
          <a:p>
            <a:pPr fontAlgn="base"/>
            <a:r>
              <a:rPr lang="zh-CN" altLang="en-US" sz="1840" strike="noStrike" noProof="1" dirty="0">
                <a:solidFill>
                  <a:schemeClr val="bg1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问题支持</a:t>
            </a:r>
            <a:endParaRPr lang="zh-CN" altLang="en-US" sz="1840" strike="noStrike" noProof="1" dirty="0">
              <a:solidFill>
                <a:schemeClr val="bg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627688" y="1582738"/>
            <a:ext cx="1873250" cy="1238250"/>
            <a:chOff x="7329618" y="1739983"/>
            <a:chExt cx="2441686" cy="1612161"/>
          </a:xfrm>
        </p:grpSpPr>
        <p:sp>
          <p:nvSpPr>
            <p:cNvPr id="18" name="MH_Other_6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7329618" y="1739983"/>
              <a:ext cx="818704" cy="806080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9" name="MH_Other_8"/>
            <p:cNvCxnSpPr/>
            <p:nvPr>
              <p:custDataLst>
                <p:tags r:id="rId8"/>
              </p:custDataLst>
            </p:nvPr>
          </p:nvCxnSpPr>
          <p:spPr>
            <a:xfrm>
              <a:off x="8135698" y="2546063"/>
              <a:ext cx="825918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MH_Other_10"/>
            <p:cNvSpPr/>
            <p:nvPr>
              <p:custDataLst>
                <p:tags r:id="rId9"/>
              </p:custDataLst>
            </p:nvPr>
          </p:nvSpPr>
          <p:spPr bwMode="auto">
            <a:xfrm flipV="1">
              <a:off x="8952600" y="2546063"/>
              <a:ext cx="818704" cy="806081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500938" y="1582738"/>
            <a:ext cx="1120775" cy="619125"/>
            <a:chOff x="9771304" y="1739983"/>
            <a:chExt cx="1458880" cy="806080"/>
          </a:xfrm>
        </p:grpSpPr>
        <p:sp>
          <p:nvSpPr>
            <p:cNvPr id="22" name="MH_Other_9"/>
            <p:cNvSpPr/>
            <p:nvPr>
              <p:custDataLst>
                <p:tags r:id="rId10"/>
              </p:custDataLst>
            </p:nvPr>
          </p:nvSpPr>
          <p:spPr bwMode="auto">
            <a:xfrm flipH="1">
              <a:off x="9771304" y="1739983"/>
              <a:ext cx="818704" cy="806080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23" name="MH_Other_11"/>
            <p:cNvCxnSpPr/>
            <p:nvPr>
              <p:custDataLst>
                <p:tags r:id="rId11"/>
              </p:custDataLst>
            </p:nvPr>
          </p:nvCxnSpPr>
          <p:spPr>
            <a:xfrm>
              <a:off x="10577385" y="2546063"/>
              <a:ext cx="652799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1889125" y="1582738"/>
            <a:ext cx="1870075" cy="1238250"/>
            <a:chOff x="2460671" y="1739983"/>
            <a:chExt cx="2436276" cy="1612161"/>
          </a:xfrm>
        </p:grpSpPr>
        <p:sp>
          <p:nvSpPr>
            <p:cNvPr id="25" name="MH_Other_2"/>
            <p:cNvSpPr/>
            <p:nvPr>
              <p:custDataLst>
                <p:tags r:id="rId12"/>
              </p:custDataLst>
            </p:nvPr>
          </p:nvSpPr>
          <p:spPr bwMode="auto">
            <a:xfrm flipH="1">
              <a:off x="2460671" y="1739983"/>
              <a:ext cx="818704" cy="806080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6" name="MH_Other_5"/>
            <p:cNvSpPr/>
            <p:nvPr>
              <p:custDataLst>
                <p:tags r:id="rId13"/>
              </p:custDataLst>
            </p:nvPr>
          </p:nvSpPr>
          <p:spPr bwMode="auto">
            <a:xfrm flipV="1">
              <a:off x="4078243" y="2546063"/>
              <a:ext cx="818704" cy="806081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27" name="MH_Other_12"/>
            <p:cNvCxnSpPr/>
            <p:nvPr>
              <p:custDataLst>
                <p:tags r:id="rId14"/>
              </p:custDataLst>
            </p:nvPr>
          </p:nvCxnSpPr>
          <p:spPr>
            <a:xfrm>
              <a:off x="3264949" y="2546063"/>
              <a:ext cx="827720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3759200" y="1582738"/>
            <a:ext cx="1868488" cy="1238250"/>
            <a:chOff x="4896947" y="1739983"/>
            <a:chExt cx="2432670" cy="1612161"/>
          </a:xfrm>
        </p:grpSpPr>
        <p:sp>
          <p:nvSpPr>
            <p:cNvPr id="29" name="MH_Other_4"/>
            <p:cNvSpPr/>
            <p:nvPr>
              <p:custDataLst>
                <p:tags r:id="rId15"/>
              </p:custDataLst>
            </p:nvPr>
          </p:nvSpPr>
          <p:spPr bwMode="auto">
            <a:xfrm flipH="1">
              <a:off x="4896947" y="1739983"/>
              <a:ext cx="818704" cy="806080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0" name="MH_Other_7"/>
            <p:cNvSpPr/>
            <p:nvPr>
              <p:custDataLst>
                <p:tags r:id="rId16"/>
              </p:custDataLst>
            </p:nvPr>
          </p:nvSpPr>
          <p:spPr bwMode="auto">
            <a:xfrm flipV="1">
              <a:off x="6510913" y="2546063"/>
              <a:ext cx="818704" cy="806081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fontAlgn="base"/>
              <a:endParaRPr lang="zh-CN" altLang="en-US" sz="1840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31" name="MH_Other_13"/>
            <p:cNvCxnSpPr/>
            <p:nvPr>
              <p:custDataLst>
                <p:tags r:id="rId17"/>
              </p:custDataLst>
            </p:nvPr>
          </p:nvCxnSpPr>
          <p:spPr>
            <a:xfrm>
              <a:off x="5701225" y="2546063"/>
              <a:ext cx="825918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96"/>
          <p:cNvSpPr txBox="1"/>
          <p:nvPr/>
        </p:nvSpPr>
        <p:spPr>
          <a:xfrm>
            <a:off x="1405890" y="3124200"/>
            <a:ext cx="965200" cy="327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535" noProof="1" dirty="0">
                <a:solidFill>
                  <a:srgbClr val="02B3C1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牛刀小试</a:t>
            </a:r>
            <a:endParaRPr lang="zh-CN" altLang="en-US" sz="1535" noProof="1" dirty="0">
              <a:solidFill>
                <a:srgbClr val="02B3C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36" name="TextBox 98"/>
          <p:cNvSpPr txBox="1"/>
          <p:nvPr/>
        </p:nvSpPr>
        <p:spPr>
          <a:xfrm>
            <a:off x="3352165" y="3124200"/>
            <a:ext cx="965835" cy="327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535" noProof="1" dirty="0">
                <a:solidFill>
                  <a:srgbClr val="77468A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披荆斩棘</a:t>
            </a:r>
            <a:endParaRPr lang="zh-CN" altLang="en-US" sz="1535" noProof="1" dirty="0">
              <a:solidFill>
                <a:srgbClr val="77468A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39" name="TextBox 100"/>
          <p:cNvSpPr txBox="1"/>
          <p:nvPr/>
        </p:nvSpPr>
        <p:spPr>
          <a:xfrm>
            <a:off x="5222240" y="3124200"/>
            <a:ext cx="965200" cy="327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535" noProof="1" dirty="0">
                <a:solidFill>
                  <a:srgbClr val="E45C5B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登堂入室</a:t>
            </a:r>
            <a:endParaRPr lang="zh-CN" altLang="en-US" sz="1535" noProof="1" dirty="0">
              <a:solidFill>
                <a:srgbClr val="E45C5B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42" name="TextBox 102"/>
          <p:cNvSpPr txBox="1"/>
          <p:nvPr/>
        </p:nvSpPr>
        <p:spPr>
          <a:xfrm>
            <a:off x="7168515" y="3124200"/>
            <a:ext cx="965200" cy="327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535" noProof="1" dirty="0">
                <a:solidFill>
                  <a:schemeClr val="accent4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砥砺前行</a:t>
            </a:r>
            <a:endParaRPr lang="zh-CN" altLang="en-US" sz="1535" noProof="1" dirty="0">
              <a:solidFill>
                <a:schemeClr val="accent4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ac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3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3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/>
      <p:bldP spid="10" grpId="0" bldLvl="0" animBg="1"/>
      <p:bldP spid="14" grpId="0" bldLvl="0" animBg="1"/>
      <p:bldP spid="15" grpId="0" bldLvl="0" animBg="1"/>
      <p:bldP spid="1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09" y="3001072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23557" name="组合 9"/>
          <p:cNvGrpSpPr/>
          <p:nvPr/>
        </p:nvGrpSpPr>
        <p:grpSpPr>
          <a:xfrm>
            <a:off x="3879850" y="2422525"/>
            <a:ext cx="1614488" cy="2486025"/>
            <a:chOff x="5044281" y="2143125"/>
            <a:chExt cx="2103438" cy="3239106"/>
          </a:xfrm>
        </p:grpSpPr>
        <p:sp>
          <p:nvSpPr>
            <p:cNvPr id="11" name="任意多边形 10"/>
            <p:cNvSpPr/>
            <p:nvPr/>
          </p:nvSpPr>
          <p:spPr>
            <a:xfrm>
              <a:off x="5117186" y="2143125"/>
              <a:ext cx="1957628" cy="685800"/>
            </a:xfrm>
            <a:custGeom>
              <a:avLst/>
              <a:gdLst>
                <a:gd name="connsiteX0" fmla="*/ 978814 w 1957628"/>
                <a:gd name="connsiteY0" fmla="*/ 0 h 685800"/>
                <a:gd name="connsiteX1" fmla="*/ 1950809 w 1957628"/>
                <a:gd name="connsiteY1" fmla="*/ 663189 h 685800"/>
                <a:gd name="connsiteX2" fmla="*/ 1957628 w 1957628"/>
                <a:gd name="connsiteY2" fmla="*/ 685800 h 685800"/>
                <a:gd name="connsiteX3" fmla="*/ 0 w 1957628"/>
                <a:gd name="connsiteY3" fmla="*/ 685800 h 685800"/>
                <a:gd name="connsiteX4" fmla="*/ 6819 w 1957628"/>
                <a:gd name="connsiteY4" fmla="*/ 663189 h 685800"/>
                <a:gd name="connsiteX5" fmla="*/ 978814 w 1957628"/>
                <a:gd name="connsiteY5" fmla="*/ 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7628" h="685800">
                  <a:moveTo>
                    <a:pt x="978814" y="0"/>
                  </a:moveTo>
                  <a:cubicBezTo>
                    <a:pt x="1415766" y="0"/>
                    <a:pt x="1790668" y="273461"/>
                    <a:pt x="1950809" y="663189"/>
                  </a:cubicBezTo>
                  <a:lnTo>
                    <a:pt x="1957628" y="685800"/>
                  </a:lnTo>
                  <a:lnTo>
                    <a:pt x="0" y="685800"/>
                  </a:lnTo>
                  <a:lnTo>
                    <a:pt x="6819" y="663189"/>
                  </a:lnTo>
                  <a:cubicBezTo>
                    <a:pt x="166961" y="273461"/>
                    <a:pt x="541863" y="0"/>
                    <a:pt x="978814" y="0"/>
                  </a:cubicBezTo>
                  <a:close/>
                </a:path>
              </a:pathLst>
            </a:custGeom>
            <a:gradFill>
              <a:gsLst>
                <a:gs pos="50000">
                  <a:srgbClr val="FFA521"/>
                </a:gs>
                <a:gs pos="50000">
                  <a:srgbClr val="FFB850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5044281" y="2921000"/>
              <a:ext cx="2103438" cy="711200"/>
            </a:xfrm>
            <a:custGeom>
              <a:avLst/>
              <a:gdLst>
                <a:gd name="connsiteX0" fmla="*/ 30985 w 2103438"/>
                <a:gd name="connsiteY0" fmla="*/ 0 h 711200"/>
                <a:gd name="connsiteX1" fmla="*/ 2072453 w 2103438"/>
                <a:gd name="connsiteY1" fmla="*/ 0 h 711200"/>
                <a:gd name="connsiteX2" fmla="*/ 2082071 w 2103438"/>
                <a:gd name="connsiteY2" fmla="*/ 31989 h 711200"/>
                <a:gd name="connsiteX3" fmla="*/ 2103438 w 2103438"/>
                <a:gd name="connsiteY3" fmla="*/ 250825 h 711200"/>
                <a:gd name="connsiteX4" fmla="*/ 2020789 w 2103438"/>
                <a:gd name="connsiteY4" fmla="*/ 673487 h 711200"/>
                <a:gd name="connsiteX5" fmla="*/ 2000962 w 2103438"/>
                <a:gd name="connsiteY5" fmla="*/ 711200 h 711200"/>
                <a:gd name="connsiteX6" fmla="*/ 102476 w 2103438"/>
                <a:gd name="connsiteY6" fmla="*/ 711200 h 711200"/>
                <a:gd name="connsiteX7" fmla="*/ 82650 w 2103438"/>
                <a:gd name="connsiteY7" fmla="*/ 673487 h 711200"/>
                <a:gd name="connsiteX8" fmla="*/ 0 w 2103438"/>
                <a:gd name="connsiteY8" fmla="*/ 250825 h 711200"/>
                <a:gd name="connsiteX9" fmla="*/ 21368 w 2103438"/>
                <a:gd name="connsiteY9" fmla="*/ 31989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03438" h="711200">
                  <a:moveTo>
                    <a:pt x="30985" y="0"/>
                  </a:moveTo>
                  <a:lnTo>
                    <a:pt x="2072453" y="0"/>
                  </a:lnTo>
                  <a:lnTo>
                    <a:pt x="2082071" y="31989"/>
                  </a:lnTo>
                  <a:cubicBezTo>
                    <a:pt x="2096081" y="102675"/>
                    <a:pt x="2103438" y="175863"/>
                    <a:pt x="2103438" y="250825"/>
                  </a:cubicBezTo>
                  <a:cubicBezTo>
                    <a:pt x="2103438" y="400750"/>
                    <a:pt x="2074009" y="543578"/>
                    <a:pt x="2020789" y="673487"/>
                  </a:cubicBezTo>
                  <a:lnTo>
                    <a:pt x="2000962" y="711200"/>
                  </a:lnTo>
                  <a:lnTo>
                    <a:pt x="102476" y="711200"/>
                  </a:lnTo>
                  <a:lnTo>
                    <a:pt x="82650" y="673487"/>
                  </a:lnTo>
                  <a:cubicBezTo>
                    <a:pt x="29430" y="543578"/>
                    <a:pt x="0" y="400750"/>
                    <a:pt x="0" y="250825"/>
                  </a:cubicBezTo>
                  <a:cubicBezTo>
                    <a:pt x="0" y="175863"/>
                    <a:pt x="7358" y="102675"/>
                    <a:pt x="21368" y="31989"/>
                  </a:cubicBezTo>
                  <a:close/>
                </a:path>
              </a:pathLst>
            </a:custGeom>
            <a:gradFill>
              <a:gsLst>
                <a:gs pos="50000">
                  <a:srgbClr val="0192A1"/>
                </a:gs>
                <a:gs pos="50000">
                  <a:srgbClr val="01ACB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  <p:sp>
          <p:nvSpPr>
            <p:cNvPr id="13" name="梯形 20"/>
            <p:cNvSpPr/>
            <p:nvPr/>
          </p:nvSpPr>
          <p:spPr>
            <a:xfrm flipV="1">
              <a:off x="5178425" y="3711573"/>
              <a:ext cx="1835150" cy="708026"/>
            </a:xfrm>
            <a:custGeom>
              <a:avLst/>
              <a:gdLst>
                <a:gd name="connsiteX0" fmla="*/ 0 w 1803400"/>
                <a:gd name="connsiteY0" fmla="*/ 701676 h 701676"/>
                <a:gd name="connsiteX1" fmla="*/ 175419 w 1803400"/>
                <a:gd name="connsiteY1" fmla="*/ 0 h 701676"/>
                <a:gd name="connsiteX2" fmla="*/ 1627981 w 1803400"/>
                <a:gd name="connsiteY2" fmla="*/ 0 h 701676"/>
                <a:gd name="connsiteX3" fmla="*/ 1803400 w 1803400"/>
                <a:gd name="connsiteY3" fmla="*/ 701676 h 701676"/>
                <a:gd name="connsiteX4" fmla="*/ 0 w 1803400"/>
                <a:gd name="connsiteY4" fmla="*/ 701676 h 701676"/>
                <a:gd name="connsiteX0-1" fmla="*/ 0 w 1803400"/>
                <a:gd name="connsiteY0-2" fmla="*/ 701676 h 701676"/>
                <a:gd name="connsiteX1-3" fmla="*/ 384969 w 1803400"/>
                <a:gd name="connsiteY1-4" fmla="*/ 0 h 701676"/>
                <a:gd name="connsiteX2-5" fmla="*/ 1627981 w 1803400"/>
                <a:gd name="connsiteY2-6" fmla="*/ 0 h 701676"/>
                <a:gd name="connsiteX3-7" fmla="*/ 1803400 w 1803400"/>
                <a:gd name="connsiteY3-8" fmla="*/ 701676 h 701676"/>
                <a:gd name="connsiteX4-9" fmla="*/ 0 w 1803400"/>
                <a:gd name="connsiteY4-10" fmla="*/ 701676 h 701676"/>
                <a:gd name="connsiteX0-11" fmla="*/ 0 w 1803400"/>
                <a:gd name="connsiteY0-12" fmla="*/ 701676 h 701676"/>
                <a:gd name="connsiteX1-13" fmla="*/ 384969 w 1803400"/>
                <a:gd name="connsiteY1-14" fmla="*/ 0 h 701676"/>
                <a:gd name="connsiteX2-15" fmla="*/ 1627981 w 1803400"/>
                <a:gd name="connsiteY2-16" fmla="*/ 0 h 701676"/>
                <a:gd name="connsiteX3-17" fmla="*/ 1803400 w 1803400"/>
                <a:gd name="connsiteY3-18" fmla="*/ 701676 h 701676"/>
                <a:gd name="connsiteX4-19" fmla="*/ 0 w 1803400"/>
                <a:gd name="connsiteY4-20" fmla="*/ 701676 h 701676"/>
                <a:gd name="connsiteX0-21" fmla="*/ 0 w 1803400"/>
                <a:gd name="connsiteY0-22" fmla="*/ 701676 h 701676"/>
                <a:gd name="connsiteX1-23" fmla="*/ 384969 w 1803400"/>
                <a:gd name="connsiteY1-24" fmla="*/ 0 h 701676"/>
                <a:gd name="connsiteX2-25" fmla="*/ 1627981 w 1803400"/>
                <a:gd name="connsiteY2-26" fmla="*/ 0 h 701676"/>
                <a:gd name="connsiteX3-27" fmla="*/ 1803400 w 1803400"/>
                <a:gd name="connsiteY3-28" fmla="*/ 701676 h 701676"/>
                <a:gd name="connsiteX4-29" fmla="*/ 0 w 1803400"/>
                <a:gd name="connsiteY4-30" fmla="*/ 701676 h 701676"/>
                <a:gd name="connsiteX0-31" fmla="*/ 0 w 1803400"/>
                <a:gd name="connsiteY0-32" fmla="*/ 701676 h 701676"/>
                <a:gd name="connsiteX1-33" fmla="*/ 384969 w 1803400"/>
                <a:gd name="connsiteY1-34" fmla="*/ 0 h 701676"/>
                <a:gd name="connsiteX2-35" fmla="*/ 1627981 w 1803400"/>
                <a:gd name="connsiteY2-36" fmla="*/ 0 h 701676"/>
                <a:gd name="connsiteX3-37" fmla="*/ 1803400 w 1803400"/>
                <a:gd name="connsiteY3-38" fmla="*/ 701676 h 701676"/>
                <a:gd name="connsiteX4-39" fmla="*/ 0 w 1803400"/>
                <a:gd name="connsiteY4-40" fmla="*/ 701676 h 701676"/>
                <a:gd name="connsiteX0-41" fmla="*/ 0 w 1803400"/>
                <a:gd name="connsiteY0-42" fmla="*/ 708026 h 708026"/>
                <a:gd name="connsiteX1-43" fmla="*/ 384969 w 1803400"/>
                <a:gd name="connsiteY1-44" fmla="*/ 6350 h 708026"/>
                <a:gd name="connsiteX2-45" fmla="*/ 1443831 w 1803400"/>
                <a:gd name="connsiteY2-46" fmla="*/ 0 h 708026"/>
                <a:gd name="connsiteX3-47" fmla="*/ 1803400 w 1803400"/>
                <a:gd name="connsiteY3-48" fmla="*/ 708026 h 708026"/>
                <a:gd name="connsiteX4-49" fmla="*/ 0 w 1803400"/>
                <a:gd name="connsiteY4-50" fmla="*/ 708026 h 708026"/>
                <a:gd name="connsiteX0-51" fmla="*/ 0 w 1803400"/>
                <a:gd name="connsiteY0-52" fmla="*/ 708026 h 708026"/>
                <a:gd name="connsiteX1-53" fmla="*/ 384969 w 1803400"/>
                <a:gd name="connsiteY1-54" fmla="*/ 6350 h 708026"/>
                <a:gd name="connsiteX2-55" fmla="*/ 1443831 w 1803400"/>
                <a:gd name="connsiteY2-56" fmla="*/ 0 h 708026"/>
                <a:gd name="connsiteX3-57" fmla="*/ 1803400 w 1803400"/>
                <a:gd name="connsiteY3-58" fmla="*/ 708026 h 708026"/>
                <a:gd name="connsiteX4-59" fmla="*/ 0 w 1803400"/>
                <a:gd name="connsiteY4-60" fmla="*/ 708026 h 708026"/>
                <a:gd name="connsiteX0-61" fmla="*/ 0 w 1803400"/>
                <a:gd name="connsiteY0-62" fmla="*/ 708026 h 708026"/>
                <a:gd name="connsiteX1-63" fmla="*/ 384969 w 1803400"/>
                <a:gd name="connsiteY1-64" fmla="*/ 6350 h 708026"/>
                <a:gd name="connsiteX2-65" fmla="*/ 1443831 w 1803400"/>
                <a:gd name="connsiteY2-66" fmla="*/ 0 h 708026"/>
                <a:gd name="connsiteX3-67" fmla="*/ 1803400 w 1803400"/>
                <a:gd name="connsiteY3-68" fmla="*/ 708026 h 708026"/>
                <a:gd name="connsiteX4-69" fmla="*/ 0 w 1803400"/>
                <a:gd name="connsiteY4-70" fmla="*/ 708026 h 708026"/>
                <a:gd name="connsiteX0-71" fmla="*/ 0 w 1835150"/>
                <a:gd name="connsiteY0-72" fmla="*/ 708026 h 708026"/>
                <a:gd name="connsiteX1-73" fmla="*/ 384969 w 1835150"/>
                <a:gd name="connsiteY1-74" fmla="*/ 6350 h 708026"/>
                <a:gd name="connsiteX2-75" fmla="*/ 1443831 w 1835150"/>
                <a:gd name="connsiteY2-76" fmla="*/ 0 h 708026"/>
                <a:gd name="connsiteX3-77" fmla="*/ 1835150 w 1835150"/>
                <a:gd name="connsiteY3-78" fmla="*/ 708026 h 708026"/>
                <a:gd name="connsiteX4-79" fmla="*/ 0 w 1835150"/>
                <a:gd name="connsiteY4-80" fmla="*/ 708026 h 70802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35150" h="708026">
                  <a:moveTo>
                    <a:pt x="0" y="708026"/>
                  </a:moveTo>
                  <a:cubicBezTo>
                    <a:pt x="160073" y="467784"/>
                    <a:pt x="377296" y="252942"/>
                    <a:pt x="384969" y="6350"/>
                  </a:cubicBezTo>
                  <a:lnTo>
                    <a:pt x="1443831" y="0"/>
                  </a:lnTo>
                  <a:cubicBezTo>
                    <a:pt x="1449387" y="191559"/>
                    <a:pt x="1670844" y="478367"/>
                    <a:pt x="1835150" y="708026"/>
                  </a:cubicBezTo>
                  <a:lnTo>
                    <a:pt x="0" y="708026"/>
                  </a:lnTo>
                  <a:close/>
                </a:path>
              </a:pathLst>
            </a:custGeom>
            <a:gradFill>
              <a:gsLst>
                <a:gs pos="50000">
                  <a:srgbClr val="E24C4C"/>
                </a:gs>
                <a:gs pos="50000">
                  <a:srgbClr val="E8707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5569744" y="4462463"/>
              <a:ext cx="1052512" cy="139541"/>
            </a:xfrm>
            <a:prstGeom prst="roundRect">
              <a:avLst>
                <a:gd name="adj" fmla="val 50000"/>
              </a:avLst>
            </a:prstGeom>
            <a:gradFill>
              <a:gsLst>
                <a:gs pos="50000">
                  <a:srgbClr val="593268"/>
                </a:gs>
                <a:gs pos="50000">
                  <a:srgbClr val="7B469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569744" y="4667250"/>
              <a:ext cx="1052512" cy="139541"/>
            </a:xfrm>
            <a:prstGeom prst="roundRect">
              <a:avLst>
                <a:gd name="adj" fmla="val 50000"/>
              </a:avLst>
            </a:prstGeom>
            <a:gradFill>
              <a:gsLst>
                <a:gs pos="50000">
                  <a:srgbClr val="593268"/>
                </a:gs>
                <a:gs pos="50000">
                  <a:srgbClr val="7B4690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569744" y="4864894"/>
              <a:ext cx="1052512" cy="139541"/>
            </a:xfrm>
            <a:prstGeom prst="roundRect">
              <a:avLst>
                <a:gd name="adj" fmla="val 50000"/>
              </a:avLst>
            </a:prstGeom>
            <a:gradFill>
              <a:gsLst>
                <a:gs pos="50000">
                  <a:srgbClr val="593268"/>
                </a:gs>
                <a:gs pos="50000">
                  <a:srgbClr val="7B4690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5693569" y="5057775"/>
              <a:ext cx="804863" cy="324456"/>
            </a:xfrm>
            <a:custGeom>
              <a:avLst/>
              <a:gdLst>
                <a:gd name="connsiteX0" fmla="*/ 58777 w 804863"/>
                <a:gd name="connsiteY0" fmla="*/ 0 h 324456"/>
                <a:gd name="connsiteX1" fmla="*/ 746086 w 804863"/>
                <a:gd name="connsiteY1" fmla="*/ 0 h 324456"/>
                <a:gd name="connsiteX2" fmla="*/ 804863 w 804863"/>
                <a:gd name="connsiteY2" fmla="*/ 58777 h 324456"/>
                <a:gd name="connsiteX3" fmla="*/ 804862 w 804863"/>
                <a:gd name="connsiteY3" fmla="*/ 58777 h 324456"/>
                <a:gd name="connsiteX4" fmla="*/ 746085 w 804863"/>
                <a:gd name="connsiteY4" fmla="*/ 117554 h 324456"/>
                <a:gd name="connsiteX5" fmla="*/ 681293 w 804863"/>
                <a:gd name="connsiteY5" fmla="*/ 117554 h 324456"/>
                <a:gd name="connsiteX6" fmla="*/ 478631 w 804863"/>
                <a:gd name="connsiteY6" fmla="*/ 239867 h 324456"/>
                <a:gd name="connsiteX7" fmla="*/ 478631 w 804863"/>
                <a:gd name="connsiteY7" fmla="*/ 293946 h 324456"/>
                <a:gd name="connsiteX8" fmla="*/ 454235 w 804863"/>
                <a:gd name="connsiteY8" fmla="*/ 293946 h 324456"/>
                <a:gd name="connsiteX9" fmla="*/ 454235 w 804863"/>
                <a:gd name="connsiteY9" fmla="*/ 324456 h 324456"/>
                <a:gd name="connsiteX10" fmla="*/ 364914 w 804863"/>
                <a:gd name="connsiteY10" fmla="*/ 324456 h 324456"/>
                <a:gd name="connsiteX11" fmla="*/ 364914 w 804863"/>
                <a:gd name="connsiteY11" fmla="*/ 293946 h 324456"/>
                <a:gd name="connsiteX12" fmla="*/ 330994 w 804863"/>
                <a:gd name="connsiteY12" fmla="*/ 293946 h 324456"/>
                <a:gd name="connsiteX13" fmla="*/ 330994 w 804863"/>
                <a:gd name="connsiteY13" fmla="*/ 235744 h 324456"/>
                <a:gd name="connsiteX14" fmla="*/ 333685 w 804863"/>
                <a:gd name="connsiteY14" fmla="*/ 235744 h 324456"/>
                <a:gd name="connsiteX15" fmla="*/ 137852 w 804863"/>
                <a:gd name="connsiteY15" fmla="*/ 117553 h 324456"/>
                <a:gd name="connsiteX16" fmla="*/ 58777 w 804863"/>
                <a:gd name="connsiteY16" fmla="*/ 117553 h 324456"/>
                <a:gd name="connsiteX17" fmla="*/ 17215 w 804863"/>
                <a:gd name="connsiteY17" fmla="*/ 100338 h 324456"/>
                <a:gd name="connsiteX18" fmla="*/ 0 w 804863"/>
                <a:gd name="connsiteY18" fmla="*/ 58776 h 324456"/>
                <a:gd name="connsiteX19" fmla="*/ 17215 w 804863"/>
                <a:gd name="connsiteY19" fmla="*/ 17215 h 324456"/>
                <a:gd name="connsiteX20" fmla="*/ 58777 w 804863"/>
                <a:gd name="connsiteY20" fmla="*/ 0 h 324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4863" h="324456">
                  <a:moveTo>
                    <a:pt x="58777" y="0"/>
                  </a:moveTo>
                  <a:lnTo>
                    <a:pt x="746086" y="0"/>
                  </a:lnTo>
                  <a:cubicBezTo>
                    <a:pt x="778548" y="0"/>
                    <a:pt x="804863" y="26315"/>
                    <a:pt x="804863" y="58777"/>
                  </a:cubicBezTo>
                  <a:lnTo>
                    <a:pt x="804862" y="58777"/>
                  </a:lnTo>
                  <a:cubicBezTo>
                    <a:pt x="804862" y="91239"/>
                    <a:pt x="778547" y="117554"/>
                    <a:pt x="746085" y="117554"/>
                  </a:cubicBezTo>
                  <a:lnTo>
                    <a:pt x="681293" y="117554"/>
                  </a:lnTo>
                  <a:lnTo>
                    <a:pt x="478631" y="239867"/>
                  </a:lnTo>
                  <a:lnTo>
                    <a:pt x="478631" y="293946"/>
                  </a:lnTo>
                  <a:lnTo>
                    <a:pt x="454235" y="293946"/>
                  </a:lnTo>
                  <a:lnTo>
                    <a:pt x="454235" y="324456"/>
                  </a:lnTo>
                  <a:lnTo>
                    <a:pt x="364914" y="324456"/>
                  </a:lnTo>
                  <a:lnTo>
                    <a:pt x="364914" y="293946"/>
                  </a:lnTo>
                  <a:lnTo>
                    <a:pt x="330994" y="293946"/>
                  </a:lnTo>
                  <a:lnTo>
                    <a:pt x="330994" y="235744"/>
                  </a:lnTo>
                  <a:lnTo>
                    <a:pt x="333685" y="235744"/>
                  </a:lnTo>
                  <a:lnTo>
                    <a:pt x="137852" y="117553"/>
                  </a:lnTo>
                  <a:lnTo>
                    <a:pt x="58777" y="117553"/>
                  </a:lnTo>
                  <a:cubicBezTo>
                    <a:pt x="42546" y="117553"/>
                    <a:pt x="27852" y="110974"/>
                    <a:pt x="17215" y="100338"/>
                  </a:cubicBezTo>
                  <a:lnTo>
                    <a:pt x="0" y="58776"/>
                  </a:lnTo>
                  <a:lnTo>
                    <a:pt x="17215" y="17215"/>
                  </a:lnTo>
                  <a:cubicBezTo>
                    <a:pt x="27852" y="6579"/>
                    <a:pt x="42546" y="0"/>
                    <a:pt x="58777" y="0"/>
                  </a:cubicBezTo>
                  <a:close/>
                </a:path>
              </a:pathLst>
            </a:custGeom>
            <a:gradFill>
              <a:gsLst>
                <a:gs pos="50000">
                  <a:srgbClr val="593268"/>
                </a:gs>
                <a:gs pos="50000">
                  <a:srgbClr val="7B4690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/>
            </a:p>
          </p:txBody>
        </p:sp>
      </p:grpSp>
      <p:sp>
        <p:nvSpPr>
          <p:cNvPr id="19" name="椭圆 18"/>
          <p:cNvSpPr/>
          <p:nvPr/>
        </p:nvSpPr>
        <p:spPr>
          <a:xfrm>
            <a:off x="3020375" y="3090180"/>
            <a:ext cx="486806" cy="486806"/>
          </a:xfrm>
          <a:prstGeom prst="ellipse">
            <a:avLst/>
          </a:prstGeom>
          <a:gradFill>
            <a:gsLst>
              <a:gs pos="0">
                <a:srgbClr val="D3D3D3"/>
              </a:gs>
              <a:gs pos="100000">
                <a:srgbClr val="F7F7F7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443860" y="1666692"/>
            <a:ext cx="486806" cy="486806"/>
          </a:xfrm>
          <a:prstGeom prst="ellipse">
            <a:avLst/>
          </a:prstGeom>
          <a:gradFill>
            <a:gsLst>
              <a:gs pos="0">
                <a:srgbClr val="D3D3D3"/>
              </a:gs>
              <a:gs pos="100000">
                <a:srgbClr val="F7F7F7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867342" y="3090180"/>
            <a:ext cx="486806" cy="486806"/>
          </a:xfrm>
          <a:prstGeom prst="ellipse">
            <a:avLst/>
          </a:prstGeom>
          <a:gradFill>
            <a:gsLst>
              <a:gs pos="0">
                <a:srgbClr val="D3D3D3"/>
              </a:gs>
              <a:gs pos="100000">
                <a:srgbClr val="F7F7F7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55398" y="3247390"/>
            <a:ext cx="1833563" cy="279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30" noProof="1" dirty="0">
                <a:solidFill>
                  <a:srgbClr val="EA8384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在项目迭代中优化实践</a:t>
            </a:r>
            <a:endParaRPr lang="zh-CN" altLang="en-US" sz="1230" noProof="1" dirty="0">
              <a:solidFill>
                <a:srgbClr val="EA8384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27723" y="3227705"/>
            <a:ext cx="2166938" cy="279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30" noProof="1" dirty="0">
                <a:solidFill>
                  <a:srgbClr val="E45C5B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在处理客户问题中积累沉淀</a:t>
            </a:r>
            <a:endParaRPr lang="zh-CN" altLang="en-US" sz="1230" noProof="1" dirty="0">
              <a:solidFill>
                <a:srgbClr val="E45C5B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57" name="Group 18"/>
          <p:cNvGrpSpPr>
            <a:grpSpLocks noChangeAspect="1"/>
          </p:cNvGrpSpPr>
          <p:nvPr/>
        </p:nvGrpSpPr>
        <p:grpSpPr bwMode="auto">
          <a:xfrm>
            <a:off x="5982977" y="3200509"/>
            <a:ext cx="289447" cy="269708"/>
            <a:chOff x="3802" y="2858"/>
            <a:chExt cx="616" cy="574"/>
          </a:xfrm>
          <a:solidFill>
            <a:srgbClr val="E24C4C"/>
          </a:solidFill>
        </p:grpSpPr>
        <p:sp>
          <p:nvSpPr>
            <p:cNvPr id="58" name="Rectangle 19"/>
            <p:cNvSpPr>
              <a:spLocks noChangeArrowheads="1"/>
            </p:cNvSpPr>
            <p:nvPr/>
          </p:nvSpPr>
          <p:spPr bwMode="auto">
            <a:xfrm>
              <a:off x="3802" y="3205"/>
              <a:ext cx="129" cy="2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59" name="Rectangle 20"/>
            <p:cNvSpPr>
              <a:spLocks noChangeArrowheads="1"/>
            </p:cNvSpPr>
            <p:nvPr/>
          </p:nvSpPr>
          <p:spPr bwMode="auto">
            <a:xfrm>
              <a:off x="3964" y="3174"/>
              <a:ext cx="129" cy="2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60" name="Rectangle 21"/>
            <p:cNvSpPr>
              <a:spLocks noChangeArrowheads="1"/>
            </p:cNvSpPr>
            <p:nvPr/>
          </p:nvSpPr>
          <p:spPr bwMode="auto">
            <a:xfrm>
              <a:off x="4129" y="3131"/>
              <a:ext cx="129" cy="3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61" name="Rectangle 22"/>
            <p:cNvSpPr>
              <a:spLocks noChangeArrowheads="1"/>
            </p:cNvSpPr>
            <p:nvPr/>
          </p:nvSpPr>
          <p:spPr bwMode="auto">
            <a:xfrm>
              <a:off x="4289" y="3078"/>
              <a:ext cx="129" cy="3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62" name="Freeform 23"/>
            <p:cNvSpPr/>
            <p:nvPr/>
          </p:nvSpPr>
          <p:spPr bwMode="auto">
            <a:xfrm>
              <a:off x="3888" y="2858"/>
              <a:ext cx="370" cy="270"/>
            </a:xfrm>
            <a:custGeom>
              <a:avLst/>
              <a:gdLst>
                <a:gd name="T0" fmla="*/ 94 w 155"/>
                <a:gd name="T1" fmla="*/ 21 h 113"/>
                <a:gd name="T2" fmla="*/ 0 w 155"/>
                <a:gd name="T3" fmla="*/ 72 h 113"/>
                <a:gd name="T4" fmla="*/ 114 w 155"/>
                <a:gd name="T5" fmla="*/ 63 h 113"/>
                <a:gd name="T6" fmla="*/ 122 w 155"/>
                <a:gd name="T7" fmla="*/ 82 h 113"/>
                <a:gd name="T8" fmla="*/ 155 w 155"/>
                <a:gd name="T9" fmla="*/ 0 h 113"/>
                <a:gd name="T10" fmla="*/ 85 w 155"/>
                <a:gd name="T11" fmla="*/ 2 h 113"/>
                <a:gd name="T12" fmla="*/ 94 w 155"/>
                <a:gd name="T13" fmla="*/ 2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5" h="113">
                  <a:moveTo>
                    <a:pt x="94" y="21"/>
                  </a:moveTo>
                  <a:cubicBezTo>
                    <a:pt x="85" y="33"/>
                    <a:pt x="53" y="68"/>
                    <a:pt x="0" y="72"/>
                  </a:cubicBezTo>
                  <a:cubicBezTo>
                    <a:pt x="0" y="72"/>
                    <a:pt x="31" y="113"/>
                    <a:pt x="114" y="63"/>
                  </a:cubicBezTo>
                  <a:cubicBezTo>
                    <a:pt x="122" y="82"/>
                    <a:pt x="122" y="82"/>
                    <a:pt x="122" y="8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85" y="2"/>
                    <a:pt x="85" y="2"/>
                    <a:pt x="85" y="2"/>
                  </a:cubicBezTo>
                  <a:lnTo>
                    <a:pt x="94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124802" y="3202415"/>
            <a:ext cx="240520" cy="261741"/>
            <a:chOff x="4873626" y="1965325"/>
            <a:chExt cx="269876" cy="293688"/>
          </a:xfrm>
          <a:solidFill>
            <a:srgbClr val="E87071"/>
          </a:solidFill>
        </p:grpSpPr>
        <p:sp>
          <p:nvSpPr>
            <p:cNvPr id="81" name="Freeform 502"/>
            <p:cNvSpPr/>
            <p:nvPr/>
          </p:nvSpPr>
          <p:spPr bwMode="auto">
            <a:xfrm>
              <a:off x="4873626" y="2127250"/>
              <a:ext cx="112713" cy="131763"/>
            </a:xfrm>
            <a:custGeom>
              <a:avLst/>
              <a:gdLst>
                <a:gd name="T0" fmla="*/ 2 w 30"/>
                <a:gd name="T1" fmla="*/ 0 h 35"/>
                <a:gd name="T2" fmla="*/ 28 w 30"/>
                <a:gd name="T3" fmla="*/ 0 h 35"/>
                <a:gd name="T4" fmla="*/ 30 w 30"/>
                <a:gd name="T5" fmla="*/ 1 h 35"/>
                <a:gd name="T6" fmla="*/ 28 w 30"/>
                <a:gd name="T7" fmla="*/ 3 h 35"/>
                <a:gd name="T8" fmla="*/ 3 w 30"/>
                <a:gd name="T9" fmla="*/ 3 h 35"/>
                <a:gd name="T10" fmla="*/ 3 w 30"/>
                <a:gd name="T11" fmla="*/ 33 h 35"/>
                <a:gd name="T12" fmla="*/ 2 w 30"/>
                <a:gd name="T13" fmla="*/ 35 h 35"/>
                <a:gd name="T14" fmla="*/ 0 w 30"/>
                <a:gd name="T15" fmla="*/ 33 h 35"/>
                <a:gd name="T16" fmla="*/ 0 w 30"/>
                <a:gd name="T17" fmla="*/ 1 h 35"/>
                <a:gd name="T18" fmla="*/ 2 w 30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35">
                  <a:moveTo>
                    <a:pt x="2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0" y="1"/>
                    <a:pt x="30" y="1"/>
                  </a:cubicBezTo>
                  <a:cubicBezTo>
                    <a:pt x="30" y="2"/>
                    <a:pt x="29" y="3"/>
                    <a:pt x="28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1" y="35"/>
                    <a:pt x="0" y="34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82" name="Freeform 503"/>
            <p:cNvSpPr/>
            <p:nvPr/>
          </p:nvSpPr>
          <p:spPr bwMode="auto">
            <a:xfrm>
              <a:off x="4884739" y="1973263"/>
              <a:ext cx="41275" cy="146050"/>
            </a:xfrm>
            <a:custGeom>
              <a:avLst/>
              <a:gdLst>
                <a:gd name="T0" fmla="*/ 11 w 11"/>
                <a:gd name="T1" fmla="*/ 34 h 39"/>
                <a:gd name="T2" fmla="*/ 11 w 11"/>
                <a:gd name="T3" fmla="*/ 6 h 39"/>
                <a:gd name="T4" fmla="*/ 5 w 11"/>
                <a:gd name="T5" fmla="*/ 0 h 39"/>
                <a:gd name="T6" fmla="*/ 0 w 11"/>
                <a:gd name="T7" fmla="*/ 6 h 39"/>
                <a:gd name="T8" fmla="*/ 0 w 11"/>
                <a:gd name="T9" fmla="*/ 34 h 39"/>
                <a:gd name="T10" fmla="*/ 5 w 11"/>
                <a:gd name="T11" fmla="*/ 39 h 39"/>
                <a:gd name="T12" fmla="*/ 11 w 11"/>
                <a:gd name="T13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9">
                  <a:moveTo>
                    <a:pt x="11" y="34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9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7"/>
                    <a:pt x="2" y="39"/>
                    <a:pt x="5" y="39"/>
                  </a:cubicBezTo>
                  <a:cubicBezTo>
                    <a:pt x="9" y="39"/>
                    <a:pt x="11" y="37"/>
                    <a:pt x="11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83" name="Freeform 504"/>
            <p:cNvSpPr/>
            <p:nvPr/>
          </p:nvSpPr>
          <p:spPr bwMode="auto">
            <a:xfrm>
              <a:off x="4940301" y="1965325"/>
              <a:ext cx="177800" cy="293688"/>
            </a:xfrm>
            <a:custGeom>
              <a:avLst/>
              <a:gdLst>
                <a:gd name="T0" fmla="*/ 5 w 47"/>
                <a:gd name="T1" fmla="*/ 69 h 78"/>
                <a:gd name="T2" fmla="*/ 6 w 47"/>
                <a:gd name="T3" fmla="*/ 77 h 78"/>
                <a:gd name="T4" fmla="*/ 9 w 47"/>
                <a:gd name="T5" fmla="*/ 78 h 78"/>
                <a:gd name="T6" fmla="*/ 14 w 47"/>
                <a:gd name="T7" fmla="*/ 76 h 78"/>
                <a:gd name="T8" fmla="*/ 26 w 47"/>
                <a:gd name="T9" fmla="*/ 57 h 78"/>
                <a:gd name="T10" fmla="*/ 46 w 47"/>
                <a:gd name="T11" fmla="*/ 57 h 78"/>
                <a:gd name="T12" fmla="*/ 47 w 47"/>
                <a:gd name="T13" fmla="*/ 56 h 78"/>
                <a:gd name="T14" fmla="*/ 47 w 47"/>
                <a:gd name="T15" fmla="*/ 42 h 78"/>
                <a:gd name="T16" fmla="*/ 32 w 47"/>
                <a:gd name="T17" fmla="*/ 19 h 78"/>
                <a:gd name="T18" fmla="*/ 30 w 47"/>
                <a:gd name="T19" fmla="*/ 20 h 78"/>
                <a:gd name="T20" fmla="*/ 35 w 47"/>
                <a:gd name="T21" fmla="*/ 10 h 78"/>
                <a:gd name="T22" fmla="*/ 24 w 47"/>
                <a:gd name="T23" fmla="*/ 0 h 78"/>
                <a:gd name="T24" fmla="*/ 14 w 47"/>
                <a:gd name="T25" fmla="*/ 10 h 78"/>
                <a:gd name="T26" fmla="*/ 24 w 47"/>
                <a:gd name="T27" fmla="*/ 21 h 78"/>
                <a:gd name="T28" fmla="*/ 27 w 47"/>
                <a:gd name="T29" fmla="*/ 20 h 78"/>
                <a:gd name="T30" fmla="*/ 21 w 47"/>
                <a:gd name="T31" fmla="*/ 27 h 78"/>
                <a:gd name="T32" fmla="*/ 5 w 47"/>
                <a:gd name="T33" fmla="*/ 31 h 78"/>
                <a:gd name="T34" fmla="*/ 1 w 47"/>
                <a:gd name="T35" fmla="*/ 34 h 78"/>
                <a:gd name="T36" fmla="*/ 1 w 47"/>
                <a:gd name="T37" fmla="*/ 38 h 78"/>
                <a:gd name="T38" fmla="*/ 6 w 47"/>
                <a:gd name="T39" fmla="*/ 42 h 78"/>
                <a:gd name="T40" fmla="*/ 8 w 47"/>
                <a:gd name="T41" fmla="*/ 42 h 78"/>
                <a:gd name="T42" fmla="*/ 17 w 47"/>
                <a:gd name="T43" fmla="*/ 40 h 78"/>
                <a:gd name="T44" fmla="*/ 17 w 47"/>
                <a:gd name="T45" fmla="*/ 43 h 78"/>
                <a:gd name="T46" fmla="*/ 17 w 47"/>
                <a:gd name="T47" fmla="*/ 47 h 78"/>
                <a:gd name="T48" fmla="*/ 5 w 47"/>
                <a:gd name="T49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" h="78">
                  <a:moveTo>
                    <a:pt x="5" y="69"/>
                  </a:moveTo>
                  <a:cubicBezTo>
                    <a:pt x="3" y="72"/>
                    <a:pt x="3" y="76"/>
                    <a:pt x="6" y="77"/>
                  </a:cubicBezTo>
                  <a:cubicBezTo>
                    <a:pt x="7" y="78"/>
                    <a:pt x="8" y="78"/>
                    <a:pt x="9" y="78"/>
                  </a:cubicBezTo>
                  <a:cubicBezTo>
                    <a:pt x="11" y="78"/>
                    <a:pt x="13" y="77"/>
                    <a:pt x="14" y="76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47" y="57"/>
                    <a:pt x="47" y="57"/>
                    <a:pt x="47" y="56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29"/>
                    <a:pt x="41" y="19"/>
                    <a:pt x="32" y="19"/>
                  </a:cubicBezTo>
                  <a:cubicBezTo>
                    <a:pt x="31" y="19"/>
                    <a:pt x="30" y="19"/>
                    <a:pt x="30" y="20"/>
                  </a:cubicBezTo>
                  <a:cubicBezTo>
                    <a:pt x="33" y="18"/>
                    <a:pt x="35" y="14"/>
                    <a:pt x="35" y="10"/>
                  </a:cubicBezTo>
                  <a:cubicBezTo>
                    <a:pt x="35" y="5"/>
                    <a:pt x="30" y="0"/>
                    <a:pt x="24" y="0"/>
                  </a:cubicBezTo>
                  <a:cubicBezTo>
                    <a:pt x="19" y="0"/>
                    <a:pt x="14" y="5"/>
                    <a:pt x="14" y="10"/>
                  </a:cubicBezTo>
                  <a:cubicBezTo>
                    <a:pt x="14" y="16"/>
                    <a:pt x="19" y="21"/>
                    <a:pt x="24" y="21"/>
                  </a:cubicBezTo>
                  <a:cubicBezTo>
                    <a:pt x="25" y="21"/>
                    <a:pt x="26" y="21"/>
                    <a:pt x="27" y="20"/>
                  </a:cubicBezTo>
                  <a:cubicBezTo>
                    <a:pt x="25" y="22"/>
                    <a:pt x="23" y="24"/>
                    <a:pt x="21" y="27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2"/>
                    <a:pt x="2" y="32"/>
                    <a:pt x="1" y="34"/>
                  </a:cubicBezTo>
                  <a:cubicBezTo>
                    <a:pt x="1" y="35"/>
                    <a:pt x="0" y="37"/>
                    <a:pt x="1" y="38"/>
                  </a:cubicBezTo>
                  <a:cubicBezTo>
                    <a:pt x="1" y="41"/>
                    <a:pt x="4" y="42"/>
                    <a:pt x="6" y="42"/>
                  </a:cubicBezTo>
                  <a:cubicBezTo>
                    <a:pt x="7" y="42"/>
                    <a:pt x="7" y="42"/>
                    <a:pt x="8" y="42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1"/>
                    <a:pt x="17" y="42"/>
                    <a:pt x="17" y="43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5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  <p:sp>
          <p:nvSpPr>
            <p:cNvPr id="84" name="Freeform 505"/>
            <p:cNvSpPr/>
            <p:nvPr/>
          </p:nvSpPr>
          <p:spPr bwMode="auto">
            <a:xfrm>
              <a:off x="5046664" y="2093913"/>
              <a:ext cx="96838" cy="112713"/>
            </a:xfrm>
            <a:custGeom>
              <a:avLst/>
              <a:gdLst>
                <a:gd name="T0" fmla="*/ 1 w 26"/>
                <a:gd name="T1" fmla="*/ 27 h 30"/>
                <a:gd name="T2" fmla="*/ 23 w 26"/>
                <a:gd name="T3" fmla="*/ 27 h 30"/>
                <a:gd name="T4" fmla="*/ 23 w 26"/>
                <a:gd name="T5" fmla="*/ 2 h 30"/>
                <a:gd name="T6" fmla="*/ 24 w 26"/>
                <a:gd name="T7" fmla="*/ 0 h 30"/>
                <a:gd name="T8" fmla="*/ 26 w 26"/>
                <a:gd name="T9" fmla="*/ 2 h 30"/>
                <a:gd name="T10" fmla="*/ 26 w 26"/>
                <a:gd name="T11" fmla="*/ 28 h 30"/>
                <a:gd name="T12" fmla="*/ 24 w 26"/>
                <a:gd name="T13" fmla="*/ 30 h 30"/>
                <a:gd name="T14" fmla="*/ 1 w 26"/>
                <a:gd name="T15" fmla="*/ 30 h 30"/>
                <a:gd name="T16" fmla="*/ 0 w 26"/>
                <a:gd name="T17" fmla="*/ 28 h 30"/>
                <a:gd name="T18" fmla="*/ 1 w 26"/>
                <a:gd name="T19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0">
                  <a:moveTo>
                    <a:pt x="1" y="27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1"/>
                    <a:pt x="23" y="0"/>
                    <a:pt x="24" y="0"/>
                  </a:cubicBezTo>
                  <a:cubicBezTo>
                    <a:pt x="25" y="0"/>
                    <a:pt x="26" y="1"/>
                    <a:pt x="26" y="2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/>
            </a:p>
          </p:txBody>
        </p:sp>
      </p:grpSp>
      <p:grpSp>
        <p:nvGrpSpPr>
          <p:cNvPr id="85" name="Group 41"/>
          <p:cNvGrpSpPr>
            <a:grpSpLocks noChangeAspect="1"/>
          </p:cNvGrpSpPr>
          <p:nvPr/>
        </p:nvGrpSpPr>
        <p:grpSpPr bwMode="auto">
          <a:xfrm>
            <a:off x="4596481" y="1769437"/>
            <a:ext cx="218104" cy="266989"/>
            <a:chOff x="3783" y="2089"/>
            <a:chExt cx="116" cy="142"/>
          </a:xfrm>
          <a:solidFill>
            <a:schemeClr val="tx1">
              <a:lumMod val="50000"/>
              <a:lumOff val="50000"/>
            </a:schemeClr>
          </a:solidFill>
          <a:effectLst/>
        </p:grpSpPr>
        <p:sp>
          <p:nvSpPr>
            <p:cNvPr id="86" name="Freeform 42"/>
            <p:cNvSpPr/>
            <p:nvPr/>
          </p:nvSpPr>
          <p:spPr bwMode="auto">
            <a:xfrm>
              <a:off x="3791" y="2221"/>
              <a:ext cx="20" cy="10"/>
            </a:xfrm>
            <a:custGeom>
              <a:avLst/>
              <a:gdLst>
                <a:gd name="T0" fmla="*/ 8 w 8"/>
                <a:gd name="T1" fmla="*/ 0 h 4"/>
                <a:gd name="T2" fmla="*/ 1 w 8"/>
                <a:gd name="T3" fmla="*/ 0 h 4"/>
                <a:gd name="T4" fmla="*/ 0 w 8"/>
                <a:gd name="T5" fmla="*/ 0 h 4"/>
                <a:gd name="T6" fmla="*/ 0 w 8"/>
                <a:gd name="T7" fmla="*/ 4 h 4"/>
                <a:gd name="T8" fmla="*/ 1 w 8"/>
                <a:gd name="T9" fmla="*/ 4 h 4"/>
                <a:gd name="T10" fmla="*/ 8 w 8"/>
                <a:gd name="T11" fmla="*/ 4 h 4"/>
                <a:gd name="T12" fmla="*/ 8 w 8"/>
                <a:gd name="T13" fmla="*/ 4 h 4"/>
                <a:gd name="T14" fmla="*/ 8 w 8"/>
                <a:gd name="T15" fmla="*/ 0 h 4"/>
                <a:gd name="T16" fmla="*/ 8 w 8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87" name="Freeform 43"/>
            <p:cNvSpPr/>
            <p:nvPr/>
          </p:nvSpPr>
          <p:spPr bwMode="auto">
            <a:xfrm>
              <a:off x="3818" y="2208"/>
              <a:ext cx="23" cy="23"/>
            </a:xfrm>
            <a:custGeom>
              <a:avLst/>
              <a:gdLst>
                <a:gd name="T0" fmla="*/ 8 w 9"/>
                <a:gd name="T1" fmla="*/ 0 h 9"/>
                <a:gd name="T2" fmla="*/ 1 w 9"/>
                <a:gd name="T3" fmla="*/ 0 h 9"/>
                <a:gd name="T4" fmla="*/ 0 w 9"/>
                <a:gd name="T5" fmla="*/ 1 h 9"/>
                <a:gd name="T6" fmla="*/ 0 w 9"/>
                <a:gd name="T7" fmla="*/ 9 h 9"/>
                <a:gd name="T8" fmla="*/ 1 w 9"/>
                <a:gd name="T9" fmla="*/ 9 h 9"/>
                <a:gd name="T10" fmla="*/ 8 w 9"/>
                <a:gd name="T11" fmla="*/ 9 h 9"/>
                <a:gd name="T12" fmla="*/ 9 w 9"/>
                <a:gd name="T13" fmla="*/ 9 h 9"/>
                <a:gd name="T14" fmla="*/ 9 w 9"/>
                <a:gd name="T15" fmla="*/ 1 h 9"/>
                <a:gd name="T16" fmla="*/ 8 w 9"/>
                <a:gd name="T1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88" name="Freeform 44"/>
            <p:cNvSpPr/>
            <p:nvPr/>
          </p:nvSpPr>
          <p:spPr bwMode="auto">
            <a:xfrm>
              <a:off x="3849" y="2184"/>
              <a:ext cx="20" cy="47"/>
            </a:xfrm>
            <a:custGeom>
              <a:avLst/>
              <a:gdLst>
                <a:gd name="T0" fmla="*/ 7 w 8"/>
                <a:gd name="T1" fmla="*/ 0 h 19"/>
                <a:gd name="T2" fmla="*/ 0 w 8"/>
                <a:gd name="T3" fmla="*/ 0 h 19"/>
                <a:gd name="T4" fmla="*/ 0 w 8"/>
                <a:gd name="T5" fmla="*/ 1 h 19"/>
                <a:gd name="T6" fmla="*/ 0 w 8"/>
                <a:gd name="T7" fmla="*/ 19 h 19"/>
                <a:gd name="T8" fmla="*/ 0 w 8"/>
                <a:gd name="T9" fmla="*/ 19 h 19"/>
                <a:gd name="T10" fmla="*/ 7 w 8"/>
                <a:gd name="T11" fmla="*/ 19 h 19"/>
                <a:gd name="T12" fmla="*/ 8 w 8"/>
                <a:gd name="T13" fmla="*/ 19 h 19"/>
                <a:gd name="T14" fmla="*/ 8 w 8"/>
                <a:gd name="T15" fmla="*/ 1 h 19"/>
                <a:gd name="T16" fmla="*/ 7 w 8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9">
                  <a:moveTo>
                    <a:pt x="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89" name="Freeform 45"/>
            <p:cNvSpPr/>
            <p:nvPr/>
          </p:nvSpPr>
          <p:spPr bwMode="auto">
            <a:xfrm>
              <a:off x="3877" y="2161"/>
              <a:ext cx="22" cy="70"/>
            </a:xfrm>
            <a:custGeom>
              <a:avLst/>
              <a:gdLst>
                <a:gd name="T0" fmla="*/ 8 w 9"/>
                <a:gd name="T1" fmla="*/ 0 h 28"/>
                <a:gd name="T2" fmla="*/ 1 w 9"/>
                <a:gd name="T3" fmla="*/ 0 h 28"/>
                <a:gd name="T4" fmla="*/ 0 w 9"/>
                <a:gd name="T5" fmla="*/ 1 h 28"/>
                <a:gd name="T6" fmla="*/ 0 w 9"/>
                <a:gd name="T7" fmla="*/ 28 h 28"/>
                <a:gd name="T8" fmla="*/ 1 w 9"/>
                <a:gd name="T9" fmla="*/ 28 h 28"/>
                <a:gd name="T10" fmla="*/ 8 w 9"/>
                <a:gd name="T11" fmla="*/ 28 h 28"/>
                <a:gd name="T12" fmla="*/ 9 w 9"/>
                <a:gd name="T13" fmla="*/ 28 h 28"/>
                <a:gd name="T14" fmla="*/ 9 w 9"/>
                <a:gd name="T15" fmla="*/ 1 h 28"/>
                <a:gd name="T16" fmla="*/ 8 w 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8"/>
                    <a:pt x="9" y="28"/>
                    <a:pt x="9" y="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90" name="Freeform 46"/>
            <p:cNvSpPr/>
            <p:nvPr/>
          </p:nvSpPr>
          <p:spPr bwMode="auto">
            <a:xfrm>
              <a:off x="3821" y="2089"/>
              <a:ext cx="23" cy="27"/>
            </a:xfrm>
            <a:custGeom>
              <a:avLst/>
              <a:gdLst>
                <a:gd name="T0" fmla="*/ 5 w 9"/>
                <a:gd name="T1" fmla="*/ 10 h 11"/>
                <a:gd name="T2" fmla="*/ 8 w 9"/>
                <a:gd name="T3" fmla="*/ 4 h 11"/>
                <a:gd name="T4" fmla="*/ 5 w 9"/>
                <a:gd name="T5" fmla="*/ 0 h 11"/>
                <a:gd name="T6" fmla="*/ 0 w 9"/>
                <a:gd name="T7" fmla="*/ 4 h 11"/>
                <a:gd name="T8" fmla="*/ 5 w 9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5" y="10"/>
                  </a:moveTo>
                  <a:cubicBezTo>
                    <a:pt x="8" y="10"/>
                    <a:pt x="8" y="7"/>
                    <a:pt x="8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1" y="8"/>
                    <a:pt x="4" y="11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91" name="Freeform 47"/>
            <p:cNvSpPr/>
            <p:nvPr/>
          </p:nvSpPr>
          <p:spPr bwMode="auto">
            <a:xfrm>
              <a:off x="3785" y="2164"/>
              <a:ext cx="36" cy="44"/>
            </a:xfrm>
            <a:custGeom>
              <a:avLst/>
              <a:gdLst>
                <a:gd name="T0" fmla="*/ 12 w 14"/>
                <a:gd name="T1" fmla="*/ 1 h 18"/>
                <a:gd name="T2" fmla="*/ 10 w 14"/>
                <a:gd name="T3" fmla="*/ 0 h 18"/>
                <a:gd name="T4" fmla="*/ 8 w 14"/>
                <a:gd name="T5" fmla="*/ 6 h 18"/>
                <a:gd name="T6" fmla="*/ 1 w 14"/>
                <a:gd name="T7" fmla="*/ 14 h 18"/>
                <a:gd name="T8" fmla="*/ 1 w 14"/>
                <a:gd name="T9" fmla="*/ 17 h 18"/>
                <a:gd name="T10" fmla="*/ 4 w 14"/>
                <a:gd name="T11" fmla="*/ 17 h 18"/>
                <a:gd name="T12" fmla="*/ 12 w 14"/>
                <a:gd name="T13" fmla="*/ 9 h 18"/>
                <a:gd name="T14" fmla="*/ 13 w 14"/>
                <a:gd name="T15" fmla="*/ 8 h 18"/>
                <a:gd name="T16" fmla="*/ 14 w 14"/>
                <a:gd name="T17" fmla="*/ 3 h 18"/>
                <a:gd name="T18" fmla="*/ 12 w 14"/>
                <a:gd name="T1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8">
                  <a:moveTo>
                    <a:pt x="12" y="1"/>
                  </a:moveTo>
                  <a:cubicBezTo>
                    <a:pt x="11" y="1"/>
                    <a:pt x="10" y="0"/>
                    <a:pt x="10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2" y="18"/>
                    <a:pt x="4" y="18"/>
                    <a:pt x="4" y="17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3" y="8"/>
                    <a:pt x="13" y="8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2"/>
                    <a:pt x="13" y="2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92" name="Freeform 48"/>
            <p:cNvSpPr/>
            <p:nvPr/>
          </p:nvSpPr>
          <p:spPr bwMode="auto">
            <a:xfrm>
              <a:off x="3836" y="2116"/>
              <a:ext cx="33" cy="20"/>
            </a:xfrm>
            <a:custGeom>
              <a:avLst/>
              <a:gdLst>
                <a:gd name="T0" fmla="*/ 6 w 13"/>
                <a:gd name="T1" fmla="*/ 8 h 8"/>
                <a:gd name="T2" fmla="*/ 12 w 13"/>
                <a:gd name="T3" fmla="*/ 4 h 8"/>
                <a:gd name="T4" fmla="*/ 12 w 13"/>
                <a:gd name="T5" fmla="*/ 1 h 8"/>
                <a:gd name="T6" fmla="*/ 10 w 13"/>
                <a:gd name="T7" fmla="*/ 1 h 8"/>
                <a:gd name="T8" fmla="*/ 5 w 13"/>
                <a:gd name="T9" fmla="*/ 4 h 8"/>
                <a:gd name="T10" fmla="*/ 1 w 13"/>
                <a:gd name="T11" fmla="*/ 3 h 8"/>
                <a:gd name="T12" fmla="*/ 1 w 13"/>
                <a:gd name="T13" fmla="*/ 5 h 8"/>
                <a:gd name="T14" fmla="*/ 0 w 13"/>
                <a:gd name="T15" fmla="*/ 7 h 8"/>
                <a:gd name="T16" fmla="*/ 5 w 13"/>
                <a:gd name="T17" fmla="*/ 8 h 8"/>
                <a:gd name="T18" fmla="*/ 6 w 13"/>
                <a:gd name="T1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8">
                  <a:moveTo>
                    <a:pt x="6" y="8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3" y="3"/>
                    <a:pt x="13" y="2"/>
                    <a:pt x="12" y="1"/>
                  </a:cubicBezTo>
                  <a:cubicBezTo>
                    <a:pt x="12" y="1"/>
                    <a:pt x="11" y="0"/>
                    <a:pt x="10" y="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6"/>
                    <a:pt x="0" y="7"/>
                    <a:pt x="0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  <p:sp>
          <p:nvSpPr>
            <p:cNvPr id="93" name="Freeform 49"/>
            <p:cNvSpPr/>
            <p:nvPr/>
          </p:nvSpPr>
          <p:spPr bwMode="auto">
            <a:xfrm>
              <a:off x="3783" y="2116"/>
              <a:ext cx="58" cy="87"/>
            </a:xfrm>
            <a:custGeom>
              <a:avLst/>
              <a:gdLst>
                <a:gd name="T0" fmla="*/ 18 w 23"/>
                <a:gd name="T1" fmla="*/ 17 h 35"/>
                <a:gd name="T2" fmla="*/ 21 w 23"/>
                <a:gd name="T3" fmla="*/ 5 h 35"/>
                <a:gd name="T4" fmla="*/ 21 w 23"/>
                <a:gd name="T5" fmla="*/ 2 h 35"/>
                <a:gd name="T6" fmla="*/ 20 w 23"/>
                <a:gd name="T7" fmla="*/ 2 h 35"/>
                <a:gd name="T8" fmla="*/ 19 w 23"/>
                <a:gd name="T9" fmla="*/ 7 h 35"/>
                <a:gd name="T10" fmla="*/ 20 w 23"/>
                <a:gd name="T11" fmla="*/ 3 h 35"/>
                <a:gd name="T12" fmla="*/ 20 w 23"/>
                <a:gd name="T13" fmla="*/ 2 h 35"/>
                <a:gd name="T14" fmla="*/ 20 w 23"/>
                <a:gd name="T15" fmla="*/ 1 h 35"/>
                <a:gd name="T16" fmla="*/ 19 w 23"/>
                <a:gd name="T17" fmla="*/ 1 h 35"/>
                <a:gd name="T18" fmla="*/ 18 w 23"/>
                <a:gd name="T19" fmla="*/ 2 h 35"/>
                <a:gd name="T20" fmla="*/ 19 w 23"/>
                <a:gd name="T21" fmla="*/ 3 h 35"/>
                <a:gd name="T22" fmla="*/ 18 w 23"/>
                <a:gd name="T23" fmla="*/ 6 h 35"/>
                <a:gd name="T24" fmla="*/ 17 w 23"/>
                <a:gd name="T25" fmla="*/ 0 h 35"/>
                <a:gd name="T26" fmla="*/ 17 w 23"/>
                <a:gd name="T27" fmla="*/ 0 h 35"/>
                <a:gd name="T28" fmla="*/ 17 w 23"/>
                <a:gd name="T29" fmla="*/ 0 h 35"/>
                <a:gd name="T30" fmla="*/ 15 w 23"/>
                <a:gd name="T31" fmla="*/ 0 h 35"/>
                <a:gd name="T32" fmla="*/ 8 w 23"/>
                <a:gd name="T33" fmla="*/ 0 h 35"/>
                <a:gd name="T34" fmla="*/ 1 w 23"/>
                <a:gd name="T35" fmla="*/ 5 h 35"/>
                <a:gd name="T36" fmla="*/ 1 w 23"/>
                <a:gd name="T37" fmla="*/ 8 h 35"/>
                <a:gd name="T38" fmla="*/ 4 w 23"/>
                <a:gd name="T39" fmla="*/ 8 h 35"/>
                <a:gd name="T40" fmla="*/ 4 w 23"/>
                <a:gd name="T41" fmla="*/ 8 h 35"/>
                <a:gd name="T42" fmla="*/ 9 w 23"/>
                <a:gd name="T43" fmla="*/ 4 h 35"/>
                <a:gd name="T44" fmla="*/ 13 w 23"/>
                <a:gd name="T45" fmla="*/ 4 h 35"/>
                <a:gd name="T46" fmla="*/ 12 w 23"/>
                <a:gd name="T47" fmla="*/ 4 h 35"/>
                <a:gd name="T48" fmla="*/ 9 w 23"/>
                <a:gd name="T49" fmla="*/ 15 h 35"/>
                <a:gd name="T50" fmla="*/ 10 w 23"/>
                <a:gd name="T51" fmla="*/ 16 h 35"/>
                <a:gd name="T52" fmla="*/ 14 w 23"/>
                <a:gd name="T53" fmla="*/ 20 h 35"/>
                <a:gd name="T54" fmla="*/ 18 w 23"/>
                <a:gd name="T55" fmla="*/ 24 h 35"/>
                <a:gd name="T56" fmla="*/ 17 w 23"/>
                <a:gd name="T57" fmla="*/ 32 h 35"/>
                <a:gd name="T58" fmla="*/ 19 w 23"/>
                <a:gd name="T59" fmla="*/ 35 h 35"/>
                <a:gd name="T60" fmla="*/ 22 w 23"/>
                <a:gd name="T61" fmla="*/ 33 h 35"/>
                <a:gd name="T62" fmla="*/ 23 w 23"/>
                <a:gd name="T63" fmla="*/ 24 h 35"/>
                <a:gd name="T64" fmla="*/ 23 w 23"/>
                <a:gd name="T65" fmla="*/ 22 h 35"/>
                <a:gd name="T66" fmla="*/ 18 w 23"/>
                <a:gd name="T6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" h="35">
                  <a:moveTo>
                    <a:pt x="18" y="17"/>
                  </a:moveTo>
                  <a:cubicBezTo>
                    <a:pt x="19" y="10"/>
                    <a:pt x="21" y="6"/>
                    <a:pt x="21" y="5"/>
                  </a:cubicBezTo>
                  <a:cubicBezTo>
                    <a:pt x="21" y="3"/>
                    <a:pt x="21" y="2"/>
                    <a:pt x="21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5"/>
                    <a:pt x="19" y="7"/>
                    <a:pt x="19" y="7"/>
                  </a:cubicBezTo>
                  <a:cubicBezTo>
                    <a:pt x="19" y="7"/>
                    <a:pt x="20" y="4"/>
                    <a:pt x="20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2"/>
                    <a:pt x="18" y="2"/>
                    <a:pt x="19" y="3"/>
                  </a:cubicBezTo>
                  <a:cubicBezTo>
                    <a:pt x="19" y="3"/>
                    <a:pt x="18" y="4"/>
                    <a:pt x="18" y="6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3" y="0"/>
                    <a:pt x="11" y="0"/>
                    <a:pt x="8" y="0"/>
                  </a:cubicBezTo>
                  <a:cubicBezTo>
                    <a:pt x="8" y="0"/>
                    <a:pt x="1" y="5"/>
                    <a:pt x="1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2" y="8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9" y="4"/>
                    <a:pt x="9" y="4"/>
                  </a:cubicBezTo>
                  <a:cubicBezTo>
                    <a:pt x="9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7"/>
                    <a:pt x="9" y="13"/>
                    <a:pt x="9" y="15"/>
                  </a:cubicBezTo>
                  <a:cubicBezTo>
                    <a:pt x="9" y="15"/>
                    <a:pt x="10" y="15"/>
                    <a:pt x="10" y="16"/>
                  </a:cubicBezTo>
                  <a:cubicBezTo>
                    <a:pt x="10" y="16"/>
                    <a:pt x="11" y="18"/>
                    <a:pt x="14" y="20"/>
                  </a:cubicBezTo>
                  <a:cubicBezTo>
                    <a:pt x="14" y="20"/>
                    <a:pt x="18" y="24"/>
                    <a:pt x="18" y="24"/>
                  </a:cubicBezTo>
                  <a:cubicBezTo>
                    <a:pt x="18" y="24"/>
                    <a:pt x="17" y="32"/>
                    <a:pt x="17" y="32"/>
                  </a:cubicBezTo>
                  <a:cubicBezTo>
                    <a:pt x="17" y="34"/>
                    <a:pt x="18" y="35"/>
                    <a:pt x="19" y="35"/>
                  </a:cubicBezTo>
                  <a:cubicBezTo>
                    <a:pt x="20" y="35"/>
                    <a:pt x="21" y="35"/>
                    <a:pt x="22" y="33"/>
                  </a:cubicBezTo>
                  <a:cubicBezTo>
                    <a:pt x="22" y="33"/>
                    <a:pt x="23" y="24"/>
                    <a:pt x="23" y="24"/>
                  </a:cubicBezTo>
                  <a:cubicBezTo>
                    <a:pt x="23" y="23"/>
                    <a:pt x="23" y="22"/>
                    <a:pt x="23" y="22"/>
                  </a:cubicBezTo>
                  <a:cubicBezTo>
                    <a:pt x="22" y="21"/>
                    <a:pt x="18" y="17"/>
                    <a:pt x="1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srgbClr val="01ACBE"/>
                </a:solidFill>
              </a:endParaRPr>
            </a:p>
          </p:txBody>
        </p:sp>
      </p:grpSp>
      <p:sp>
        <p:nvSpPr>
          <p:cNvPr id="106" name="文本框 30"/>
          <p:cNvSpPr txBox="1"/>
          <p:nvPr/>
        </p:nvSpPr>
        <p:spPr>
          <a:xfrm>
            <a:off x="3771900" y="1331913"/>
            <a:ext cx="1974850" cy="279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30" noProof="1" dirty="0">
                <a:solidFill>
                  <a:srgbClr val="EA8384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rPr>
              <a:t>克服苦难、坚韧向前</a:t>
            </a:r>
            <a:endParaRPr lang="zh-CN" altLang="en-US" sz="1230" noProof="1" dirty="0">
              <a:solidFill>
                <a:srgbClr val="EA8384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0502" name="Text Box 17"/>
          <p:cNvSpPr txBox="1"/>
          <p:nvPr/>
        </p:nvSpPr>
        <p:spPr>
          <a:xfrm>
            <a:off x="3908425" y="939800"/>
            <a:ext cx="1635125" cy="383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项目支持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03" name="Text Box 19"/>
          <p:cNvSpPr txBox="1"/>
          <p:nvPr/>
        </p:nvSpPr>
        <p:spPr>
          <a:xfrm>
            <a:off x="1093788" y="2843530"/>
            <a:ext cx="16351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问题支持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04" name="Text Box 20"/>
          <p:cNvSpPr txBox="1"/>
          <p:nvPr/>
        </p:nvSpPr>
        <p:spPr>
          <a:xfrm>
            <a:off x="6454775" y="2919730"/>
            <a:ext cx="16351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Cloud-6.7.0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7" name="Text Box 44"/>
          <p:cNvSpPr txBox="1"/>
          <p:nvPr/>
        </p:nvSpPr>
        <p:spPr>
          <a:xfrm>
            <a:off x="485775" y="336550"/>
            <a:ext cx="1738313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亮点总结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06" grpId="0"/>
      <p:bldP spid="20502" grpId="0"/>
      <p:bldP spid="19" grpId="0" animBg="1"/>
      <p:bldP spid="46" grpId="0"/>
      <p:bldP spid="20503" grpId="0"/>
      <p:bldP spid="25" grpId="0" animBg="1"/>
      <p:bldP spid="31" grpId="0"/>
      <p:bldP spid="205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24581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克服苦难、坚韧向前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303963" y="2620963"/>
            <a:ext cx="127317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303963" y="4265613"/>
            <a:ext cx="127317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303963" y="3448050"/>
            <a:ext cx="6858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804988" y="2620963"/>
            <a:ext cx="127476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1804988" y="4265613"/>
            <a:ext cx="127476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393950" y="3448050"/>
            <a:ext cx="6858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5"/>
          <p:cNvSpPr/>
          <p:nvPr/>
        </p:nvSpPr>
        <p:spPr bwMode="auto">
          <a:xfrm rot="5400000">
            <a:off x="1157777" y="2177516"/>
            <a:ext cx="919037" cy="8145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rgbClr val="FF858E"/>
              </a:gs>
              <a:gs pos="0">
                <a:srgbClr val="F02832"/>
              </a:gs>
            </a:gsLst>
            <a:lin ang="18900000" scaled="0"/>
            <a:tileRect/>
          </a:gradFill>
          <a:ln w="25400">
            <a:gradFill flip="none" rotWithShape="1">
              <a:gsLst>
                <a:gs pos="0">
                  <a:srgbClr val="FF858E"/>
                </a:gs>
                <a:gs pos="100000">
                  <a:srgbClr val="F02832"/>
                </a:gs>
              </a:gsLst>
              <a:lin ang="18900000" scaled="0"/>
              <a:tileRect/>
            </a:gradFill>
          </a:ln>
          <a:effectLst>
            <a:outerShdw blurRad="444500" dist="1524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17" name="Freeform 5"/>
          <p:cNvSpPr/>
          <p:nvPr/>
        </p:nvSpPr>
        <p:spPr bwMode="auto">
          <a:xfrm rot="5400000">
            <a:off x="1772672" y="3040463"/>
            <a:ext cx="919037" cy="8145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rgbClr val="FFC46D"/>
              </a:gs>
              <a:gs pos="0">
                <a:srgbClr val="FFA015"/>
              </a:gs>
            </a:gsLst>
            <a:lin ang="18900000" scaled="0"/>
            <a:tileRect/>
          </a:gradFill>
          <a:ln w="25400">
            <a:gradFill flip="none" rotWithShape="1">
              <a:gsLst>
                <a:gs pos="0">
                  <a:srgbClr val="FFC46D"/>
                </a:gs>
                <a:gs pos="100000">
                  <a:srgbClr val="FFA015"/>
                </a:gs>
              </a:gsLst>
              <a:lin ang="18900000" scaled="0"/>
              <a:tileRect/>
            </a:gradFill>
          </a:ln>
          <a:effectLst>
            <a:outerShdw blurRad="444500" dist="1524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18" name="Freeform 5"/>
          <p:cNvSpPr/>
          <p:nvPr/>
        </p:nvSpPr>
        <p:spPr bwMode="auto">
          <a:xfrm rot="5400000">
            <a:off x="1157777" y="3857690"/>
            <a:ext cx="919037" cy="8145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rgbClr val="01CFE5"/>
              </a:gs>
              <a:gs pos="0">
                <a:srgbClr val="0192A1"/>
              </a:gs>
            </a:gsLst>
            <a:lin ang="18900000" scaled="0"/>
            <a:tileRect/>
          </a:gradFill>
          <a:ln w="25400">
            <a:gradFill flip="none" rotWithShape="1">
              <a:gsLst>
                <a:gs pos="0">
                  <a:srgbClr val="01CFE5"/>
                </a:gs>
                <a:gs pos="100000">
                  <a:srgbClr val="0192A1"/>
                </a:gs>
              </a:gsLst>
              <a:lin ang="18900000" scaled="0"/>
              <a:tileRect/>
            </a:gradFill>
          </a:ln>
          <a:effectLst>
            <a:outerShdw blurRad="444500" dist="1524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19" name="Freeform 5"/>
          <p:cNvSpPr/>
          <p:nvPr/>
        </p:nvSpPr>
        <p:spPr bwMode="auto">
          <a:xfrm rot="5400000">
            <a:off x="7297374" y="2177516"/>
            <a:ext cx="919037" cy="8145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rgbClr val="FF858E"/>
              </a:gs>
              <a:gs pos="0">
                <a:srgbClr val="F02832"/>
              </a:gs>
            </a:gsLst>
            <a:lin ang="18900000" scaled="0"/>
            <a:tileRect/>
          </a:gradFill>
          <a:ln w="25400">
            <a:gradFill flip="none" rotWithShape="1">
              <a:gsLst>
                <a:gs pos="0">
                  <a:srgbClr val="FF858E"/>
                </a:gs>
                <a:gs pos="100000">
                  <a:srgbClr val="F02832"/>
                </a:gs>
              </a:gsLst>
              <a:lin ang="18900000" scaled="0"/>
              <a:tileRect/>
            </a:gradFill>
          </a:ln>
          <a:effectLst>
            <a:outerShdw blurRad="444500" dist="1524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0" name="Freeform 5"/>
          <p:cNvSpPr/>
          <p:nvPr/>
        </p:nvSpPr>
        <p:spPr bwMode="auto">
          <a:xfrm rot="5400000">
            <a:off x="6682478" y="3040463"/>
            <a:ext cx="919037" cy="8145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rgbClr val="FFC46D"/>
              </a:gs>
              <a:gs pos="0">
                <a:srgbClr val="FFA015"/>
              </a:gs>
            </a:gsLst>
            <a:lin ang="18900000" scaled="0"/>
            <a:tileRect/>
          </a:gradFill>
          <a:ln w="25400">
            <a:gradFill flip="none" rotWithShape="1">
              <a:gsLst>
                <a:gs pos="0">
                  <a:srgbClr val="FFC46D"/>
                </a:gs>
                <a:gs pos="100000">
                  <a:srgbClr val="FFA015"/>
                </a:gs>
              </a:gsLst>
              <a:lin ang="18900000" scaled="0"/>
              <a:tileRect/>
            </a:gradFill>
          </a:ln>
          <a:effectLst>
            <a:outerShdw blurRad="444500" dist="1524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" name="Freeform 5"/>
          <p:cNvSpPr/>
          <p:nvPr/>
        </p:nvSpPr>
        <p:spPr bwMode="auto">
          <a:xfrm rot="5400000">
            <a:off x="7297374" y="3857690"/>
            <a:ext cx="919037" cy="8145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rgbClr val="01CFE5"/>
              </a:gs>
              <a:gs pos="0">
                <a:srgbClr val="0192A1"/>
              </a:gs>
            </a:gsLst>
            <a:lin ang="18900000" scaled="0"/>
            <a:tileRect/>
          </a:gradFill>
          <a:ln w="25400">
            <a:gradFill flip="none" rotWithShape="1">
              <a:gsLst>
                <a:gs pos="0">
                  <a:srgbClr val="01CFE5"/>
                </a:gs>
                <a:gs pos="100000">
                  <a:srgbClr val="0192A1"/>
                </a:gs>
              </a:gsLst>
              <a:lin ang="18900000" scaled="0"/>
              <a:tileRect/>
            </a:gradFill>
          </a:ln>
          <a:effectLst>
            <a:outerShdw blurRad="444500" dist="1524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24594" name="组合 21"/>
          <p:cNvGrpSpPr/>
          <p:nvPr/>
        </p:nvGrpSpPr>
        <p:grpSpPr>
          <a:xfrm>
            <a:off x="3030538" y="2203450"/>
            <a:ext cx="3298825" cy="2743200"/>
            <a:chOff x="3895940" y="1901190"/>
            <a:chExt cx="4400122" cy="3657600"/>
          </a:xfrm>
        </p:grpSpPr>
        <p:pic>
          <p:nvPicPr>
            <p:cNvPr id="24595" name="Picture 6" descr="iMac-mock-up-diferents-views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95940" y="1901190"/>
              <a:ext cx="4400122" cy="36576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596" name="图片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5600" y="2216252"/>
              <a:ext cx="3860800" cy="220451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2" name="Group 13"/>
          <p:cNvGrpSpPr>
            <a:grpSpLocks noChangeAspect="1"/>
          </p:cNvGrpSpPr>
          <p:nvPr/>
        </p:nvGrpSpPr>
        <p:grpSpPr bwMode="auto">
          <a:xfrm>
            <a:off x="6734729" y="2326411"/>
            <a:ext cx="272209" cy="275423"/>
            <a:chOff x="2426" y="2781"/>
            <a:chExt cx="593" cy="600"/>
          </a:xfrm>
          <a:solidFill>
            <a:schemeClr val="bg1"/>
          </a:solidFill>
        </p:grpSpPr>
        <p:sp>
          <p:nvSpPr>
            <p:cNvPr id="33" name="Freeform 14"/>
            <p:cNvSpPr/>
            <p:nvPr/>
          </p:nvSpPr>
          <p:spPr bwMode="auto">
            <a:xfrm>
              <a:off x="2442" y="2805"/>
              <a:ext cx="577" cy="576"/>
            </a:xfrm>
            <a:custGeom>
              <a:avLst/>
              <a:gdLst>
                <a:gd name="T0" fmla="*/ 0 w 241"/>
                <a:gd name="T1" fmla="*/ 115 h 241"/>
                <a:gd name="T2" fmla="*/ 0 w 241"/>
                <a:gd name="T3" fmla="*/ 121 h 241"/>
                <a:gd name="T4" fmla="*/ 121 w 241"/>
                <a:gd name="T5" fmla="*/ 241 h 241"/>
                <a:gd name="T6" fmla="*/ 241 w 241"/>
                <a:gd name="T7" fmla="*/ 121 h 241"/>
                <a:gd name="T8" fmla="*/ 121 w 241"/>
                <a:gd name="T9" fmla="*/ 0 h 241"/>
                <a:gd name="T10" fmla="*/ 121 w 241"/>
                <a:gd name="T11" fmla="*/ 115 h 241"/>
                <a:gd name="T12" fmla="*/ 0 w 241"/>
                <a:gd name="T13" fmla="*/ 115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1" h="241">
                  <a:moveTo>
                    <a:pt x="0" y="115"/>
                  </a:moveTo>
                  <a:cubicBezTo>
                    <a:pt x="0" y="117"/>
                    <a:pt x="0" y="119"/>
                    <a:pt x="0" y="121"/>
                  </a:cubicBezTo>
                  <a:cubicBezTo>
                    <a:pt x="0" y="187"/>
                    <a:pt x="54" y="241"/>
                    <a:pt x="121" y="241"/>
                  </a:cubicBezTo>
                  <a:cubicBezTo>
                    <a:pt x="187" y="241"/>
                    <a:pt x="241" y="187"/>
                    <a:pt x="241" y="121"/>
                  </a:cubicBezTo>
                  <a:cubicBezTo>
                    <a:pt x="241" y="54"/>
                    <a:pt x="187" y="0"/>
                    <a:pt x="121" y="0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0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34" name="Freeform 15"/>
            <p:cNvSpPr>
              <a:spLocks noEditPoints="1"/>
            </p:cNvSpPr>
            <p:nvPr/>
          </p:nvSpPr>
          <p:spPr bwMode="auto">
            <a:xfrm>
              <a:off x="2426" y="2781"/>
              <a:ext cx="275" cy="273"/>
            </a:xfrm>
            <a:custGeom>
              <a:avLst/>
              <a:gdLst>
                <a:gd name="T0" fmla="*/ 0 w 115"/>
                <a:gd name="T1" fmla="*/ 114 h 114"/>
                <a:gd name="T2" fmla="*/ 115 w 115"/>
                <a:gd name="T3" fmla="*/ 114 h 114"/>
                <a:gd name="T4" fmla="*/ 115 w 115"/>
                <a:gd name="T5" fmla="*/ 0 h 114"/>
                <a:gd name="T6" fmla="*/ 0 w 115"/>
                <a:gd name="T7" fmla="*/ 114 h 114"/>
                <a:gd name="T8" fmla="*/ 15 w 115"/>
                <a:gd name="T9" fmla="*/ 104 h 114"/>
                <a:gd name="T10" fmla="*/ 104 w 115"/>
                <a:gd name="T11" fmla="*/ 14 h 114"/>
                <a:gd name="T12" fmla="*/ 104 w 115"/>
                <a:gd name="T13" fmla="*/ 104 h 114"/>
                <a:gd name="T14" fmla="*/ 15 w 115"/>
                <a:gd name="T15" fmla="*/ 10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" h="114">
                  <a:moveTo>
                    <a:pt x="0" y="114"/>
                  </a:moveTo>
                  <a:cubicBezTo>
                    <a:pt x="115" y="114"/>
                    <a:pt x="115" y="114"/>
                    <a:pt x="115" y="114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51" y="0"/>
                    <a:pt x="0" y="51"/>
                    <a:pt x="0" y="114"/>
                  </a:cubicBezTo>
                  <a:close/>
                  <a:moveTo>
                    <a:pt x="15" y="104"/>
                  </a:moveTo>
                  <a:cubicBezTo>
                    <a:pt x="15" y="54"/>
                    <a:pt x="55" y="14"/>
                    <a:pt x="104" y="14"/>
                  </a:cubicBezTo>
                  <a:cubicBezTo>
                    <a:pt x="104" y="104"/>
                    <a:pt x="104" y="104"/>
                    <a:pt x="104" y="104"/>
                  </a:cubicBezTo>
                  <a:lnTo>
                    <a:pt x="15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grpSp>
        <p:nvGrpSpPr>
          <p:cNvPr id="35" name="Group 18"/>
          <p:cNvGrpSpPr>
            <a:grpSpLocks noChangeAspect="1"/>
          </p:cNvGrpSpPr>
          <p:nvPr/>
        </p:nvGrpSpPr>
        <p:grpSpPr bwMode="auto">
          <a:xfrm>
            <a:off x="2391212" y="2312469"/>
            <a:ext cx="282767" cy="263487"/>
            <a:chOff x="3802" y="2858"/>
            <a:chExt cx="616" cy="574"/>
          </a:xfrm>
          <a:solidFill>
            <a:schemeClr val="bg1"/>
          </a:solidFill>
        </p:grpSpPr>
        <p:sp>
          <p:nvSpPr>
            <p:cNvPr id="36" name="Rectangle 19"/>
            <p:cNvSpPr>
              <a:spLocks noChangeArrowheads="1"/>
            </p:cNvSpPr>
            <p:nvPr/>
          </p:nvSpPr>
          <p:spPr bwMode="auto">
            <a:xfrm>
              <a:off x="3802" y="3205"/>
              <a:ext cx="129" cy="2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3964" y="3174"/>
              <a:ext cx="129" cy="2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4129" y="3131"/>
              <a:ext cx="129" cy="3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39" name="Rectangle 22"/>
            <p:cNvSpPr>
              <a:spLocks noChangeArrowheads="1"/>
            </p:cNvSpPr>
            <p:nvPr/>
          </p:nvSpPr>
          <p:spPr bwMode="auto">
            <a:xfrm>
              <a:off x="4289" y="3078"/>
              <a:ext cx="129" cy="3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40" name="Freeform 23"/>
            <p:cNvSpPr/>
            <p:nvPr/>
          </p:nvSpPr>
          <p:spPr bwMode="auto">
            <a:xfrm>
              <a:off x="3888" y="2858"/>
              <a:ext cx="370" cy="270"/>
            </a:xfrm>
            <a:custGeom>
              <a:avLst/>
              <a:gdLst>
                <a:gd name="T0" fmla="*/ 94 w 155"/>
                <a:gd name="T1" fmla="*/ 21 h 113"/>
                <a:gd name="T2" fmla="*/ 0 w 155"/>
                <a:gd name="T3" fmla="*/ 72 h 113"/>
                <a:gd name="T4" fmla="*/ 114 w 155"/>
                <a:gd name="T5" fmla="*/ 63 h 113"/>
                <a:gd name="T6" fmla="*/ 122 w 155"/>
                <a:gd name="T7" fmla="*/ 82 h 113"/>
                <a:gd name="T8" fmla="*/ 155 w 155"/>
                <a:gd name="T9" fmla="*/ 0 h 113"/>
                <a:gd name="T10" fmla="*/ 85 w 155"/>
                <a:gd name="T11" fmla="*/ 2 h 113"/>
                <a:gd name="T12" fmla="*/ 94 w 155"/>
                <a:gd name="T13" fmla="*/ 2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5" h="113">
                  <a:moveTo>
                    <a:pt x="94" y="21"/>
                  </a:moveTo>
                  <a:cubicBezTo>
                    <a:pt x="85" y="33"/>
                    <a:pt x="53" y="68"/>
                    <a:pt x="0" y="72"/>
                  </a:cubicBezTo>
                  <a:cubicBezTo>
                    <a:pt x="0" y="72"/>
                    <a:pt x="31" y="113"/>
                    <a:pt x="114" y="63"/>
                  </a:cubicBezTo>
                  <a:cubicBezTo>
                    <a:pt x="122" y="82"/>
                    <a:pt x="122" y="82"/>
                    <a:pt x="122" y="8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85" y="2"/>
                    <a:pt x="85" y="2"/>
                    <a:pt x="85" y="2"/>
                  </a:cubicBezTo>
                  <a:lnTo>
                    <a:pt x="94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sp>
        <p:nvSpPr>
          <p:cNvPr id="21529" name="文本框 41"/>
          <p:cNvSpPr txBox="1"/>
          <p:nvPr/>
        </p:nvSpPr>
        <p:spPr>
          <a:xfrm>
            <a:off x="1276350" y="2370138"/>
            <a:ext cx="684213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1200" dirty="0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H3C</a:t>
            </a:r>
            <a:endParaRPr lang="en-US" altLang="zh-CN" sz="1200" dirty="0">
              <a:solidFill>
                <a:srgbClr val="FFFFFF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530" name="文本框 42"/>
          <p:cNvSpPr txBox="1"/>
          <p:nvPr/>
        </p:nvSpPr>
        <p:spPr>
          <a:xfrm>
            <a:off x="1276350" y="4041775"/>
            <a:ext cx="684213" cy="274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1200" dirty="0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HP</a:t>
            </a:r>
            <a:endParaRPr lang="en-US" altLang="zh-CN" sz="1200" dirty="0">
              <a:solidFill>
                <a:srgbClr val="FFFFFF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531" name="文本框 43"/>
          <p:cNvSpPr txBox="1"/>
          <p:nvPr/>
        </p:nvSpPr>
        <p:spPr>
          <a:xfrm>
            <a:off x="1885950" y="3232150"/>
            <a:ext cx="684213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1200" dirty="0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DELL</a:t>
            </a:r>
            <a:endParaRPr lang="en-US" altLang="zh-CN" sz="1200" dirty="0">
              <a:solidFill>
                <a:srgbClr val="FFFFFF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532" name="文本框 44"/>
          <p:cNvSpPr txBox="1"/>
          <p:nvPr/>
        </p:nvSpPr>
        <p:spPr>
          <a:xfrm>
            <a:off x="6799263" y="3309938"/>
            <a:ext cx="750887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1200" dirty="0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Insuper</a:t>
            </a:r>
            <a:endParaRPr lang="en-US" altLang="zh-CN" sz="1200" dirty="0">
              <a:solidFill>
                <a:srgbClr val="FFFFFF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533" name="文本框 45"/>
          <p:cNvSpPr txBox="1"/>
          <p:nvPr/>
        </p:nvSpPr>
        <p:spPr>
          <a:xfrm>
            <a:off x="7415213" y="4041775"/>
            <a:ext cx="6842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1200" dirty="0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SuperCloud</a:t>
            </a:r>
            <a:endParaRPr lang="en-US" altLang="zh-CN" sz="1200" dirty="0">
              <a:solidFill>
                <a:srgbClr val="FFFFFF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534" name="文本框 46"/>
          <p:cNvSpPr txBox="1"/>
          <p:nvPr/>
        </p:nvSpPr>
        <p:spPr>
          <a:xfrm>
            <a:off x="7424738" y="2370138"/>
            <a:ext cx="685800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en-US" altLang="zh-CN" sz="1200" dirty="0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Think</a:t>
            </a:r>
            <a:endParaRPr lang="en-US" altLang="zh-CN" sz="1200" dirty="0">
              <a:solidFill>
                <a:srgbClr val="FFFFFF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21535" name="文本框 47"/>
          <p:cNvSpPr txBox="1"/>
          <p:nvPr/>
        </p:nvSpPr>
        <p:spPr>
          <a:xfrm>
            <a:off x="3079750" y="846138"/>
            <a:ext cx="4108450" cy="10128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285750" indent="-285750" algn="just">
              <a:lnSpc>
                <a:spcPct val="150000"/>
              </a:lnSpc>
              <a:buChar char="•"/>
            </a:pP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Linstor 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存储池相关功能</a:t>
            </a: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HDM 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和 </a:t>
            </a: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BIOS 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固件适配</a:t>
            </a:r>
            <a:endParaRPr lang="en-US" altLang="zh-CN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5" grpId="0"/>
      <p:bldP spid="16" grpId="0" animBg="1"/>
      <p:bldP spid="21529" grpId="0"/>
      <p:bldP spid="17" grpId="0" animBg="1"/>
      <p:bldP spid="21531" grpId="0"/>
      <p:bldP spid="18" grpId="0" animBg="1"/>
      <p:bldP spid="21530" grpId="0"/>
      <p:bldP spid="19" grpId="0" animBg="1"/>
      <p:bldP spid="21534" grpId="0"/>
      <p:bldP spid="20" grpId="0" animBg="1"/>
      <p:bldP spid="21532" grpId="0"/>
      <p:bldP spid="21" grpId="0" animBg="1"/>
      <p:bldP spid="215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cxnSp>
        <p:nvCxnSpPr>
          <p:cNvPr id="26630" name="直接连接符 12"/>
          <p:cNvCxnSpPr/>
          <p:nvPr/>
        </p:nvCxnSpPr>
        <p:spPr>
          <a:xfrm>
            <a:off x="4562475" y="1376363"/>
            <a:ext cx="0" cy="2992437"/>
          </a:xfrm>
          <a:prstGeom prst="line">
            <a:avLst/>
          </a:prstGeom>
          <a:ln w="9525" cap="flat" cmpd="sng">
            <a:solidFill>
              <a:srgbClr val="A6A6A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60" name="文本框 47"/>
          <p:cNvSpPr txBox="1"/>
          <p:nvPr/>
        </p:nvSpPr>
        <p:spPr>
          <a:xfrm>
            <a:off x="348933" y="1376363"/>
            <a:ext cx="4108450" cy="10128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285750" indent="-285750" algn="just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完成需求开发</a:t>
            </a: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186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个、修复缺陷</a:t>
            </a: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57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个</a:t>
            </a:r>
            <a:endParaRPr lang="en-US" altLang="zh-CN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en-US" altLang="zh-CN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处理客户现场问题</a:t>
            </a: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76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次</a:t>
            </a: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补充各类文档</a:t>
            </a:r>
            <a:r>
              <a:rPr lang="en-US" altLang="zh-CN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60</a:t>
            </a: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篇</a:t>
            </a: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6D6D6D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客户问题处理小组</a:t>
            </a:r>
            <a:endParaRPr lang="en-US" altLang="zh-CN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zh-CN" altLang="en-US" sz="1400" dirty="0">
              <a:solidFill>
                <a:srgbClr val="6D6D6D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</p:txBody>
      </p:sp>
      <p:sp>
        <p:nvSpPr>
          <p:cNvPr id="26633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在处理客户问题中积累沉淀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Content Placeholder 1" descr="问题处理流程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08905" y="911860"/>
            <a:ext cx="2965450" cy="3800475"/>
          </a:xfr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28677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6.7.0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中的优化实践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5606" name="Content Placeholder 1" descr="6.7.0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52450" y="979488"/>
            <a:ext cx="2555875" cy="3800475"/>
          </a:xfrm>
        </p:spPr>
      </p:pic>
      <p:pic>
        <p:nvPicPr>
          <p:cNvPr id="25607" name="Picture 11" descr="好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0" y="908050"/>
            <a:ext cx="1774825" cy="3943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8" name="Picture 12" descr="速度提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908050"/>
            <a:ext cx="1781175" cy="3956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9" name="Content Placeholder 14" descr="大幅提升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159125" y="908050"/>
            <a:ext cx="1774825" cy="3943350"/>
          </a:xfr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47522" y="328000"/>
            <a:ext cx="1770458" cy="401597"/>
          </a:xfrm>
          <a:prstGeom prst="roundRect">
            <a:avLst>
              <a:gd name="adj" fmla="val 9976"/>
            </a:avLst>
          </a:prstGeom>
          <a:solidFill>
            <a:srgbClr val="00B7CA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/>
          </a:p>
        </p:txBody>
      </p:sp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9238" y="355600"/>
            <a:ext cx="1668463" cy="34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二、价值观认识</a:t>
            </a:r>
            <a:endParaRPr lang="zh-CN" altLang="en-US" sz="1640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7655" name="Content Placeholder 9" descr="价值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73200" y="979488"/>
            <a:ext cx="6413500" cy="3800475"/>
          </a:xfr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ac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31749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以客户为中心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8678" name="Content Placeholder 1" descr="处理过程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676400" y="1344613"/>
            <a:ext cx="1711325" cy="3802062"/>
          </a:xfrm>
        </p:spPr>
      </p:pic>
      <p:pic>
        <p:nvPicPr>
          <p:cNvPr id="28679" name="Content Placeholder 9" descr="修改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7150" y="1122363"/>
            <a:ext cx="2447925" cy="3802062"/>
          </a:xfrm>
        </p:spPr>
      </p:pic>
      <p:sp>
        <p:nvSpPr>
          <p:cNvPr id="28680" name="Text Box 11"/>
          <p:cNvSpPr txBox="1"/>
          <p:nvPr/>
        </p:nvSpPr>
        <p:spPr>
          <a:xfrm>
            <a:off x="1000125" y="1662113"/>
            <a:ext cx="417513" cy="2430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问题跟进有始有终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81" name="Text Box 12"/>
          <p:cNvSpPr txBox="1"/>
          <p:nvPr/>
        </p:nvSpPr>
        <p:spPr>
          <a:xfrm>
            <a:off x="4508500" y="1957388"/>
            <a:ext cx="466725" cy="1844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考虑长远利益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/>
      <p:bldP spid="2868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47522" y="328000"/>
            <a:ext cx="1770458" cy="401597"/>
          </a:xfrm>
          <a:prstGeom prst="roundRect">
            <a:avLst>
              <a:gd name="adj" fmla="val 9976"/>
            </a:avLst>
          </a:prstGeom>
          <a:solidFill>
            <a:srgbClr val="00B7CA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/>
          </a:p>
        </p:txBody>
      </p:sp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9238" y="355600"/>
            <a:ext cx="1668463" cy="34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三、深入思考</a:t>
            </a:r>
            <a:endParaRPr lang="zh-CN" altLang="en-US" sz="1640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Freeform 5"/>
          <p:cNvSpPr/>
          <p:nvPr/>
        </p:nvSpPr>
        <p:spPr bwMode="auto">
          <a:xfrm>
            <a:off x="5114925" y="1123950"/>
            <a:ext cx="3221038" cy="3808413"/>
          </a:xfrm>
          <a:custGeom>
            <a:avLst/>
            <a:gdLst>
              <a:gd name="T0" fmla="*/ 1412 w 1646"/>
              <a:gd name="T1" fmla="*/ 1674 h 2015"/>
              <a:gd name="T2" fmla="*/ 1372 w 1646"/>
              <a:gd name="T3" fmla="*/ 1163 h 2015"/>
              <a:gd name="T4" fmla="*/ 1439 w 1646"/>
              <a:gd name="T5" fmla="*/ 1075 h 2015"/>
              <a:gd name="T6" fmla="*/ 1536 w 1646"/>
              <a:gd name="T7" fmla="*/ 808 h 2015"/>
              <a:gd name="T8" fmla="*/ 1247 w 1646"/>
              <a:gd name="T9" fmla="*/ 156 h 2015"/>
              <a:gd name="T10" fmla="*/ 493 w 1646"/>
              <a:gd name="T11" fmla="*/ 100 h 2015"/>
              <a:gd name="T12" fmla="*/ 398 w 1646"/>
              <a:gd name="T13" fmla="*/ 157 h 2015"/>
              <a:gd name="T14" fmla="*/ 163 w 1646"/>
              <a:gd name="T15" fmla="*/ 524 h 2015"/>
              <a:gd name="T16" fmla="*/ 126 w 1646"/>
              <a:gd name="T17" fmla="*/ 617 h 2015"/>
              <a:gd name="T18" fmla="*/ 134 w 1646"/>
              <a:gd name="T19" fmla="*/ 682 h 2015"/>
              <a:gd name="T20" fmla="*/ 133 w 1646"/>
              <a:gd name="T21" fmla="*/ 749 h 2015"/>
              <a:gd name="T22" fmla="*/ 20 w 1646"/>
              <a:gd name="T23" fmla="*/ 977 h 2015"/>
              <a:gd name="T24" fmla="*/ 1 w 1646"/>
              <a:gd name="T25" fmla="*/ 1022 h 2015"/>
              <a:gd name="T26" fmla="*/ 35 w 1646"/>
              <a:gd name="T27" fmla="*/ 1079 h 2015"/>
              <a:gd name="T28" fmla="*/ 89 w 1646"/>
              <a:gd name="T29" fmla="*/ 1092 h 2015"/>
              <a:gd name="T30" fmla="*/ 103 w 1646"/>
              <a:gd name="T31" fmla="*/ 1178 h 2015"/>
              <a:gd name="T32" fmla="*/ 88 w 1646"/>
              <a:gd name="T33" fmla="*/ 1208 h 2015"/>
              <a:gd name="T34" fmla="*/ 113 w 1646"/>
              <a:gd name="T35" fmla="*/ 1250 h 2015"/>
              <a:gd name="T36" fmla="*/ 141 w 1646"/>
              <a:gd name="T37" fmla="*/ 1260 h 2015"/>
              <a:gd name="T38" fmla="*/ 118 w 1646"/>
              <a:gd name="T39" fmla="*/ 1278 h 2015"/>
              <a:gd name="T40" fmla="*/ 136 w 1646"/>
              <a:gd name="T41" fmla="*/ 1339 h 2015"/>
              <a:gd name="T42" fmla="*/ 151 w 1646"/>
              <a:gd name="T43" fmla="*/ 1373 h 2015"/>
              <a:gd name="T44" fmla="*/ 139 w 1646"/>
              <a:gd name="T45" fmla="*/ 1432 h 2015"/>
              <a:gd name="T46" fmla="*/ 215 w 1646"/>
              <a:gd name="T47" fmla="*/ 1540 h 2015"/>
              <a:gd name="T48" fmla="*/ 436 w 1646"/>
              <a:gd name="T49" fmla="*/ 1546 h 2015"/>
              <a:gd name="T50" fmla="*/ 541 w 1646"/>
              <a:gd name="T51" fmla="*/ 1617 h 2015"/>
              <a:gd name="T52" fmla="*/ 560 w 1646"/>
              <a:gd name="T53" fmla="*/ 1684 h 2015"/>
              <a:gd name="T54" fmla="*/ 644 w 1646"/>
              <a:gd name="T55" fmla="*/ 1879 h 2015"/>
              <a:gd name="T56" fmla="*/ 607 w 1646"/>
              <a:gd name="T57" fmla="*/ 2015 h 2015"/>
              <a:gd name="T58" fmla="*/ 1646 w 1646"/>
              <a:gd name="T59" fmla="*/ 2015 h 2015"/>
              <a:gd name="T60" fmla="*/ 1412 w 1646"/>
              <a:gd name="T61" fmla="*/ 1674 h 20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646" h="2015">
                <a:moveTo>
                  <a:pt x="1412" y="1674"/>
                </a:moveTo>
                <a:cubicBezTo>
                  <a:pt x="1287" y="1534"/>
                  <a:pt x="1265" y="1326"/>
                  <a:pt x="1372" y="1163"/>
                </a:cubicBezTo>
                <a:cubicBezTo>
                  <a:pt x="1391" y="1135"/>
                  <a:pt x="1413" y="1106"/>
                  <a:pt x="1439" y="1075"/>
                </a:cubicBezTo>
                <a:cubicBezTo>
                  <a:pt x="1499" y="1000"/>
                  <a:pt x="1530" y="907"/>
                  <a:pt x="1536" y="808"/>
                </a:cubicBezTo>
                <a:cubicBezTo>
                  <a:pt x="1551" y="579"/>
                  <a:pt x="1439" y="291"/>
                  <a:pt x="1247" y="156"/>
                </a:cubicBezTo>
                <a:cubicBezTo>
                  <a:pt x="1032" y="18"/>
                  <a:pt x="744" y="0"/>
                  <a:pt x="493" y="100"/>
                </a:cubicBezTo>
                <a:cubicBezTo>
                  <a:pt x="460" y="116"/>
                  <a:pt x="429" y="135"/>
                  <a:pt x="398" y="157"/>
                </a:cubicBezTo>
                <a:cubicBezTo>
                  <a:pt x="258" y="258"/>
                  <a:pt x="224" y="369"/>
                  <a:pt x="163" y="524"/>
                </a:cubicBezTo>
                <a:cubicBezTo>
                  <a:pt x="151" y="554"/>
                  <a:pt x="133" y="585"/>
                  <a:pt x="126" y="617"/>
                </a:cubicBezTo>
                <a:cubicBezTo>
                  <a:pt x="119" y="652"/>
                  <a:pt x="127" y="664"/>
                  <a:pt x="134" y="682"/>
                </a:cubicBezTo>
                <a:cubicBezTo>
                  <a:pt x="145" y="707"/>
                  <a:pt x="144" y="723"/>
                  <a:pt x="133" y="749"/>
                </a:cubicBezTo>
                <a:cubicBezTo>
                  <a:pt x="97" y="826"/>
                  <a:pt x="65" y="904"/>
                  <a:pt x="20" y="977"/>
                </a:cubicBezTo>
                <a:cubicBezTo>
                  <a:pt x="12" y="989"/>
                  <a:pt x="2" y="1005"/>
                  <a:pt x="1" y="1022"/>
                </a:cubicBezTo>
                <a:cubicBezTo>
                  <a:pt x="0" y="1046"/>
                  <a:pt x="11" y="1070"/>
                  <a:pt x="35" y="1079"/>
                </a:cubicBezTo>
                <a:cubicBezTo>
                  <a:pt x="52" y="1085"/>
                  <a:pt x="71" y="1083"/>
                  <a:pt x="89" y="1092"/>
                </a:cubicBezTo>
                <a:cubicBezTo>
                  <a:pt x="130" y="1112"/>
                  <a:pt x="124" y="1148"/>
                  <a:pt x="103" y="1178"/>
                </a:cubicBezTo>
                <a:cubicBezTo>
                  <a:pt x="96" y="1189"/>
                  <a:pt x="89" y="1199"/>
                  <a:pt x="88" y="1208"/>
                </a:cubicBezTo>
                <a:cubicBezTo>
                  <a:pt x="85" y="1225"/>
                  <a:pt x="90" y="1240"/>
                  <a:pt x="113" y="1250"/>
                </a:cubicBezTo>
                <a:cubicBezTo>
                  <a:pt x="120" y="1254"/>
                  <a:pt x="130" y="1257"/>
                  <a:pt x="141" y="1260"/>
                </a:cubicBezTo>
                <a:cubicBezTo>
                  <a:pt x="131" y="1266"/>
                  <a:pt x="123" y="1272"/>
                  <a:pt x="118" y="1278"/>
                </a:cubicBezTo>
                <a:cubicBezTo>
                  <a:pt x="94" y="1302"/>
                  <a:pt x="114" y="1325"/>
                  <a:pt x="136" y="1339"/>
                </a:cubicBezTo>
                <a:cubicBezTo>
                  <a:pt x="150" y="1348"/>
                  <a:pt x="159" y="1356"/>
                  <a:pt x="151" y="1373"/>
                </a:cubicBezTo>
                <a:cubicBezTo>
                  <a:pt x="142" y="1393"/>
                  <a:pt x="139" y="1413"/>
                  <a:pt x="139" y="1432"/>
                </a:cubicBezTo>
                <a:cubicBezTo>
                  <a:pt x="140" y="1481"/>
                  <a:pt x="166" y="1527"/>
                  <a:pt x="215" y="1540"/>
                </a:cubicBezTo>
                <a:cubicBezTo>
                  <a:pt x="277" y="1556"/>
                  <a:pt x="371" y="1542"/>
                  <a:pt x="436" y="1546"/>
                </a:cubicBezTo>
                <a:cubicBezTo>
                  <a:pt x="483" y="1550"/>
                  <a:pt x="520" y="1567"/>
                  <a:pt x="541" y="1617"/>
                </a:cubicBezTo>
                <a:cubicBezTo>
                  <a:pt x="550" y="1639"/>
                  <a:pt x="555" y="1661"/>
                  <a:pt x="560" y="1684"/>
                </a:cubicBezTo>
                <a:cubicBezTo>
                  <a:pt x="577" y="1767"/>
                  <a:pt x="616" y="1806"/>
                  <a:pt x="644" y="1879"/>
                </a:cubicBezTo>
                <a:cubicBezTo>
                  <a:pt x="660" y="1920"/>
                  <a:pt x="660" y="1966"/>
                  <a:pt x="607" y="2015"/>
                </a:cubicBezTo>
                <a:cubicBezTo>
                  <a:pt x="1646" y="2015"/>
                  <a:pt x="1646" y="2015"/>
                  <a:pt x="1646" y="2015"/>
                </a:cubicBezTo>
                <a:cubicBezTo>
                  <a:pt x="1600" y="1886"/>
                  <a:pt x="1527" y="1803"/>
                  <a:pt x="1412" y="1674"/>
                </a:cubicBezTo>
                <a:close/>
              </a:path>
            </a:pathLst>
          </a:custGeom>
          <a:solidFill>
            <a:srgbClr val="6D6D6D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" name="Freeform 6"/>
          <p:cNvSpPr/>
          <p:nvPr/>
        </p:nvSpPr>
        <p:spPr bwMode="auto">
          <a:xfrm>
            <a:off x="5114925" y="1193800"/>
            <a:ext cx="1590675" cy="3738563"/>
          </a:xfrm>
          <a:custGeom>
            <a:avLst/>
            <a:gdLst>
              <a:gd name="T0" fmla="*/ 812 w 812"/>
              <a:gd name="T1" fmla="*/ 0 h 1978"/>
              <a:gd name="T2" fmla="*/ 493 w 812"/>
              <a:gd name="T3" fmla="*/ 63 h 1978"/>
              <a:gd name="T4" fmla="*/ 398 w 812"/>
              <a:gd name="T5" fmla="*/ 120 h 1978"/>
              <a:gd name="T6" fmla="*/ 163 w 812"/>
              <a:gd name="T7" fmla="*/ 487 h 1978"/>
              <a:gd name="T8" fmla="*/ 126 w 812"/>
              <a:gd name="T9" fmla="*/ 580 h 1978"/>
              <a:gd name="T10" fmla="*/ 134 w 812"/>
              <a:gd name="T11" fmla="*/ 645 h 1978"/>
              <a:gd name="T12" fmla="*/ 133 w 812"/>
              <a:gd name="T13" fmla="*/ 712 h 1978"/>
              <a:gd name="T14" fmla="*/ 20 w 812"/>
              <a:gd name="T15" fmla="*/ 940 h 1978"/>
              <a:gd name="T16" fmla="*/ 1 w 812"/>
              <a:gd name="T17" fmla="*/ 985 h 1978"/>
              <a:gd name="T18" fmla="*/ 35 w 812"/>
              <a:gd name="T19" fmla="*/ 1042 h 1978"/>
              <a:gd name="T20" fmla="*/ 89 w 812"/>
              <a:gd name="T21" fmla="*/ 1055 h 1978"/>
              <a:gd name="T22" fmla="*/ 103 w 812"/>
              <a:gd name="T23" fmla="*/ 1141 h 1978"/>
              <a:gd name="T24" fmla="*/ 88 w 812"/>
              <a:gd name="T25" fmla="*/ 1171 h 1978"/>
              <a:gd name="T26" fmla="*/ 113 w 812"/>
              <a:gd name="T27" fmla="*/ 1213 h 1978"/>
              <a:gd name="T28" fmla="*/ 141 w 812"/>
              <a:gd name="T29" fmla="*/ 1223 h 1978"/>
              <a:gd name="T30" fmla="*/ 118 w 812"/>
              <a:gd name="T31" fmla="*/ 1241 h 1978"/>
              <a:gd name="T32" fmla="*/ 136 w 812"/>
              <a:gd name="T33" fmla="*/ 1302 h 1978"/>
              <a:gd name="T34" fmla="*/ 151 w 812"/>
              <a:gd name="T35" fmla="*/ 1336 h 1978"/>
              <a:gd name="T36" fmla="*/ 139 w 812"/>
              <a:gd name="T37" fmla="*/ 1395 h 1978"/>
              <a:gd name="T38" fmla="*/ 215 w 812"/>
              <a:gd name="T39" fmla="*/ 1503 h 1978"/>
              <a:gd name="T40" fmla="*/ 436 w 812"/>
              <a:gd name="T41" fmla="*/ 1509 h 1978"/>
              <a:gd name="T42" fmla="*/ 541 w 812"/>
              <a:gd name="T43" fmla="*/ 1580 h 1978"/>
              <a:gd name="T44" fmla="*/ 560 w 812"/>
              <a:gd name="T45" fmla="*/ 1647 h 1978"/>
              <a:gd name="T46" fmla="*/ 644 w 812"/>
              <a:gd name="T47" fmla="*/ 1842 h 1978"/>
              <a:gd name="T48" fmla="*/ 607 w 812"/>
              <a:gd name="T49" fmla="*/ 1978 h 1978"/>
              <a:gd name="T50" fmla="*/ 812 w 812"/>
              <a:gd name="T51" fmla="*/ 1978 h 1978"/>
              <a:gd name="T52" fmla="*/ 812 w 812"/>
              <a:gd name="T53" fmla="*/ 0 h 1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2" h="1978">
                <a:moveTo>
                  <a:pt x="812" y="0"/>
                </a:moveTo>
                <a:cubicBezTo>
                  <a:pt x="704" y="1"/>
                  <a:pt x="596" y="22"/>
                  <a:pt x="493" y="63"/>
                </a:cubicBezTo>
                <a:cubicBezTo>
                  <a:pt x="460" y="79"/>
                  <a:pt x="429" y="98"/>
                  <a:pt x="398" y="120"/>
                </a:cubicBezTo>
                <a:cubicBezTo>
                  <a:pt x="258" y="221"/>
                  <a:pt x="224" y="332"/>
                  <a:pt x="163" y="487"/>
                </a:cubicBezTo>
                <a:cubicBezTo>
                  <a:pt x="151" y="517"/>
                  <a:pt x="133" y="548"/>
                  <a:pt x="126" y="580"/>
                </a:cubicBezTo>
                <a:cubicBezTo>
                  <a:pt x="119" y="615"/>
                  <a:pt x="127" y="627"/>
                  <a:pt x="134" y="645"/>
                </a:cubicBezTo>
                <a:cubicBezTo>
                  <a:pt x="145" y="670"/>
                  <a:pt x="144" y="686"/>
                  <a:pt x="133" y="712"/>
                </a:cubicBezTo>
                <a:cubicBezTo>
                  <a:pt x="97" y="789"/>
                  <a:pt x="65" y="867"/>
                  <a:pt x="20" y="940"/>
                </a:cubicBezTo>
                <a:cubicBezTo>
                  <a:pt x="12" y="952"/>
                  <a:pt x="2" y="968"/>
                  <a:pt x="1" y="985"/>
                </a:cubicBezTo>
                <a:cubicBezTo>
                  <a:pt x="0" y="1009"/>
                  <a:pt x="11" y="1033"/>
                  <a:pt x="35" y="1042"/>
                </a:cubicBezTo>
                <a:cubicBezTo>
                  <a:pt x="52" y="1048"/>
                  <a:pt x="71" y="1046"/>
                  <a:pt x="89" y="1055"/>
                </a:cubicBezTo>
                <a:cubicBezTo>
                  <a:pt x="130" y="1075"/>
                  <a:pt x="124" y="1111"/>
                  <a:pt x="103" y="1141"/>
                </a:cubicBezTo>
                <a:cubicBezTo>
                  <a:pt x="96" y="1152"/>
                  <a:pt x="89" y="1162"/>
                  <a:pt x="88" y="1171"/>
                </a:cubicBezTo>
                <a:cubicBezTo>
                  <a:pt x="85" y="1188"/>
                  <a:pt x="90" y="1203"/>
                  <a:pt x="113" y="1213"/>
                </a:cubicBezTo>
                <a:cubicBezTo>
                  <a:pt x="120" y="1217"/>
                  <a:pt x="130" y="1220"/>
                  <a:pt x="141" y="1223"/>
                </a:cubicBezTo>
                <a:cubicBezTo>
                  <a:pt x="131" y="1229"/>
                  <a:pt x="123" y="1235"/>
                  <a:pt x="118" y="1241"/>
                </a:cubicBezTo>
                <a:cubicBezTo>
                  <a:pt x="94" y="1265"/>
                  <a:pt x="114" y="1288"/>
                  <a:pt x="136" y="1302"/>
                </a:cubicBezTo>
                <a:cubicBezTo>
                  <a:pt x="150" y="1311"/>
                  <a:pt x="159" y="1319"/>
                  <a:pt x="151" y="1336"/>
                </a:cubicBezTo>
                <a:cubicBezTo>
                  <a:pt x="142" y="1356"/>
                  <a:pt x="139" y="1376"/>
                  <a:pt x="139" y="1395"/>
                </a:cubicBezTo>
                <a:cubicBezTo>
                  <a:pt x="140" y="1444"/>
                  <a:pt x="166" y="1490"/>
                  <a:pt x="215" y="1503"/>
                </a:cubicBezTo>
                <a:cubicBezTo>
                  <a:pt x="277" y="1519"/>
                  <a:pt x="371" y="1505"/>
                  <a:pt x="436" y="1509"/>
                </a:cubicBezTo>
                <a:cubicBezTo>
                  <a:pt x="483" y="1513"/>
                  <a:pt x="520" y="1530"/>
                  <a:pt x="541" y="1580"/>
                </a:cubicBezTo>
                <a:cubicBezTo>
                  <a:pt x="550" y="1602"/>
                  <a:pt x="555" y="1624"/>
                  <a:pt x="560" y="1647"/>
                </a:cubicBezTo>
                <a:cubicBezTo>
                  <a:pt x="577" y="1730"/>
                  <a:pt x="616" y="1769"/>
                  <a:pt x="644" y="1842"/>
                </a:cubicBezTo>
                <a:cubicBezTo>
                  <a:pt x="660" y="1883"/>
                  <a:pt x="660" y="1929"/>
                  <a:pt x="607" y="1978"/>
                </a:cubicBezTo>
                <a:cubicBezTo>
                  <a:pt x="812" y="1978"/>
                  <a:pt x="812" y="1978"/>
                  <a:pt x="812" y="1978"/>
                </a:cubicBezTo>
                <a:cubicBezTo>
                  <a:pt x="812" y="0"/>
                  <a:pt x="812" y="0"/>
                  <a:pt x="8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801" name="Freeform 7"/>
          <p:cNvSpPr/>
          <p:nvPr/>
        </p:nvSpPr>
        <p:spPr>
          <a:xfrm>
            <a:off x="5214938" y="1111250"/>
            <a:ext cx="2935287" cy="17430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1500" h="922">
                <a:moveTo>
                  <a:pt x="1466" y="922"/>
                </a:moveTo>
                <a:cubicBezTo>
                  <a:pt x="1476" y="885"/>
                  <a:pt x="1483" y="847"/>
                  <a:pt x="1485" y="808"/>
                </a:cubicBezTo>
                <a:cubicBezTo>
                  <a:pt x="1500" y="579"/>
                  <a:pt x="1388" y="291"/>
                  <a:pt x="1196" y="156"/>
                </a:cubicBezTo>
                <a:cubicBezTo>
                  <a:pt x="981" y="18"/>
                  <a:pt x="693" y="0"/>
                  <a:pt x="442" y="100"/>
                </a:cubicBezTo>
                <a:cubicBezTo>
                  <a:pt x="409" y="116"/>
                  <a:pt x="378" y="135"/>
                  <a:pt x="347" y="157"/>
                </a:cubicBezTo>
                <a:cubicBezTo>
                  <a:pt x="207" y="258"/>
                  <a:pt x="173" y="369"/>
                  <a:pt x="112" y="524"/>
                </a:cubicBezTo>
                <a:cubicBezTo>
                  <a:pt x="100" y="554"/>
                  <a:pt x="82" y="585"/>
                  <a:pt x="75" y="617"/>
                </a:cubicBezTo>
                <a:cubicBezTo>
                  <a:pt x="68" y="652"/>
                  <a:pt x="76" y="664"/>
                  <a:pt x="83" y="682"/>
                </a:cubicBezTo>
                <a:cubicBezTo>
                  <a:pt x="94" y="707"/>
                  <a:pt x="93" y="723"/>
                  <a:pt x="82" y="749"/>
                </a:cubicBezTo>
                <a:cubicBezTo>
                  <a:pt x="55" y="807"/>
                  <a:pt x="30" y="866"/>
                  <a:pt x="0" y="922"/>
                </a:cubicBezTo>
                <a:cubicBezTo>
                  <a:pt x="1466" y="922"/>
                  <a:pt x="1466" y="922"/>
                  <a:pt x="1466" y="922"/>
                </a:cubicBezTo>
                <a:close/>
              </a:path>
            </a:pathLst>
          </a:custGeom>
          <a:solidFill>
            <a:srgbClr val="C53D3D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2" name="Freeform 8"/>
          <p:cNvSpPr/>
          <p:nvPr/>
        </p:nvSpPr>
        <p:spPr>
          <a:xfrm>
            <a:off x="5214938" y="1181100"/>
            <a:ext cx="1490662" cy="167322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761" h="885">
                <a:moveTo>
                  <a:pt x="761" y="0"/>
                </a:moveTo>
                <a:cubicBezTo>
                  <a:pt x="653" y="1"/>
                  <a:pt x="545" y="22"/>
                  <a:pt x="442" y="63"/>
                </a:cubicBezTo>
                <a:cubicBezTo>
                  <a:pt x="409" y="79"/>
                  <a:pt x="378" y="98"/>
                  <a:pt x="347" y="120"/>
                </a:cubicBezTo>
                <a:cubicBezTo>
                  <a:pt x="207" y="221"/>
                  <a:pt x="173" y="332"/>
                  <a:pt x="112" y="487"/>
                </a:cubicBezTo>
                <a:cubicBezTo>
                  <a:pt x="100" y="517"/>
                  <a:pt x="82" y="548"/>
                  <a:pt x="75" y="580"/>
                </a:cubicBezTo>
                <a:cubicBezTo>
                  <a:pt x="68" y="615"/>
                  <a:pt x="76" y="627"/>
                  <a:pt x="83" y="645"/>
                </a:cubicBezTo>
                <a:cubicBezTo>
                  <a:pt x="94" y="670"/>
                  <a:pt x="93" y="686"/>
                  <a:pt x="82" y="712"/>
                </a:cubicBezTo>
                <a:cubicBezTo>
                  <a:pt x="55" y="770"/>
                  <a:pt x="30" y="829"/>
                  <a:pt x="0" y="885"/>
                </a:cubicBezTo>
                <a:cubicBezTo>
                  <a:pt x="761" y="885"/>
                  <a:pt x="761" y="885"/>
                  <a:pt x="761" y="885"/>
                </a:cubicBezTo>
                <a:cubicBezTo>
                  <a:pt x="761" y="0"/>
                  <a:pt x="761" y="0"/>
                  <a:pt x="761" y="0"/>
                </a:cubicBezTo>
                <a:close/>
              </a:path>
            </a:pathLst>
          </a:custGeom>
          <a:solidFill>
            <a:srgbClr val="2B2A2A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3" name="Freeform 11"/>
          <p:cNvSpPr/>
          <p:nvPr/>
        </p:nvSpPr>
        <p:spPr>
          <a:xfrm>
            <a:off x="6826250" y="3725863"/>
            <a:ext cx="219075" cy="474662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</a:cxnLst>
            <a:pathLst>
              <a:path w="111" h="250">
                <a:moveTo>
                  <a:pt x="73" y="0"/>
                </a:moveTo>
                <a:cubicBezTo>
                  <a:pt x="83" y="0"/>
                  <a:pt x="92" y="4"/>
                  <a:pt x="100" y="11"/>
                </a:cubicBezTo>
                <a:cubicBezTo>
                  <a:pt x="107" y="19"/>
                  <a:pt x="111" y="28"/>
                  <a:pt x="111" y="38"/>
                </a:cubicBezTo>
                <a:cubicBezTo>
                  <a:pt x="111" y="91"/>
                  <a:pt x="111" y="91"/>
                  <a:pt x="111" y="91"/>
                </a:cubicBezTo>
                <a:cubicBezTo>
                  <a:pt x="111" y="98"/>
                  <a:pt x="109" y="105"/>
                  <a:pt x="105" y="111"/>
                </a:cubicBezTo>
                <a:cubicBezTo>
                  <a:pt x="101" y="117"/>
                  <a:pt x="96" y="122"/>
                  <a:pt x="90" y="125"/>
                </a:cubicBezTo>
                <a:cubicBezTo>
                  <a:pt x="96" y="128"/>
                  <a:pt x="101" y="133"/>
                  <a:pt x="105" y="139"/>
                </a:cubicBezTo>
                <a:cubicBezTo>
                  <a:pt x="109" y="145"/>
                  <a:pt x="111" y="152"/>
                  <a:pt x="111" y="159"/>
                </a:cubicBezTo>
                <a:cubicBezTo>
                  <a:pt x="111" y="211"/>
                  <a:pt x="111" y="211"/>
                  <a:pt x="111" y="211"/>
                </a:cubicBezTo>
                <a:cubicBezTo>
                  <a:pt x="111" y="222"/>
                  <a:pt x="107" y="231"/>
                  <a:pt x="100" y="238"/>
                </a:cubicBezTo>
                <a:cubicBezTo>
                  <a:pt x="92" y="246"/>
                  <a:pt x="83" y="250"/>
                  <a:pt x="73" y="250"/>
                </a:cubicBezTo>
                <a:cubicBezTo>
                  <a:pt x="38" y="250"/>
                  <a:pt x="38" y="250"/>
                  <a:pt x="38" y="250"/>
                </a:cubicBezTo>
                <a:cubicBezTo>
                  <a:pt x="28" y="250"/>
                  <a:pt x="19" y="246"/>
                  <a:pt x="12" y="238"/>
                </a:cubicBezTo>
                <a:cubicBezTo>
                  <a:pt x="4" y="231"/>
                  <a:pt x="0" y="222"/>
                  <a:pt x="0" y="211"/>
                </a:cubicBezTo>
                <a:cubicBezTo>
                  <a:pt x="0" y="180"/>
                  <a:pt x="0" y="180"/>
                  <a:pt x="0" y="180"/>
                </a:cubicBezTo>
                <a:cubicBezTo>
                  <a:pt x="41" y="180"/>
                  <a:pt x="41" y="180"/>
                  <a:pt x="41" y="180"/>
                </a:cubicBezTo>
                <a:cubicBezTo>
                  <a:pt x="41" y="215"/>
                  <a:pt x="41" y="215"/>
                  <a:pt x="41" y="215"/>
                </a:cubicBezTo>
                <a:cubicBezTo>
                  <a:pt x="70" y="215"/>
                  <a:pt x="70" y="215"/>
                  <a:pt x="70" y="215"/>
                </a:cubicBezTo>
                <a:cubicBezTo>
                  <a:pt x="70" y="142"/>
                  <a:pt x="70" y="142"/>
                  <a:pt x="70" y="142"/>
                </a:cubicBezTo>
                <a:cubicBezTo>
                  <a:pt x="41" y="142"/>
                  <a:pt x="41" y="142"/>
                  <a:pt x="41" y="142"/>
                </a:cubicBezTo>
                <a:cubicBezTo>
                  <a:pt x="41" y="107"/>
                  <a:pt x="41" y="107"/>
                  <a:pt x="41" y="107"/>
                </a:cubicBezTo>
                <a:cubicBezTo>
                  <a:pt x="70" y="107"/>
                  <a:pt x="70" y="107"/>
                  <a:pt x="70" y="107"/>
                </a:cubicBezTo>
                <a:cubicBezTo>
                  <a:pt x="70" y="35"/>
                  <a:pt x="70" y="35"/>
                  <a:pt x="70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70"/>
                  <a:pt x="41" y="70"/>
                  <a:pt x="41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28"/>
                  <a:pt x="4" y="19"/>
                  <a:pt x="12" y="11"/>
                </a:cubicBezTo>
                <a:cubicBezTo>
                  <a:pt x="19" y="4"/>
                  <a:pt x="28" y="0"/>
                  <a:pt x="38" y="0"/>
                </a:cubicBezTo>
                <a:cubicBezTo>
                  <a:pt x="73" y="0"/>
                  <a:pt x="73" y="0"/>
                  <a:pt x="73" y="0"/>
                </a:cubicBezTo>
                <a:close/>
              </a:path>
            </a:pathLst>
          </a:custGeom>
          <a:solidFill>
            <a:srgbClr val="6D6D6D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4" name="Freeform 14"/>
          <p:cNvSpPr>
            <a:spLocks noEditPoints="1"/>
          </p:cNvSpPr>
          <p:nvPr/>
        </p:nvSpPr>
        <p:spPr>
          <a:xfrm>
            <a:off x="6283325" y="2457450"/>
            <a:ext cx="257175" cy="28416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31" h="151">
                <a:moveTo>
                  <a:pt x="48" y="130"/>
                </a:moveTo>
                <a:cubicBezTo>
                  <a:pt x="83" y="130"/>
                  <a:pt x="83" y="130"/>
                  <a:pt x="83" y="130"/>
                </a:cubicBezTo>
                <a:cubicBezTo>
                  <a:pt x="84" y="130"/>
                  <a:pt x="86" y="131"/>
                  <a:pt x="86" y="132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6" y="137"/>
                  <a:pt x="84" y="138"/>
                  <a:pt x="83" y="138"/>
                </a:cubicBezTo>
                <a:cubicBezTo>
                  <a:pt x="48" y="138"/>
                  <a:pt x="48" y="138"/>
                  <a:pt x="48" y="138"/>
                </a:cubicBezTo>
                <a:cubicBezTo>
                  <a:pt x="46" y="138"/>
                  <a:pt x="45" y="137"/>
                  <a:pt x="45" y="136"/>
                </a:cubicBezTo>
                <a:cubicBezTo>
                  <a:pt x="45" y="132"/>
                  <a:pt x="45" y="132"/>
                  <a:pt x="45" y="132"/>
                </a:cubicBezTo>
                <a:cubicBezTo>
                  <a:pt x="45" y="131"/>
                  <a:pt x="46" y="130"/>
                  <a:pt x="48" y="130"/>
                </a:cubicBezTo>
                <a:cubicBezTo>
                  <a:pt x="48" y="130"/>
                  <a:pt x="48" y="130"/>
                  <a:pt x="48" y="130"/>
                </a:cubicBezTo>
                <a:close/>
                <a:moveTo>
                  <a:pt x="78" y="143"/>
                </a:moveTo>
                <a:cubicBezTo>
                  <a:pt x="78" y="147"/>
                  <a:pt x="78" y="147"/>
                  <a:pt x="78" y="147"/>
                </a:cubicBezTo>
                <a:cubicBezTo>
                  <a:pt x="78" y="149"/>
                  <a:pt x="76" y="151"/>
                  <a:pt x="74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4" y="151"/>
                  <a:pt x="52" y="149"/>
                  <a:pt x="52" y="147"/>
                </a:cubicBezTo>
                <a:cubicBezTo>
                  <a:pt x="52" y="143"/>
                  <a:pt x="52" y="143"/>
                  <a:pt x="52" y="143"/>
                </a:cubicBezTo>
                <a:cubicBezTo>
                  <a:pt x="78" y="143"/>
                  <a:pt x="78" y="143"/>
                  <a:pt x="78" y="143"/>
                </a:cubicBezTo>
                <a:close/>
                <a:moveTo>
                  <a:pt x="65" y="34"/>
                </a:moveTo>
                <a:cubicBezTo>
                  <a:pt x="84" y="34"/>
                  <a:pt x="99" y="49"/>
                  <a:pt x="99" y="68"/>
                </a:cubicBezTo>
                <a:cubicBezTo>
                  <a:pt x="99" y="89"/>
                  <a:pt x="82" y="94"/>
                  <a:pt x="82" y="125"/>
                </a:cubicBezTo>
                <a:cubicBezTo>
                  <a:pt x="49" y="125"/>
                  <a:pt x="49" y="125"/>
                  <a:pt x="49" y="125"/>
                </a:cubicBezTo>
                <a:cubicBezTo>
                  <a:pt x="49" y="94"/>
                  <a:pt x="31" y="89"/>
                  <a:pt x="31" y="68"/>
                </a:cubicBezTo>
                <a:cubicBezTo>
                  <a:pt x="31" y="49"/>
                  <a:pt x="47" y="34"/>
                  <a:pt x="65" y="34"/>
                </a:cubicBezTo>
                <a:cubicBezTo>
                  <a:pt x="65" y="34"/>
                  <a:pt x="65" y="34"/>
                  <a:pt x="65" y="34"/>
                </a:cubicBezTo>
                <a:close/>
                <a:moveTo>
                  <a:pt x="70" y="40"/>
                </a:moveTo>
                <a:cubicBezTo>
                  <a:pt x="72" y="41"/>
                  <a:pt x="72" y="41"/>
                  <a:pt x="72" y="41"/>
                </a:cubicBezTo>
                <a:cubicBezTo>
                  <a:pt x="76" y="42"/>
                  <a:pt x="80" y="44"/>
                  <a:pt x="83" y="46"/>
                </a:cubicBezTo>
                <a:cubicBezTo>
                  <a:pt x="82" y="46"/>
                  <a:pt x="80" y="45"/>
                  <a:pt x="79" y="45"/>
                </a:cubicBezTo>
                <a:cubicBezTo>
                  <a:pt x="76" y="44"/>
                  <a:pt x="76" y="44"/>
                  <a:pt x="76" y="44"/>
                </a:cubicBezTo>
                <a:cubicBezTo>
                  <a:pt x="74" y="44"/>
                  <a:pt x="73" y="44"/>
                  <a:pt x="71" y="43"/>
                </a:cubicBezTo>
                <a:cubicBezTo>
                  <a:pt x="69" y="44"/>
                  <a:pt x="66" y="44"/>
                  <a:pt x="64" y="45"/>
                </a:cubicBezTo>
                <a:cubicBezTo>
                  <a:pt x="59" y="46"/>
                  <a:pt x="54" y="49"/>
                  <a:pt x="50" y="53"/>
                </a:cubicBezTo>
                <a:cubicBezTo>
                  <a:pt x="49" y="55"/>
                  <a:pt x="49" y="55"/>
                  <a:pt x="49" y="55"/>
                </a:cubicBezTo>
                <a:cubicBezTo>
                  <a:pt x="45" y="59"/>
                  <a:pt x="43" y="63"/>
                  <a:pt x="42" y="68"/>
                </a:cubicBezTo>
                <a:cubicBezTo>
                  <a:pt x="41" y="72"/>
                  <a:pt x="41" y="72"/>
                  <a:pt x="41" y="72"/>
                </a:cubicBezTo>
                <a:cubicBezTo>
                  <a:pt x="40" y="75"/>
                  <a:pt x="40" y="78"/>
                  <a:pt x="40" y="81"/>
                </a:cubicBezTo>
                <a:cubicBezTo>
                  <a:pt x="40" y="80"/>
                  <a:pt x="39" y="78"/>
                  <a:pt x="38" y="77"/>
                </a:cubicBezTo>
                <a:cubicBezTo>
                  <a:pt x="38" y="74"/>
                  <a:pt x="38" y="74"/>
                  <a:pt x="38" y="74"/>
                </a:cubicBezTo>
                <a:cubicBezTo>
                  <a:pt x="37" y="70"/>
                  <a:pt x="37" y="66"/>
                  <a:pt x="38" y="62"/>
                </a:cubicBezTo>
                <a:cubicBezTo>
                  <a:pt x="38" y="60"/>
                  <a:pt x="38" y="60"/>
                  <a:pt x="38" y="60"/>
                </a:cubicBezTo>
                <a:cubicBezTo>
                  <a:pt x="40" y="56"/>
                  <a:pt x="42" y="53"/>
                  <a:pt x="45" y="49"/>
                </a:cubicBezTo>
                <a:cubicBezTo>
                  <a:pt x="47" y="47"/>
                  <a:pt x="47" y="47"/>
                  <a:pt x="47" y="47"/>
                </a:cubicBezTo>
                <a:cubicBezTo>
                  <a:pt x="50" y="44"/>
                  <a:pt x="54" y="42"/>
                  <a:pt x="58" y="41"/>
                </a:cubicBezTo>
                <a:cubicBezTo>
                  <a:pt x="61" y="40"/>
                  <a:pt x="63" y="40"/>
                  <a:pt x="65" y="40"/>
                </a:cubicBezTo>
                <a:cubicBezTo>
                  <a:pt x="67" y="40"/>
                  <a:pt x="68" y="40"/>
                  <a:pt x="70" y="40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62" y="0"/>
                </a:moveTo>
                <a:cubicBezTo>
                  <a:pt x="70" y="0"/>
                  <a:pt x="70" y="0"/>
                  <a:pt x="70" y="0"/>
                </a:cubicBezTo>
                <a:cubicBezTo>
                  <a:pt x="70" y="23"/>
                  <a:pt x="70" y="23"/>
                  <a:pt x="70" y="23"/>
                </a:cubicBezTo>
                <a:cubicBezTo>
                  <a:pt x="68" y="23"/>
                  <a:pt x="67" y="23"/>
                  <a:pt x="66" y="23"/>
                </a:cubicBezTo>
                <a:cubicBezTo>
                  <a:pt x="64" y="23"/>
                  <a:pt x="63" y="23"/>
                  <a:pt x="62" y="23"/>
                </a:cubicBezTo>
                <a:cubicBezTo>
                  <a:pt x="62" y="0"/>
                  <a:pt x="62" y="0"/>
                  <a:pt x="62" y="0"/>
                </a:cubicBezTo>
                <a:close/>
                <a:moveTo>
                  <a:pt x="109" y="16"/>
                </a:moveTo>
                <a:cubicBezTo>
                  <a:pt x="115" y="22"/>
                  <a:pt x="115" y="22"/>
                  <a:pt x="115" y="22"/>
                </a:cubicBezTo>
                <a:cubicBezTo>
                  <a:pt x="99" y="37"/>
                  <a:pt x="99" y="37"/>
                  <a:pt x="99" y="37"/>
                </a:cubicBezTo>
                <a:cubicBezTo>
                  <a:pt x="97" y="35"/>
                  <a:pt x="95" y="33"/>
                  <a:pt x="93" y="32"/>
                </a:cubicBezTo>
                <a:cubicBezTo>
                  <a:pt x="109" y="16"/>
                  <a:pt x="109" y="16"/>
                  <a:pt x="109" y="16"/>
                </a:cubicBezTo>
                <a:close/>
                <a:moveTo>
                  <a:pt x="34" y="102"/>
                </a:moveTo>
                <a:cubicBezTo>
                  <a:pt x="22" y="114"/>
                  <a:pt x="22" y="114"/>
                  <a:pt x="22" y="114"/>
                </a:cubicBezTo>
                <a:cubicBezTo>
                  <a:pt x="17" y="108"/>
                  <a:pt x="17" y="108"/>
                  <a:pt x="17" y="108"/>
                </a:cubicBezTo>
                <a:cubicBezTo>
                  <a:pt x="29" y="96"/>
                  <a:pt x="29" y="96"/>
                  <a:pt x="29" y="96"/>
                </a:cubicBezTo>
                <a:cubicBezTo>
                  <a:pt x="31" y="98"/>
                  <a:pt x="32" y="100"/>
                  <a:pt x="34" y="102"/>
                </a:cubicBezTo>
                <a:cubicBezTo>
                  <a:pt x="34" y="102"/>
                  <a:pt x="34" y="102"/>
                  <a:pt x="34" y="102"/>
                </a:cubicBezTo>
                <a:close/>
                <a:moveTo>
                  <a:pt x="22" y="16"/>
                </a:moveTo>
                <a:cubicBezTo>
                  <a:pt x="17" y="22"/>
                  <a:pt x="17" y="22"/>
                  <a:pt x="17" y="22"/>
                </a:cubicBezTo>
                <a:cubicBezTo>
                  <a:pt x="32" y="37"/>
                  <a:pt x="32" y="37"/>
                  <a:pt x="32" y="37"/>
                </a:cubicBezTo>
                <a:cubicBezTo>
                  <a:pt x="34" y="35"/>
                  <a:pt x="36" y="33"/>
                  <a:pt x="38" y="32"/>
                </a:cubicBezTo>
                <a:cubicBezTo>
                  <a:pt x="22" y="16"/>
                  <a:pt x="22" y="16"/>
                  <a:pt x="22" y="16"/>
                </a:cubicBezTo>
                <a:close/>
                <a:moveTo>
                  <a:pt x="97" y="102"/>
                </a:moveTo>
                <a:cubicBezTo>
                  <a:pt x="109" y="114"/>
                  <a:pt x="109" y="114"/>
                  <a:pt x="109" y="114"/>
                </a:cubicBezTo>
                <a:cubicBezTo>
                  <a:pt x="115" y="108"/>
                  <a:pt x="115" y="108"/>
                  <a:pt x="115" y="108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8"/>
                  <a:pt x="99" y="100"/>
                  <a:pt x="97" y="102"/>
                </a:cubicBezTo>
                <a:cubicBezTo>
                  <a:pt x="97" y="102"/>
                  <a:pt x="97" y="102"/>
                  <a:pt x="97" y="102"/>
                </a:cubicBezTo>
                <a:close/>
                <a:moveTo>
                  <a:pt x="131" y="61"/>
                </a:moveTo>
                <a:cubicBezTo>
                  <a:pt x="131" y="69"/>
                  <a:pt x="131" y="69"/>
                  <a:pt x="131" y="69"/>
                </a:cubicBezTo>
                <a:cubicBezTo>
                  <a:pt x="112" y="69"/>
                  <a:pt x="112" y="69"/>
                  <a:pt x="112" y="69"/>
                </a:cubicBezTo>
                <a:cubicBezTo>
                  <a:pt x="112" y="69"/>
                  <a:pt x="112" y="68"/>
                  <a:pt x="112" y="68"/>
                </a:cubicBezTo>
                <a:cubicBezTo>
                  <a:pt x="112" y="66"/>
                  <a:pt x="111" y="63"/>
                  <a:pt x="111" y="61"/>
                </a:cubicBezTo>
                <a:cubicBezTo>
                  <a:pt x="131" y="61"/>
                  <a:pt x="131" y="61"/>
                  <a:pt x="131" y="61"/>
                </a:cubicBezTo>
                <a:close/>
                <a:moveTo>
                  <a:pt x="20" y="69"/>
                </a:moveTo>
                <a:cubicBezTo>
                  <a:pt x="0" y="69"/>
                  <a:pt x="0" y="69"/>
                  <a:pt x="0" y="69"/>
                </a:cubicBezTo>
                <a:cubicBezTo>
                  <a:pt x="0" y="61"/>
                  <a:pt x="0" y="61"/>
                  <a:pt x="0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20" y="63"/>
                  <a:pt x="20" y="66"/>
                  <a:pt x="20" y="68"/>
                </a:cubicBezTo>
                <a:cubicBezTo>
                  <a:pt x="20" y="68"/>
                  <a:pt x="20" y="69"/>
                  <a:pt x="20" y="69"/>
                </a:cubicBezTo>
                <a:cubicBezTo>
                  <a:pt x="20" y="69"/>
                  <a:pt x="20" y="69"/>
                  <a:pt x="20" y="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5" name="Freeform 15"/>
          <p:cNvSpPr>
            <a:spLocks noEditPoints="1"/>
          </p:cNvSpPr>
          <p:nvPr/>
        </p:nvSpPr>
        <p:spPr>
          <a:xfrm>
            <a:off x="6832600" y="2506663"/>
            <a:ext cx="244475" cy="185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25" h="98">
                <a:moveTo>
                  <a:pt x="125" y="54"/>
                </a:moveTo>
                <a:cubicBezTo>
                  <a:pt x="125" y="91"/>
                  <a:pt x="125" y="91"/>
                  <a:pt x="125" y="91"/>
                </a:cubicBezTo>
                <a:cubicBezTo>
                  <a:pt x="125" y="95"/>
                  <a:pt x="122" y="98"/>
                  <a:pt x="118" y="98"/>
                </a:cubicBezTo>
                <a:cubicBezTo>
                  <a:pt x="6" y="98"/>
                  <a:pt x="6" y="98"/>
                  <a:pt x="6" y="98"/>
                </a:cubicBezTo>
                <a:cubicBezTo>
                  <a:pt x="3" y="98"/>
                  <a:pt x="0" y="95"/>
                  <a:pt x="0" y="91"/>
                </a:cubicBezTo>
                <a:cubicBezTo>
                  <a:pt x="0" y="54"/>
                  <a:pt x="0" y="54"/>
                  <a:pt x="0" y="54"/>
                </a:cubicBezTo>
                <a:cubicBezTo>
                  <a:pt x="55" y="54"/>
                  <a:pt x="55" y="54"/>
                  <a:pt x="55" y="54"/>
                </a:cubicBezTo>
                <a:cubicBezTo>
                  <a:pt x="55" y="62"/>
                  <a:pt x="55" y="62"/>
                  <a:pt x="55" y="62"/>
                </a:cubicBezTo>
                <a:cubicBezTo>
                  <a:pt x="55" y="64"/>
                  <a:pt x="57" y="66"/>
                  <a:pt x="59" y="66"/>
                </a:cubicBezTo>
                <a:cubicBezTo>
                  <a:pt x="66" y="66"/>
                  <a:pt x="66" y="66"/>
                  <a:pt x="66" y="66"/>
                </a:cubicBezTo>
                <a:cubicBezTo>
                  <a:pt x="68" y="66"/>
                  <a:pt x="69" y="64"/>
                  <a:pt x="69" y="62"/>
                </a:cubicBezTo>
                <a:cubicBezTo>
                  <a:pt x="69" y="54"/>
                  <a:pt x="69" y="54"/>
                  <a:pt x="69" y="54"/>
                </a:cubicBezTo>
                <a:cubicBezTo>
                  <a:pt x="125" y="54"/>
                  <a:pt x="125" y="54"/>
                  <a:pt x="125" y="54"/>
                </a:cubicBezTo>
                <a:close/>
                <a:moveTo>
                  <a:pt x="50" y="19"/>
                </a:moveTo>
                <a:cubicBezTo>
                  <a:pt x="75" y="19"/>
                  <a:pt x="75" y="19"/>
                  <a:pt x="75" y="19"/>
                </a:cubicBezTo>
                <a:cubicBezTo>
                  <a:pt x="75" y="11"/>
                  <a:pt x="75" y="11"/>
                  <a:pt x="75" y="11"/>
                </a:cubicBezTo>
                <a:cubicBezTo>
                  <a:pt x="75" y="9"/>
                  <a:pt x="73" y="8"/>
                  <a:pt x="72" y="8"/>
                </a:cubicBezTo>
                <a:cubicBezTo>
                  <a:pt x="53" y="8"/>
                  <a:pt x="53" y="8"/>
                  <a:pt x="53" y="8"/>
                </a:cubicBezTo>
                <a:cubicBezTo>
                  <a:pt x="51" y="8"/>
                  <a:pt x="50" y="9"/>
                  <a:pt x="50" y="11"/>
                </a:cubicBezTo>
                <a:cubicBezTo>
                  <a:pt x="50" y="19"/>
                  <a:pt x="50" y="19"/>
                  <a:pt x="50" y="19"/>
                </a:cubicBezTo>
                <a:close/>
                <a:moveTo>
                  <a:pt x="6" y="19"/>
                </a:moveTo>
                <a:cubicBezTo>
                  <a:pt x="43" y="19"/>
                  <a:pt x="43" y="19"/>
                  <a:pt x="43" y="19"/>
                </a:cubicBezTo>
                <a:cubicBezTo>
                  <a:pt x="43" y="11"/>
                  <a:pt x="43" y="11"/>
                  <a:pt x="43" y="11"/>
                </a:cubicBezTo>
                <a:cubicBezTo>
                  <a:pt x="43" y="5"/>
                  <a:pt x="47" y="0"/>
                  <a:pt x="53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7" y="0"/>
                  <a:pt x="82" y="5"/>
                  <a:pt x="82" y="11"/>
                </a:cubicBezTo>
                <a:cubicBezTo>
                  <a:pt x="82" y="19"/>
                  <a:pt x="82" y="19"/>
                  <a:pt x="82" y="19"/>
                </a:cubicBezTo>
                <a:cubicBezTo>
                  <a:pt x="118" y="19"/>
                  <a:pt x="118" y="19"/>
                  <a:pt x="118" y="19"/>
                </a:cubicBezTo>
                <a:cubicBezTo>
                  <a:pt x="122" y="19"/>
                  <a:pt x="125" y="22"/>
                  <a:pt x="125" y="26"/>
                </a:cubicBezTo>
                <a:cubicBezTo>
                  <a:pt x="125" y="47"/>
                  <a:pt x="125" y="47"/>
                  <a:pt x="125" y="47"/>
                </a:cubicBezTo>
                <a:cubicBezTo>
                  <a:pt x="0" y="47"/>
                  <a:pt x="0" y="47"/>
                  <a:pt x="0" y="4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2"/>
                  <a:pt x="3" y="19"/>
                  <a:pt x="6" y="19"/>
                </a:cubicBezTo>
                <a:cubicBezTo>
                  <a:pt x="6" y="19"/>
                  <a:pt x="6" y="19"/>
                  <a:pt x="6" y="1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6" name="Freeform 16"/>
          <p:cNvSpPr>
            <a:spLocks noEditPoints="1"/>
          </p:cNvSpPr>
          <p:nvPr/>
        </p:nvSpPr>
        <p:spPr>
          <a:xfrm>
            <a:off x="6797675" y="4579938"/>
            <a:ext cx="279400" cy="27305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43" h="144">
                <a:moveTo>
                  <a:pt x="70" y="40"/>
                </a:moveTo>
                <a:cubicBezTo>
                  <a:pt x="75" y="41"/>
                  <a:pt x="80" y="42"/>
                  <a:pt x="84" y="45"/>
                </a:cubicBezTo>
                <a:cubicBezTo>
                  <a:pt x="79" y="50"/>
                  <a:pt x="79" y="50"/>
                  <a:pt x="79" y="50"/>
                </a:cubicBezTo>
                <a:cubicBezTo>
                  <a:pt x="76" y="49"/>
                  <a:pt x="73" y="48"/>
                  <a:pt x="70" y="47"/>
                </a:cubicBezTo>
                <a:cubicBezTo>
                  <a:pt x="70" y="61"/>
                  <a:pt x="70" y="61"/>
                  <a:pt x="70" y="61"/>
                </a:cubicBezTo>
                <a:cubicBezTo>
                  <a:pt x="72" y="62"/>
                  <a:pt x="74" y="63"/>
                  <a:pt x="75" y="64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5" y="18"/>
                  <a:pt x="105" y="18"/>
                  <a:pt x="105" y="18"/>
                </a:cubicBezTo>
                <a:cubicBezTo>
                  <a:pt x="123" y="0"/>
                  <a:pt x="123" y="0"/>
                  <a:pt x="123" y="0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43" y="21"/>
                  <a:pt x="143" y="21"/>
                  <a:pt x="143" y="21"/>
                </a:cubicBezTo>
                <a:cubicBezTo>
                  <a:pt x="125" y="39"/>
                  <a:pt x="125" y="39"/>
                  <a:pt x="125" y="39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80" y="68"/>
                  <a:pt x="80" y="68"/>
                  <a:pt x="80" y="68"/>
                </a:cubicBezTo>
                <a:cubicBezTo>
                  <a:pt x="81" y="70"/>
                  <a:pt x="82" y="72"/>
                  <a:pt x="82" y="74"/>
                </a:cubicBezTo>
                <a:cubicBezTo>
                  <a:pt x="96" y="74"/>
                  <a:pt x="96" y="74"/>
                  <a:pt x="96" y="74"/>
                </a:cubicBezTo>
                <a:cubicBezTo>
                  <a:pt x="96" y="70"/>
                  <a:pt x="95" y="67"/>
                  <a:pt x="94" y="65"/>
                </a:cubicBezTo>
                <a:cubicBezTo>
                  <a:pt x="99" y="59"/>
                  <a:pt x="99" y="59"/>
                  <a:pt x="99" y="59"/>
                </a:cubicBezTo>
                <a:cubicBezTo>
                  <a:pt x="101" y="64"/>
                  <a:pt x="103" y="69"/>
                  <a:pt x="103" y="74"/>
                </a:cubicBezTo>
                <a:cubicBezTo>
                  <a:pt x="117" y="74"/>
                  <a:pt x="117" y="74"/>
                  <a:pt x="117" y="74"/>
                </a:cubicBezTo>
                <a:cubicBezTo>
                  <a:pt x="116" y="65"/>
                  <a:pt x="114" y="56"/>
                  <a:pt x="109" y="49"/>
                </a:cubicBezTo>
                <a:cubicBezTo>
                  <a:pt x="114" y="44"/>
                  <a:pt x="114" y="44"/>
                  <a:pt x="114" y="44"/>
                </a:cubicBezTo>
                <a:cubicBezTo>
                  <a:pt x="114" y="45"/>
                  <a:pt x="114" y="45"/>
                  <a:pt x="114" y="45"/>
                </a:cubicBezTo>
                <a:cubicBezTo>
                  <a:pt x="120" y="53"/>
                  <a:pt x="123" y="63"/>
                  <a:pt x="124" y="74"/>
                </a:cubicBezTo>
                <a:cubicBezTo>
                  <a:pt x="133" y="74"/>
                  <a:pt x="133" y="74"/>
                  <a:pt x="133" y="74"/>
                </a:cubicBezTo>
                <a:cubicBezTo>
                  <a:pt x="133" y="81"/>
                  <a:pt x="133" y="81"/>
                  <a:pt x="133" y="81"/>
                </a:cubicBezTo>
                <a:cubicBezTo>
                  <a:pt x="124" y="81"/>
                  <a:pt x="124" y="81"/>
                  <a:pt x="124" y="81"/>
                </a:cubicBezTo>
                <a:cubicBezTo>
                  <a:pt x="122" y="110"/>
                  <a:pt x="99" y="133"/>
                  <a:pt x="70" y="135"/>
                </a:cubicBezTo>
                <a:cubicBezTo>
                  <a:pt x="70" y="144"/>
                  <a:pt x="70" y="144"/>
                  <a:pt x="70" y="144"/>
                </a:cubicBezTo>
                <a:cubicBezTo>
                  <a:pt x="63" y="144"/>
                  <a:pt x="63" y="144"/>
                  <a:pt x="63" y="144"/>
                </a:cubicBezTo>
                <a:cubicBezTo>
                  <a:pt x="63" y="135"/>
                  <a:pt x="63" y="135"/>
                  <a:pt x="63" y="135"/>
                </a:cubicBezTo>
                <a:cubicBezTo>
                  <a:pt x="34" y="133"/>
                  <a:pt x="11" y="110"/>
                  <a:pt x="9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4"/>
                  <a:pt x="0" y="74"/>
                  <a:pt x="0" y="74"/>
                </a:cubicBezTo>
                <a:cubicBezTo>
                  <a:pt x="9" y="74"/>
                  <a:pt x="9" y="74"/>
                  <a:pt x="9" y="74"/>
                </a:cubicBezTo>
                <a:cubicBezTo>
                  <a:pt x="11" y="45"/>
                  <a:pt x="34" y="21"/>
                  <a:pt x="63" y="20"/>
                </a:cubicBezTo>
                <a:cubicBezTo>
                  <a:pt x="63" y="10"/>
                  <a:pt x="63" y="10"/>
                  <a:pt x="63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70" y="20"/>
                  <a:pt x="70" y="20"/>
                  <a:pt x="70" y="20"/>
                </a:cubicBezTo>
                <a:cubicBezTo>
                  <a:pt x="81" y="20"/>
                  <a:pt x="91" y="24"/>
                  <a:pt x="99" y="30"/>
                </a:cubicBezTo>
                <a:cubicBezTo>
                  <a:pt x="99" y="30"/>
                  <a:pt x="99" y="30"/>
                  <a:pt x="99" y="30"/>
                </a:cubicBezTo>
                <a:cubicBezTo>
                  <a:pt x="94" y="35"/>
                  <a:pt x="94" y="35"/>
                  <a:pt x="94" y="35"/>
                </a:cubicBezTo>
                <a:cubicBezTo>
                  <a:pt x="87" y="30"/>
                  <a:pt x="79" y="27"/>
                  <a:pt x="70" y="27"/>
                </a:cubicBezTo>
                <a:cubicBezTo>
                  <a:pt x="70" y="40"/>
                  <a:pt x="70" y="40"/>
                  <a:pt x="70" y="40"/>
                </a:cubicBezTo>
                <a:close/>
                <a:moveTo>
                  <a:pt x="82" y="81"/>
                </a:moveTo>
                <a:cubicBezTo>
                  <a:pt x="81" y="87"/>
                  <a:pt x="76" y="92"/>
                  <a:pt x="70" y="93"/>
                </a:cubicBezTo>
                <a:cubicBezTo>
                  <a:pt x="70" y="107"/>
                  <a:pt x="70" y="107"/>
                  <a:pt x="70" y="107"/>
                </a:cubicBezTo>
                <a:cubicBezTo>
                  <a:pt x="84" y="105"/>
                  <a:pt x="95" y="94"/>
                  <a:pt x="96" y="81"/>
                </a:cubicBezTo>
                <a:cubicBezTo>
                  <a:pt x="82" y="81"/>
                  <a:pt x="82" y="81"/>
                  <a:pt x="82" y="81"/>
                </a:cubicBezTo>
                <a:close/>
                <a:moveTo>
                  <a:pt x="63" y="93"/>
                </a:moveTo>
                <a:cubicBezTo>
                  <a:pt x="57" y="92"/>
                  <a:pt x="52" y="87"/>
                  <a:pt x="51" y="81"/>
                </a:cubicBezTo>
                <a:cubicBezTo>
                  <a:pt x="37" y="81"/>
                  <a:pt x="37" y="81"/>
                  <a:pt x="37" y="81"/>
                </a:cubicBezTo>
                <a:cubicBezTo>
                  <a:pt x="38" y="94"/>
                  <a:pt x="49" y="105"/>
                  <a:pt x="63" y="107"/>
                </a:cubicBezTo>
                <a:cubicBezTo>
                  <a:pt x="63" y="93"/>
                  <a:pt x="63" y="93"/>
                  <a:pt x="63" y="93"/>
                </a:cubicBezTo>
                <a:close/>
                <a:moveTo>
                  <a:pt x="51" y="74"/>
                </a:moveTo>
                <a:cubicBezTo>
                  <a:pt x="52" y="68"/>
                  <a:pt x="57" y="63"/>
                  <a:pt x="63" y="61"/>
                </a:cubicBezTo>
                <a:cubicBezTo>
                  <a:pt x="63" y="47"/>
                  <a:pt x="63" y="47"/>
                  <a:pt x="63" y="47"/>
                </a:cubicBezTo>
                <a:cubicBezTo>
                  <a:pt x="49" y="49"/>
                  <a:pt x="38" y="60"/>
                  <a:pt x="37" y="74"/>
                </a:cubicBezTo>
                <a:cubicBezTo>
                  <a:pt x="51" y="74"/>
                  <a:pt x="51" y="74"/>
                  <a:pt x="51" y="74"/>
                </a:cubicBezTo>
                <a:close/>
                <a:moveTo>
                  <a:pt x="63" y="27"/>
                </a:moveTo>
                <a:cubicBezTo>
                  <a:pt x="38" y="28"/>
                  <a:pt x="18" y="49"/>
                  <a:pt x="16" y="74"/>
                </a:cubicBezTo>
                <a:cubicBezTo>
                  <a:pt x="30" y="74"/>
                  <a:pt x="30" y="74"/>
                  <a:pt x="30" y="74"/>
                </a:cubicBezTo>
                <a:cubicBezTo>
                  <a:pt x="31" y="56"/>
                  <a:pt x="45" y="42"/>
                  <a:pt x="63" y="40"/>
                </a:cubicBezTo>
                <a:cubicBezTo>
                  <a:pt x="63" y="27"/>
                  <a:pt x="63" y="27"/>
                  <a:pt x="63" y="27"/>
                </a:cubicBezTo>
                <a:close/>
                <a:moveTo>
                  <a:pt x="63" y="128"/>
                </a:moveTo>
                <a:cubicBezTo>
                  <a:pt x="63" y="114"/>
                  <a:pt x="63" y="114"/>
                  <a:pt x="63" y="114"/>
                </a:cubicBezTo>
                <a:cubicBezTo>
                  <a:pt x="45" y="112"/>
                  <a:pt x="31" y="98"/>
                  <a:pt x="30" y="81"/>
                </a:cubicBezTo>
                <a:cubicBezTo>
                  <a:pt x="16" y="81"/>
                  <a:pt x="16" y="81"/>
                  <a:pt x="16" y="81"/>
                </a:cubicBezTo>
                <a:cubicBezTo>
                  <a:pt x="18" y="106"/>
                  <a:pt x="38" y="126"/>
                  <a:pt x="63" y="128"/>
                </a:cubicBezTo>
                <a:close/>
                <a:moveTo>
                  <a:pt x="70" y="114"/>
                </a:moveTo>
                <a:cubicBezTo>
                  <a:pt x="70" y="128"/>
                  <a:pt x="70" y="128"/>
                  <a:pt x="70" y="128"/>
                </a:cubicBezTo>
                <a:cubicBezTo>
                  <a:pt x="95" y="126"/>
                  <a:pt x="115" y="106"/>
                  <a:pt x="117" y="81"/>
                </a:cubicBezTo>
                <a:cubicBezTo>
                  <a:pt x="103" y="81"/>
                  <a:pt x="103" y="81"/>
                  <a:pt x="103" y="81"/>
                </a:cubicBezTo>
                <a:cubicBezTo>
                  <a:pt x="102" y="98"/>
                  <a:pt x="88" y="112"/>
                  <a:pt x="70" y="114"/>
                </a:cubicBezTo>
                <a:close/>
              </a:path>
            </a:pathLst>
          </a:custGeom>
          <a:solidFill>
            <a:srgbClr val="6D6D6D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7" name="Freeform 17"/>
          <p:cNvSpPr>
            <a:spLocks noEditPoints="1"/>
          </p:cNvSpPr>
          <p:nvPr/>
        </p:nvSpPr>
        <p:spPr>
          <a:xfrm>
            <a:off x="6864350" y="3025775"/>
            <a:ext cx="180975" cy="2889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92" h="153">
                <a:moveTo>
                  <a:pt x="46" y="70"/>
                </a:moveTo>
                <a:cubicBezTo>
                  <a:pt x="69" y="70"/>
                  <a:pt x="88" y="88"/>
                  <a:pt x="88" y="111"/>
                </a:cubicBezTo>
                <a:cubicBezTo>
                  <a:pt x="88" y="134"/>
                  <a:pt x="69" y="153"/>
                  <a:pt x="46" y="153"/>
                </a:cubicBezTo>
                <a:cubicBezTo>
                  <a:pt x="23" y="153"/>
                  <a:pt x="4" y="134"/>
                  <a:pt x="4" y="111"/>
                </a:cubicBezTo>
                <a:cubicBezTo>
                  <a:pt x="4" y="88"/>
                  <a:pt x="23" y="70"/>
                  <a:pt x="46" y="70"/>
                </a:cubicBezTo>
                <a:cubicBezTo>
                  <a:pt x="46" y="70"/>
                  <a:pt x="46" y="70"/>
                  <a:pt x="46" y="70"/>
                </a:cubicBezTo>
                <a:close/>
                <a:moveTo>
                  <a:pt x="46" y="79"/>
                </a:moveTo>
                <a:cubicBezTo>
                  <a:pt x="64" y="79"/>
                  <a:pt x="78" y="94"/>
                  <a:pt x="78" y="111"/>
                </a:cubicBezTo>
                <a:cubicBezTo>
                  <a:pt x="78" y="129"/>
                  <a:pt x="64" y="143"/>
                  <a:pt x="46" y="143"/>
                </a:cubicBezTo>
                <a:cubicBezTo>
                  <a:pt x="29" y="143"/>
                  <a:pt x="14" y="129"/>
                  <a:pt x="14" y="111"/>
                </a:cubicBezTo>
                <a:cubicBezTo>
                  <a:pt x="14" y="94"/>
                  <a:pt x="29" y="79"/>
                  <a:pt x="46" y="79"/>
                </a:cubicBezTo>
                <a:cubicBezTo>
                  <a:pt x="46" y="79"/>
                  <a:pt x="46" y="79"/>
                  <a:pt x="46" y="79"/>
                </a:cubicBezTo>
                <a:close/>
                <a:moveTo>
                  <a:pt x="46" y="81"/>
                </a:moveTo>
                <a:cubicBezTo>
                  <a:pt x="53" y="102"/>
                  <a:pt x="53" y="102"/>
                  <a:pt x="53" y="102"/>
                </a:cubicBezTo>
                <a:cubicBezTo>
                  <a:pt x="75" y="102"/>
                  <a:pt x="75" y="102"/>
                  <a:pt x="75" y="102"/>
                </a:cubicBezTo>
                <a:cubicBezTo>
                  <a:pt x="57" y="115"/>
                  <a:pt x="57" y="115"/>
                  <a:pt x="57" y="115"/>
                </a:cubicBezTo>
                <a:cubicBezTo>
                  <a:pt x="64" y="136"/>
                  <a:pt x="64" y="136"/>
                  <a:pt x="64" y="136"/>
                </a:cubicBezTo>
                <a:cubicBezTo>
                  <a:pt x="46" y="123"/>
                  <a:pt x="46" y="123"/>
                  <a:pt x="46" y="123"/>
                </a:cubicBezTo>
                <a:cubicBezTo>
                  <a:pt x="28" y="136"/>
                  <a:pt x="28" y="136"/>
                  <a:pt x="28" y="136"/>
                </a:cubicBezTo>
                <a:cubicBezTo>
                  <a:pt x="35" y="115"/>
                  <a:pt x="35" y="115"/>
                  <a:pt x="35" y="115"/>
                </a:cubicBezTo>
                <a:cubicBezTo>
                  <a:pt x="17" y="102"/>
                  <a:pt x="17" y="102"/>
                  <a:pt x="17" y="102"/>
                </a:cubicBezTo>
                <a:cubicBezTo>
                  <a:pt x="39" y="102"/>
                  <a:pt x="39" y="102"/>
                  <a:pt x="39" y="102"/>
                </a:cubicBezTo>
                <a:cubicBezTo>
                  <a:pt x="46" y="81"/>
                  <a:pt x="46" y="81"/>
                  <a:pt x="46" y="81"/>
                </a:cubicBezTo>
                <a:close/>
                <a:moveTo>
                  <a:pt x="0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45"/>
                  <a:pt x="15" y="45"/>
                  <a:pt x="15" y="45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25" y="0"/>
                </a:moveTo>
                <a:cubicBezTo>
                  <a:pt x="67" y="0"/>
                  <a:pt x="67" y="0"/>
                  <a:pt x="67" y="0"/>
                </a:cubicBezTo>
                <a:cubicBezTo>
                  <a:pt x="67" y="53"/>
                  <a:pt x="67" y="53"/>
                  <a:pt x="67" y="53"/>
                </a:cubicBezTo>
                <a:cubicBezTo>
                  <a:pt x="46" y="70"/>
                  <a:pt x="46" y="70"/>
                  <a:pt x="46" y="70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0"/>
                  <a:pt x="25" y="0"/>
                  <a:pt x="25" y="0"/>
                </a:cubicBezTo>
                <a:close/>
                <a:moveTo>
                  <a:pt x="77" y="0"/>
                </a:moveTo>
                <a:cubicBezTo>
                  <a:pt x="92" y="0"/>
                  <a:pt x="92" y="0"/>
                  <a:pt x="92" y="0"/>
                </a:cubicBezTo>
                <a:cubicBezTo>
                  <a:pt x="92" y="34"/>
                  <a:pt x="92" y="34"/>
                  <a:pt x="92" y="34"/>
                </a:cubicBezTo>
                <a:cubicBezTo>
                  <a:pt x="77" y="45"/>
                  <a:pt x="77" y="45"/>
                  <a:pt x="77" y="45"/>
                </a:cubicBezTo>
                <a:cubicBezTo>
                  <a:pt x="77" y="0"/>
                  <a:pt x="77" y="0"/>
                  <a:pt x="77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3808" name="文本框 31"/>
          <p:cNvSpPr txBox="1"/>
          <p:nvPr/>
        </p:nvSpPr>
        <p:spPr>
          <a:xfrm>
            <a:off x="7778750" y="3725863"/>
            <a:ext cx="81915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8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alibri" panose="020F0502020204030204" pitchFamily="34" charset="0"/>
              </a:rPr>
              <a:t>输入文本</a:t>
            </a:r>
            <a:endParaRPr lang="zh-CN" altLang="en-US" sz="18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  <a:sym typeface="Calibri" panose="020F0502020204030204" pitchFamily="34" charset="0"/>
            </a:endParaRPr>
          </a:p>
        </p:txBody>
      </p:sp>
      <p:sp>
        <p:nvSpPr>
          <p:cNvPr id="93" name="Freeform 108"/>
          <p:cNvSpPr>
            <a:spLocks noEditPoints="1"/>
          </p:cNvSpPr>
          <p:nvPr/>
        </p:nvSpPr>
        <p:spPr bwMode="auto">
          <a:xfrm>
            <a:off x="6283325" y="3025775"/>
            <a:ext cx="288925" cy="268288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33810" name="文本框 47"/>
          <p:cNvSpPr txBox="1"/>
          <p:nvPr/>
        </p:nvSpPr>
        <p:spPr>
          <a:xfrm>
            <a:off x="931863" y="1955800"/>
            <a:ext cx="3171825" cy="10112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285750" indent="-285750" algn="just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处理客户问题的意义是什么？</a:t>
            </a:r>
            <a:endParaRPr lang="en-US" altLang="zh-CN" sz="1400" dirty="0">
              <a:solidFill>
                <a:srgbClr val="6D6D6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en-US" altLang="zh-CN" sz="1400" dirty="0">
              <a:solidFill>
                <a:srgbClr val="6D6D6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zh-CN" altLang="en-US" sz="1400" dirty="0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工作中可以做得更好的地方？</a:t>
            </a:r>
            <a:endParaRPr lang="en-US" altLang="zh-CN" sz="1400" dirty="0">
              <a:solidFill>
                <a:srgbClr val="6D6D6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Char char="•"/>
            </a:pPr>
            <a:endParaRPr lang="zh-CN" altLang="en-US" sz="1400" dirty="0">
              <a:solidFill>
                <a:srgbClr val="6D6D6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ac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34821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处理客户问题的意义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85838" y="2039938"/>
            <a:ext cx="933450" cy="933450"/>
          </a:xfrm>
          <a:prstGeom prst="ellipse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53961" y="2091477"/>
            <a:ext cx="801752" cy="801752"/>
          </a:xfrm>
          <a:prstGeom prst="ellipse">
            <a:avLst/>
          </a:prstGeom>
          <a:gradFill>
            <a:gsLst>
              <a:gs pos="100000">
                <a:schemeClr val="bg1">
                  <a:lumMod val="97000"/>
                </a:schemeClr>
              </a:gs>
              <a:gs pos="0">
                <a:schemeClr val="bg1">
                  <a:lumMod val="80000"/>
                </a:schemeClr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57413" y="1863725"/>
            <a:ext cx="1266825" cy="1266825"/>
          </a:xfrm>
          <a:prstGeom prst="ellipse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222794" y="1924968"/>
            <a:ext cx="1134770" cy="1134770"/>
          </a:xfrm>
          <a:prstGeom prst="ellipse">
            <a:avLst/>
          </a:prstGeom>
          <a:gradFill>
            <a:gsLst>
              <a:gs pos="100000">
                <a:schemeClr val="bg1">
                  <a:lumMod val="97000"/>
                </a:schemeClr>
              </a:gs>
              <a:gs pos="0">
                <a:schemeClr val="bg1">
                  <a:lumMod val="80000"/>
                </a:schemeClr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7221538" y="2039938"/>
            <a:ext cx="935038" cy="933450"/>
          </a:xfrm>
          <a:prstGeom prst="ellipse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285753" y="2091477"/>
            <a:ext cx="801752" cy="801752"/>
          </a:xfrm>
          <a:prstGeom prst="ellipse">
            <a:avLst/>
          </a:prstGeom>
          <a:gradFill>
            <a:gsLst>
              <a:gs pos="100000">
                <a:schemeClr val="bg1">
                  <a:lumMod val="97000"/>
                </a:schemeClr>
              </a:gs>
              <a:gs pos="0">
                <a:schemeClr val="bg1">
                  <a:lumMod val="80000"/>
                </a:schemeClr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5718175" y="1863725"/>
            <a:ext cx="1266825" cy="1266825"/>
          </a:xfrm>
          <a:prstGeom prst="ellipse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783902" y="1924968"/>
            <a:ext cx="1134770" cy="1134770"/>
          </a:xfrm>
          <a:prstGeom prst="ellipse">
            <a:avLst/>
          </a:prstGeom>
          <a:gradFill>
            <a:gsLst>
              <a:gs pos="100000">
                <a:schemeClr val="bg1">
                  <a:lumMod val="97000"/>
                </a:schemeClr>
              </a:gs>
              <a:gs pos="0">
                <a:schemeClr val="bg1">
                  <a:lumMod val="80000"/>
                </a:schemeClr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736781" y="1656372"/>
            <a:ext cx="1670736" cy="1670736"/>
            <a:chOff x="4982374" y="2208496"/>
            <a:chExt cx="2227648" cy="2227648"/>
          </a:xfrm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椭圆 18"/>
            <p:cNvSpPr/>
            <p:nvPr/>
          </p:nvSpPr>
          <p:spPr>
            <a:xfrm>
              <a:off x="4982374" y="2208496"/>
              <a:ext cx="2227648" cy="2227648"/>
            </a:xfrm>
            <a:prstGeom prst="ellipse">
              <a:avLst/>
            </a:prstGeom>
            <a:gradFill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76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grpSp>
          <p:nvGrpSpPr>
            <p:cNvPr id="20" name="Group 35"/>
            <p:cNvGrpSpPr>
              <a:grpSpLocks noChangeAspect="1"/>
            </p:cNvGrpSpPr>
            <p:nvPr/>
          </p:nvGrpSpPr>
          <p:grpSpPr bwMode="auto">
            <a:xfrm>
              <a:off x="5112459" y="2218471"/>
              <a:ext cx="2016983" cy="1955861"/>
              <a:chOff x="3477" y="1809"/>
              <a:chExt cx="726" cy="704"/>
            </a:xfrm>
            <a:noFill/>
          </p:grpSpPr>
          <p:sp>
            <p:nvSpPr>
              <p:cNvPr id="21" name="Freeform 36"/>
              <p:cNvSpPr/>
              <p:nvPr/>
            </p:nvSpPr>
            <p:spPr bwMode="auto">
              <a:xfrm>
                <a:off x="3928" y="1833"/>
                <a:ext cx="15" cy="12"/>
              </a:xfrm>
              <a:custGeom>
                <a:avLst/>
                <a:gdLst>
                  <a:gd name="T0" fmla="*/ 5 w 6"/>
                  <a:gd name="T1" fmla="*/ 0 h 5"/>
                  <a:gd name="T2" fmla="*/ 0 w 6"/>
                  <a:gd name="T3" fmla="*/ 0 h 5"/>
                  <a:gd name="T4" fmla="*/ 0 w 6"/>
                  <a:gd name="T5" fmla="*/ 3 h 5"/>
                  <a:gd name="T6" fmla="*/ 0 w 6"/>
                  <a:gd name="T7" fmla="*/ 4 h 5"/>
                  <a:gd name="T8" fmla="*/ 0 w 6"/>
                  <a:gd name="T9" fmla="*/ 5 h 5"/>
                  <a:gd name="T10" fmla="*/ 1 w 6"/>
                  <a:gd name="T11" fmla="*/ 5 h 5"/>
                  <a:gd name="T12" fmla="*/ 5 w 6"/>
                  <a:gd name="T13" fmla="*/ 5 h 5"/>
                  <a:gd name="T14" fmla="*/ 6 w 6"/>
                  <a:gd name="T15" fmla="*/ 5 h 5"/>
                  <a:gd name="T16" fmla="*/ 6 w 6"/>
                  <a:gd name="T17" fmla="*/ 5 h 5"/>
                  <a:gd name="T18" fmla="*/ 6 w 6"/>
                  <a:gd name="T19" fmla="*/ 5 h 5"/>
                  <a:gd name="T20" fmla="*/ 6 w 6"/>
                  <a:gd name="T21" fmla="*/ 4 h 5"/>
                  <a:gd name="T22" fmla="*/ 6 w 6"/>
                  <a:gd name="T23" fmla="*/ 3 h 5"/>
                  <a:gd name="T24" fmla="*/ 6 w 6"/>
                  <a:gd name="T25" fmla="*/ 3 h 5"/>
                  <a:gd name="T26" fmla="*/ 5 w 6"/>
                  <a:gd name="T27" fmla="*/ 2 h 5"/>
                  <a:gd name="T28" fmla="*/ 5 w 6"/>
                  <a:gd name="T29" fmla="*/ 2 h 5"/>
                  <a:gd name="T30" fmla="*/ 5 w 6"/>
                  <a:gd name="T31" fmla="*/ 1 h 5"/>
                  <a:gd name="T32" fmla="*/ 5 w 6"/>
                  <a:gd name="T3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" h="5">
                    <a:moveTo>
                      <a:pt x="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37"/>
              <p:cNvSpPr/>
              <p:nvPr/>
            </p:nvSpPr>
            <p:spPr bwMode="auto">
              <a:xfrm>
                <a:off x="3928" y="1840"/>
                <a:ext cx="34" cy="33"/>
              </a:xfrm>
              <a:custGeom>
                <a:avLst/>
                <a:gdLst>
                  <a:gd name="T0" fmla="*/ 7 w 14"/>
                  <a:gd name="T1" fmla="*/ 0 h 14"/>
                  <a:gd name="T2" fmla="*/ 6 w 14"/>
                  <a:gd name="T3" fmla="*/ 0 h 14"/>
                  <a:gd name="T4" fmla="*/ 6 w 14"/>
                  <a:gd name="T5" fmla="*/ 1 h 14"/>
                  <a:gd name="T6" fmla="*/ 6 w 14"/>
                  <a:gd name="T7" fmla="*/ 2 h 14"/>
                  <a:gd name="T8" fmla="*/ 6 w 14"/>
                  <a:gd name="T9" fmla="*/ 2 h 14"/>
                  <a:gd name="T10" fmla="*/ 6 w 14"/>
                  <a:gd name="T11" fmla="*/ 2 h 14"/>
                  <a:gd name="T12" fmla="*/ 5 w 14"/>
                  <a:gd name="T13" fmla="*/ 3 h 14"/>
                  <a:gd name="T14" fmla="*/ 5 w 14"/>
                  <a:gd name="T15" fmla="*/ 3 h 14"/>
                  <a:gd name="T16" fmla="*/ 4 w 14"/>
                  <a:gd name="T17" fmla="*/ 3 h 14"/>
                  <a:gd name="T18" fmla="*/ 4 w 14"/>
                  <a:gd name="T19" fmla="*/ 3 h 14"/>
                  <a:gd name="T20" fmla="*/ 3 w 14"/>
                  <a:gd name="T21" fmla="*/ 3 h 14"/>
                  <a:gd name="T22" fmla="*/ 3 w 14"/>
                  <a:gd name="T23" fmla="*/ 4 h 14"/>
                  <a:gd name="T24" fmla="*/ 3 w 14"/>
                  <a:gd name="T25" fmla="*/ 4 h 14"/>
                  <a:gd name="T26" fmla="*/ 3 w 14"/>
                  <a:gd name="T27" fmla="*/ 4 h 14"/>
                  <a:gd name="T28" fmla="*/ 3 w 14"/>
                  <a:gd name="T29" fmla="*/ 4 h 14"/>
                  <a:gd name="T30" fmla="*/ 2 w 14"/>
                  <a:gd name="T31" fmla="*/ 4 h 14"/>
                  <a:gd name="T32" fmla="*/ 1 w 14"/>
                  <a:gd name="T33" fmla="*/ 4 h 14"/>
                  <a:gd name="T34" fmla="*/ 0 w 14"/>
                  <a:gd name="T35" fmla="*/ 5 h 14"/>
                  <a:gd name="T36" fmla="*/ 0 w 14"/>
                  <a:gd name="T37" fmla="*/ 6 h 14"/>
                  <a:gd name="T38" fmla="*/ 0 w 14"/>
                  <a:gd name="T39" fmla="*/ 6 h 14"/>
                  <a:gd name="T40" fmla="*/ 0 w 14"/>
                  <a:gd name="T41" fmla="*/ 9 h 14"/>
                  <a:gd name="T42" fmla="*/ 1 w 14"/>
                  <a:gd name="T43" fmla="*/ 9 h 14"/>
                  <a:gd name="T44" fmla="*/ 1 w 14"/>
                  <a:gd name="T45" fmla="*/ 9 h 14"/>
                  <a:gd name="T46" fmla="*/ 1 w 14"/>
                  <a:gd name="T47" fmla="*/ 9 h 14"/>
                  <a:gd name="T48" fmla="*/ 1 w 14"/>
                  <a:gd name="T49" fmla="*/ 9 h 14"/>
                  <a:gd name="T50" fmla="*/ 1 w 14"/>
                  <a:gd name="T51" fmla="*/ 11 h 14"/>
                  <a:gd name="T52" fmla="*/ 2 w 14"/>
                  <a:gd name="T53" fmla="*/ 11 h 14"/>
                  <a:gd name="T54" fmla="*/ 3 w 14"/>
                  <a:gd name="T55" fmla="*/ 11 h 14"/>
                  <a:gd name="T56" fmla="*/ 3 w 14"/>
                  <a:gd name="T57" fmla="*/ 11 h 14"/>
                  <a:gd name="T58" fmla="*/ 3 w 14"/>
                  <a:gd name="T59" fmla="*/ 11 h 14"/>
                  <a:gd name="T60" fmla="*/ 3 w 14"/>
                  <a:gd name="T61" fmla="*/ 13 h 14"/>
                  <a:gd name="T62" fmla="*/ 5 w 14"/>
                  <a:gd name="T63" fmla="*/ 13 h 14"/>
                  <a:gd name="T64" fmla="*/ 6 w 14"/>
                  <a:gd name="T65" fmla="*/ 14 h 14"/>
                  <a:gd name="T66" fmla="*/ 7 w 14"/>
                  <a:gd name="T67" fmla="*/ 14 h 14"/>
                  <a:gd name="T68" fmla="*/ 9 w 14"/>
                  <a:gd name="T69" fmla="*/ 13 h 14"/>
                  <a:gd name="T70" fmla="*/ 10 w 14"/>
                  <a:gd name="T71" fmla="*/ 13 h 14"/>
                  <a:gd name="T72" fmla="*/ 10 w 14"/>
                  <a:gd name="T73" fmla="*/ 12 h 14"/>
                  <a:gd name="T74" fmla="*/ 11 w 14"/>
                  <a:gd name="T75" fmla="*/ 12 h 14"/>
                  <a:gd name="T76" fmla="*/ 12 w 14"/>
                  <a:gd name="T77" fmla="*/ 12 h 14"/>
                  <a:gd name="T78" fmla="*/ 13 w 14"/>
                  <a:gd name="T79" fmla="*/ 8 h 14"/>
                  <a:gd name="T80" fmla="*/ 13 w 14"/>
                  <a:gd name="T81" fmla="*/ 7 h 14"/>
                  <a:gd name="T82" fmla="*/ 12 w 14"/>
                  <a:gd name="T83" fmla="*/ 5 h 14"/>
                  <a:gd name="T84" fmla="*/ 12 w 14"/>
                  <a:gd name="T85" fmla="*/ 5 h 14"/>
                  <a:gd name="T86" fmla="*/ 12 w 14"/>
                  <a:gd name="T87" fmla="*/ 5 h 14"/>
                  <a:gd name="T88" fmla="*/ 13 w 14"/>
                  <a:gd name="T89" fmla="*/ 4 h 14"/>
                  <a:gd name="T90" fmla="*/ 13 w 14"/>
                  <a:gd name="T91" fmla="*/ 2 h 14"/>
                  <a:gd name="T92" fmla="*/ 13 w 14"/>
                  <a:gd name="T93" fmla="*/ 2 h 14"/>
                  <a:gd name="T94" fmla="*/ 12 w 14"/>
                  <a:gd name="T95" fmla="*/ 2 h 14"/>
                  <a:gd name="T96" fmla="*/ 12 w 14"/>
                  <a:gd name="T97" fmla="*/ 1 h 14"/>
                  <a:gd name="T98" fmla="*/ 11 w 14"/>
                  <a:gd name="T99" fmla="*/ 1 h 14"/>
                  <a:gd name="T100" fmla="*/ 8 w 14"/>
                  <a:gd name="T101" fmla="*/ 0 h 14"/>
                  <a:gd name="T102" fmla="*/ 8 w 14"/>
                  <a:gd name="T103" fmla="*/ 0 h 14"/>
                  <a:gd name="T104" fmla="*/ 7 w 14"/>
                  <a:gd name="T105" fmla="*/ 0 h 14"/>
                  <a:gd name="T106" fmla="*/ 7 w 14"/>
                  <a:gd name="T107" fmla="*/ 0 h 14"/>
                  <a:gd name="T108" fmla="*/ 7 w 14"/>
                  <a:gd name="T10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" h="14">
                    <a:moveTo>
                      <a:pt x="7" y="0"/>
                    </a:moveTo>
                    <a:cubicBezTo>
                      <a:pt x="7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0" y="5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3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8" y="14"/>
                      <a:pt x="9" y="13"/>
                      <a:pt x="9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" y="11"/>
                      <a:pt x="14" y="9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6"/>
                      <a:pt x="12" y="6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3" y="5"/>
                      <a:pt x="13" y="5"/>
                      <a:pt x="13" y="4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38"/>
              <p:cNvSpPr/>
              <p:nvPr/>
            </p:nvSpPr>
            <p:spPr bwMode="auto">
              <a:xfrm>
                <a:off x="3959" y="1847"/>
                <a:ext cx="22" cy="19"/>
              </a:xfrm>
              <a:custGeom>
                <a:avLst/>
                <a:gdLst>
                  <a:gd name="T0" fmla="*/ 4 w 9"/>
                  <a:gd name="T1" fmla="*/ 0 h 8"/>
                  <a:gd name="T2" fmla="*/ 0 w 9"/>
                  <a:gd name="T3" fmla="*/ 1 h 8"/>
                  <a:gd name="T4" fmla="*/ 0 w 9"/>
                  <a:gd name="T5" fmla="*/ 2 h 8"/>
                  <a:gd name="T6" fmla="*/ 1 w 9"/>
                  <a:gd name="T7" fmla="*/ 3 h 8"/>
                  <a:gd name="T8" fmla="*/ 2 w 9"/>
                  <a:gd name="T9" fmla="*/ 4 h 8"/>
                  <a:gd name="T10" fmla="*/ 3 w 9"/>
                  <a:gd name="T11" fmla="*/ 5 h 8"/>
                  <a:gd name="T12" fmla="*/ 3 w 9"/>
                  <a:gd name="T13" fmla="*/ 6 h 8"/>
                  <a:gd name="T14" fmla="*/ 4 w 9"/>
                  <a:gd name="T15" fmla="*/ 6 h 8"/>
                  <a:gd name="T16" fmla="*/ 4 w 9"/>
                  <a:gd name="T17" fmla="*/ 6 h 8"/>
                  <a:gd name="T18" fmla="*/ 4 w 9"/>
                  <a:gd name="T19" fmla="*/ 7 h 8"/>
                  <a:gd name="T20" fmla="*/ 4 w 9"/>
                  <a:gd name="T21" fmla="*/ 7 h 8"/>
                  <a:gd name="T22" fmla="*/ 6 w 9"/>
                  <a:gd name="T23" fmla="*/ 7 h 8"/>
                  <a:gd name="T24" fmla="*/ 6 w 9"/>
                  <a:gd name="T25" fmla="*/ 8 h 8"/>
                  <a:gd name="T26" fmla="*/ 9 w 9"/>
                  <a:gd name="T27" fmla="*/ 6 h 8"/>
                  <a:gd name="T28" fmla="*/ 9 w 9"/>
                  <a:gd name="T29" fmla="*/ 3 h 8"/>
                  <a:gd name="T30" fmla="*/ 9 w 9"/>
                  <a:gd name="T31" fmla="*/ 2 h 8"/>
                  <a:gd name="T32" fmla="*/ 9 w 9"/>
                  <a:gd name="T33" fmla="*/ 1 h 8"/>
                  <a:gd name="T34" fmla="*/ 8 w 9"/>
                  <a:gd name="T35" fmla="*/ 1 h 8"/>
                  <a:gd name="T36" fmla="*/ 7 w 9"/>
                  <a:gd name="T37" fmla="*/ 1 h 8"/>
                  <a:gd name="T38" fmla="*/ 7 w 9"/>
                  <a:gd name="T39" fmla="*/ 1 h 8"/>
                  <a:gd name="T40" fmla="*/ 7 w 9"/>
                  <a:gd name="T41" fmla="*/ 1 h 8"/>
                  <a:gd name="T42" fmla="*/ 8 w 9"/>
                  <a:gd name="T43" fmla="*/ 0 h 8"/>
                  <a:gd name="T44" fmla="*/ 7 w 9"/>
                  <a:gd name="T45" fmla="*/ 0 h 8"/>
                  <a:gd name="T46" fmla="*/ 5 w 9"/>
                  <a:gd name="T47" fmla="*/ 0 h 8"/>
                  <a:gd name="T48" fmla="*/ 4 w 9"/>
                  <a:gd name="T4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" h="8">
                    <a:moveTo>
                      <a:pt x="4" y="0"/>
                    </a:moveTo>
                    <a:cubicBezTo>
                      <a:pt x="3" y="0"/>
                      <a:pt x="1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3"/>
                      <a:pt x="0" y="3"/>
                      <a:pt x="1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3" y="5"/>
                      <a:pt x="3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8" y="7"/>
                      <a:pt x="9" y="6"/>
                    </a:cubicBezTo>
                    <a:cubicBezTo>
                      <a:pt x="9" y="5"/>
                      <a:pt x="9" y="4"/>
                      <a:pt x="9" y="3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39"/>
              <p:cNvSpPr/>
              <p:nvPr/>
            </p:nvSpPr>
            <p:spPr bwMode="auto">
              <a:xfrm>
                <a:off x="3959" y="1864"/>
                <a:ext cx="22" cy="14"/>
              </a:xfrm>
              <a:custGeom>
                <a:avLst/>
                <a:gdLst>
                  <a:gd name="T0" fmla="*/ 6 w 9"/>
                  <a:gd name="T1" fmla="*/ 0 h 6"/>
                  <a:gd name="T2" fmla="*/ 4 w 9"/>
                  <a:gd name="T3" fmla="*/ 0 h 6"/>
                  <a:gd name="T4" fmla="*/ 1 w 9"/>
                  <a:gd name="T5" fmla="*/ 0 h 6"/>
                  <a:gd name="T6" fmla="*/ 0 w 9"/>
                  <a:gd name="T7" fmla="*/ 1 h 6"/>
                  <a:gd name="T8" fmla="*/ 0 w 9"/>
                  <a:gd name="T9" fmla="*/ 2 h 6"/>
                  <a:gd name="T10" fmla="*/ 0 w 9"/>
                  <a:gd name="T11" fmla="*/ 2 h 6"/>
                  <a:gd name="T12" fmla="*/ 0 w 9"/>
                  <a:gd name="T13" fmla="*/ 5 h 6"/>
                  <a:gd name="T14" fmla="*/ 3 w 9"/>
                  <a:gd name="T15" fmla="*/ 5 h 6"/>
                  <a:gd name="T16" fmla="*/ 3 w 9"/>
                  <a:gd name="T17" fmla="*/ 6 h 6"/>
                  <a:gd name="T18" fmla="*/ 8 w 9"/>
                  <a:gd name="T19" fmla="*/ 6 h 6"/>
                  <a:gd name="T20" fmla="*/ 8 w 9"/>
                  <a:gd name="T21" fmla="*/ 6 h 6"/>
                  <a:gd name="T22" fmla="*/ 9 w 9"/>
                  <a:gd name="T23" fmla="*/ 6 h 6"/>
                  <a:gd name="T24" fmla="*/ 9 w 9"/>
                  <a:gd name="T25" fmla="*/ 5 h 6"/>
                  <a:gd name="T26" fmla="*/ 9 w 9"/>
                  <a:gd name="T27" fmla="*/ 5 h 6"/>
                  <a:gd name="T28" fmla="*/ 9 w 9"/>
                  <a:gd name="T29" fmla="*/ 3 h 6"/>
                  <a:gd name="T30" fmla="*/ 7 w 9"/>
                  <a:gd name="T31" fmla="*/ 2 h 6"/>
                  <a:gd name="T32" fmla="*/ 7 w 9"/>
                  <a:gd name="T33" fmla="*/ 2 h 6"/>
                  <a:gd name="T34" fmla="*/ 7 w 9"/>
                  <a:gd name="T35" fmla="*/ 2 h 6"/>
                  <a:gd name="T36" fmla="*/ 6 w 9"/>
                  <a:gd name="T37" fmla="*/ 2 h 6"/>
                  <a:gd name="T38" fmla="*/ 6 w 9"/>
                  <a:gd name="T39" fmla="*/ 1 h 6"/>
                  <a:gd name="T40" fmla="*/ 6 w 9"/>
                  <a:gd name="T41" fmla="*/ 1 h 6"/>
                  <a:gd name="T42" fmla="*/ 6 w 9"/>
                  <a:gd name="T4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" h="6">
                    <a:moveTo>
                      <a:pt x="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9" y="6"/>
                      <a:pt x="9" y="6"/>
                    </a:cubicBezTo>
                    <a:cubicBezTo>
                      <a:pt x="9" y="6"/>
                      <a:pt x="9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4"/>
                      <a:pt x="9" y="4"/>
                      <a:pt x="9" y="3"/>
                    </a:cubicBezTo>
                    <a:cubicBezTo>
                      <a:pt x="9" y="2"/>
                      <a:pt x="8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Freeform 40"/>
              <p:cNvSpPr/>
              <p:nvPr/>
            </p:nvSpPr>
            <p:spPr bwMode="auto">
              <a:xfrm>
                <a:off x="3764" y="1809"/>
                <a:ext cx="81" cy="57"/>
              </a:xfrm>
              <a:custGeom>
                <a:avLst/>
                <a:gdLst>
                  <a:gd name="T0" fmla="*/ 14 w 34"/>
                  <a:gd name="T1" fmla="*/ 1 h 24"/>
                  <a:gd name="T2" fmla="*/ 2 w 34"/>
                  <a:gd name="T3" fmla="*/ 2 h 24"/>
                  <a:gd name="T4" fmla="*/ 2 w 34"/>
                  <a:gd name="T5" fmla="*/ 5 h 24"/>
                  <a:gd name="T6" fmla="*/ 4 w 34"/>
                  <a:gd name="T7" fmla="*/ 6 h 24"/>
                  <a:gd name="T8" fmla="*/ 4 w 34"/>
                  <a:gd name="T9" fmla="*/ 9 h 24"/>
                  <a:gd name="T10" fmla="*/ 4 w 34"/>
                  <a:gd name="T11" fmla="*/ 12 h 24"/>
                  <a:gd name="T12" fmla="*/ 3 w 34"/>
                  <a:gd name="T13" fmla="*/ 13 h 24"/>
                  <a:gd name="T14" fmla="*/ 0 w 34"/>
                  <a:gd name="T15" fmla="*/ 15 h 24"/>
                  <a:gd name="T16" fmla="*/ 0 w 34"/>
                  <a:gd name="T17" fmla="*/ 18 h 24"/>
                  <a:gd name="T18" fmla="*/ 2 w 34"/>
                  <a:gd name="T19" fmla="*/ 20 h 24"/>
                  <a:gd name="T20" fmla="*/ 5 w 34"/>
                  <a:gd name="T21" fmla="*/ 24 h 24"/>
                  <a:gd name="T22" fmla="*/ 11 w 34"/>
                  <a:gd name="T23" fmla="*/ 24 h 24"/>
                  <a:gd name="T24" fmla="*/ 13 w 34"/>
                  <a:gd name="T25" fmla="*/ 22 h 24"/>
                  <a:gd name="T26" fmla="*/ 14 w 34"/>
                  <a:gd name="T27" fmla="*/ 19 h 24"/>
                  <a:gd name="T28" fmla="*/ 15 w 34"/>
                  <a:gd name="T29" fmla="*/ 18 h 24"/>
                  <a:gd name="T30" fmla="*/ 16 w 34"/>
                  <a:gd name="T31" fmla="*/ 18 h 24"/>
                  <a:gd name="T32" fmla="*/ 17 w 34"/>
                  <a:gd name="T33" fmla="*/ 18 h 24"/>
                  <a:gd name="T34" fmla="*/ 21 w 34"/>
                  <a:gd name="T35" fmla="*/ 17 h 24"/>
                  <a:gd name="T36" fmla="*/ 21 w 34"/>
                  <a:gd name="T37" fmla="*/ 16 h 24"/>
                  <a:gd name="T38" fmla="*/ 22 w 34"/>
                  <a:gd name="T39" fmla="*/ 16 h 24"/>
                  <a:gd name="T40" fmla="*/ 25 w 34"/>
                  <a:gd name="T41" fmla="*/ 14 h 24"/>
                  <a:gd name="T42" fmla="*/ 28 w 34"/>
                  <a:gd name="T43" fmla="*/ 14 h 24"/>
                  <a:gd name="T44" fmla="*/ 29 w 34"/>
                  <a:gd name="T45" fmla="*/ 12 h 24"/>
                  <a:gd name="T46" fmla="*/ 29 w 34"/>
                  <a:gd name="T47" fmla="*/ 12 h 24"/>
                  <a:gd name="T48" fmla="*/ 31 w 34"/>
                  <a:gd name="T49" fmla="*/ 11 h 24"/>
                  <a:gd name="T50" fmla="*/ 31 w 34"/>
                  <a:gd name="T51" fmla="*/ 9 h 24"/>
                  <a:gd name="T52" fmla="*/ 31 w 34"/>
                  <a:gd name="T53" fmla="*/ 7 h 24"/>
                  <a:gd name="T54" fmla="*/ 33 w 34"/>
                  <a:gd name="T55" fmla="*/ 5 h 24"/>
                  <a:gd name="T56" fmla="*/ 34 w 34"/>
                  <a:gd name="T57" fmla="*/ 3 h 24"/>
                  <a:gd name="T58" fmla="*/ 34 w 34"/>
                  <a:gd name="T59" fmla="*/ 2 h 24"/>
                  <a:gd name="T60" fmla="*/ 32 w 34"/>
                  <a:gd name="T61" fmla="*/ 0 h 24"/>
                  <a:gd name="T62" fmla="*/ 27 w 34"/>
                  <a:gd name="T6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4" h="24">
                    <a:moveTo>
                      <a:pt x="27" y="0"/>
                    </a:moveTo>
                    <a:cubicBezTo>
                      <a:pt x="23" y="0"/>
                      <a:pt x="18" y="0"/>
                      <a:pt x="14" y="1"/>
                    </a:cubicBezTo>
                    <a:cubicBezTo>
                      <a:pt x="10" y="1"/>
                      <a:pt x="6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5"/>
                      <a:pt x="2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4" y="6"/>
                    </a:cubicBezTo>
                    <a:cubicBezTo>
                      <a:pt x="4" y="6"/>
                      <a:pt x="4" y="7"/>
                      <a:pt x="4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5" y="10"/>
                      <a:pt x="5" y="11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3" y="12"/>
                      <a:pt x="3" y="12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2" y="14"/>
                      <a:pt x="2" y="14"/>
                      <a:pt x="1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9"/>
                      <a:pt x="1" y="19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3" y="21"/>
                      <a:pt x="4" y="22"/>
                      <a:pt x="5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3" y="24"/>
                      <a:pt x="13" y="23"/>
                      <a:pt x="13" y="22"/>
                    </a:cubicBezTo>
                    <a:cubicBezTo>
                      <a:pt x="13" y="22"/>
                      <a:pt x="14" y="21"/>
                      <a:pt x="14" y="21"/>
                    </a:cubicBezTo>
                    <a:cubicBezTo>
                      <a:pt x="14" y="20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9"/>
                      <a:pt x="15" y="19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5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8"/>
                      <a:pt x="21" y="18"/>
                      <a:pt x="21" y="17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6"/>
                      <a:pt x="23" y="16"/>
                      <a:pt x="24" y="15"/>
                    </a:cubicBezTo>
                    <a:cubicBezTo>
                      <a:pt x="24" y="15"/>
                      <a:pt x="25" y="14"/>
                      <a:pt x="25" y="14"/>
                    </a:cubicBezTo>
                    <a:cubicBezTo>
                      <a:pt x="25" y="14"/>
                      <a:pt x="26" y="14"/>
                      <a:pt x="26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9" y="14"/>
                      <a:pt x="29" y="13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12"/>
                      <a:pt x="31" y="12"/>
                      <a:pt x="31" y="11"/>
                    </a:cubicBezTo>
                    <a:cubicBezTo>
                      <a:pt x="32" y="11"/>
                      <a:pt x="32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8"/>
                      <a:pt x="31" y="7"/>
                      <a:pt x="31" y="7"/>
                    </a:cubicBezTo>
                    <a:cubicBezTo>
                      <a:pt x="31" y="6"/>
                      <a:pt x="31" y="6"/>
                      <a:pt x="32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4" y="5"/>
                      <a:pt x="34" y="3"/>
                      <a:pt x="34" y="3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4" y="1"/>
                      <a:pt x="33" y="1"/>
                    </a:cubicBezTo>
                    <a:cubicBezTo>
                      <a:pt x="33" y="0"/>
                      <a:pt x="33" y="0"/>
                      <a:pt x="32" y="0"/>
                    </a:cubicBezTo>
                    <a:cubicBezTo>
                      <a:pt x="32" y="0"/>
                      <a:pt x="31" y="0"/>
                      <a:pt x="31" y="0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Freeform 41"/>
              <p:cNvSpPr>
                <a:spLocks noEditPoints="1"/>
              </p:cNvSpPr>
              <p:nvPr/>
            </p:nvSpPr>
            <p:spPr bwMode="auto">
              <a:xfrm>
                <a:off x="3902" y="1838"/>
                <a:ext cx="301" cy="585"/>
              </a:xfrm>
              <a:custGeom>
                <a:avLst/>
                <a:gdLst>
                  <a:gd name="T0" fmla="*/ 51 w 126"/>
                  <a:gd name="T1" fmla="*/ 38 h 245"/>
                  <a:gd name="T2" fmla="*/ 34 w 126"/>
                  <a:gd name="T3" fmla="*/ 3 h 245"/>
                  <a:gd name="T4" fmla="*/ 35 w 126"/>
                  <a:gd name="T5" fmla="*/ 9 h 245"/>
                  <a:gd name="T6" fmla="*/ 34 w 126"/>
                  <a:gd name="T7" fmla="*/ 18 h 245"/>
                  <a:gd name="T8" fmla="*/ 22 w 126"/>
                  <a:gd name="T9" fmla="*/ 26 h 245"/>
                  <a:gd name="T10" fmla="*/ 39 w 126"/>
                  <a:gd name="T11" fmla="*/ 42 h 245"/>
                  <a:gd name="T12" fmla="*/ 48 w 126"/>
                  <a:gd name="T13" fmla="*/ 45 h 245"/>
                  <a:gd name="T14" fmla="*/ 59 w 126"/>
                  <a:gd name="T15" fmla="*/ 54 h 245"/>
                  <a:gd name="T16" fmla="*/ 58 w 126"/>
                  <a:gd name="T17" fmla="*/ 43 h 245"/>
                  <a:gd name="T18" fmla="*/ 65 w 126"/>
                  <a:gd name="T19" fmla="*/ 49 h 245"/>
                  <a:gd name="T20" fmla="*/ 67 w 126"/>
                  <a:gd name="T21" fmla="*/ 34 h 245"/>
                  <a:gd name="T22" fmla="*/ 74 w 126"/>
                  <a:gd name="T23" fmla="*/ 44 h 245"/>
                  <a:gd name="T24" fmla="*/ 78 w 126"/>
                  <a:gd name="T25" fmla="*/ 55 h 245"/>
                  <a:gd name="T26" fmla="*/ 85 w 126"/>
                  <a:gd name="T27" fmla="*/ 56 h 245"/>
                  <a:gd name="T28" fmla="*/ 90 w 126"/>
                  <a:gd name="T29" fmla="*/ 63 h 245"/>
                  <a:gd name="T30" fmla="*/ 80 w 126"/>
                  <a:gd name="T31" fmla="*/ 65 h 245"/>
                  <a:gd name="T32" fmla="*/ 71 w 126"/>
                  <a:gd name="T33" fmla="*/ 66 h 245"/>
                  <a:gd name="T34" fmla="*/ 64 w 126"/>
                  <a:gd name="T35" fmla="*/ 63 h 245"/>
                  <a:gd name="T36" fmla="*/ 56 w 126"/>
                  <a:gd name="T37" fmla="*/ 58 h 245"/>
                  <a:gd name="T38" fmla="*/ 48 w 126"/>
                  <a:gd name="T39" fmla="*/ 53 h 245"/>
                  <a:gd name="T40" fmla="*/ 32 w 126"/>
                  <a:gd name="T41" fmla="*/ 54 h 245"/>
                  <a:gd name="T42" fmla="*/ 24 w 126"/>
                  <a:gd name="T43" fmla="*/ 58 h 245"/>
                  <a:gd name="T44" fmla="*/ 14 w 126"/>
                  <a:gd name="T45" fmla="*/ 72 h 245"/>
                  <a:gd name="T46" fmla="*/ 6 w 126"/>
                  <a:gd name="T47" fmla="*/ 80 h 245"/>
                  <a:gd name="T48" fmla="*/ 1 w 126"/>
                  <a:gd name="T49" fmla="*/ 96 h 245"/>
                  <a:gd name="T50" fmla="*/ 1 w 126"/>
                  <a:gd name="T51" fmla="*/ 109 h 245"/>
                  <a:gd name="T52" fmla="*/ 9 w 126"/>
                  <a:gd name="T53" fmla="*/ 120 h 245"/>
                  <a:gd name="T54" fmla="*/ 21 w 126"/>
                  <a:gd name="T55" fmla="*/ 132 h 245"/>
                  <a:gd name="T56" fmla="*/ 33 w 126"/>
                  <a:gd name="T57" fmla="*/ 138 h 245"/>
                  <a:gd name="T58" fmla="*/ 43 w 126"/>
                  <a:gd name="T59" fmla="*/ 139 h 245"/>
                  <a:gd name="T60" fmla="*/ 57 w 126"/>
                  <a:gd name="T61" fmla="*/ 135 h 245"/>
                  <a:gd name="T62" fmla="*/ 67 w 126"/>
                  <a:gd name="T63" fmla="*/ 140 h 245"/>
                  <a:gd name="T64" fmla="*/ 68 w 126"/>
                  <a:gd name="T65" fmla="*/ 153 h 245"/>
                  <a:gd name="T66" fmla="*/ 76 w 126"/>
                  <a:gd name="T67" fmla="*/ 168 h 245"/>
                  <a:gd name="T68" fmla="*/ 77 w 126"/>
                  <a:gd name="T69" fmla="*/ 181 h 245"/>
                  <a:gd name="T70" fmla="*/ 71 w 126"/>
                  <a:gd name="T71" fmla="*/ 194 h 245"/>
                  <a:gd name="T72" fmla="*/ 71 w 126"/>
                  <a:gd name="T73" fmla="*/ 214 h 245"/>
                  <a:gd name="T74" fmla="*/ 72 w 126"/>
                  <a:gd name="T75" fmla="*/ 234 h 245"/>
                  <a:gd name="T76" fmla="*/ 81 w 126"/>
                  <a:gd name="T77" fmla="*/ 242 h 245"/>
                  <a:gd name="T78" fmla="*/ 97 w 126"/>
                  <a:gd name="T79" fmla="*/ 232 h 245"/>
                  <a:gd name="T80" fmla="*/ 100 w 126"/>
                  <a:gd name="T81" fmla="*/ 221 h 245"/>
                  <a:gd name="T82" fmla="*/ 108 w 126"/>
                  <a:gd name="T83" fmla="*/ 206 h 245"/>
                  <a:gd name="T84" fmla="*/ 119 w 126"/>
                  <a:gd name="T85" fmla="*/ 181 h 245"/>
                  <a:gd name="T86" fmla="*/ 122 w 126"/>
                  <a:gd name="T87" fmla="*/ 158 h 245"/>
                  <a:gd name="T88" fmla="*/ 124 w 126"/>
                  <a:gd name="T89" fmla="*/ 142 h 245"/>
                  <a:gd name="T90" fmla="*/ 122 w 126"/>
                  <a:gd name="T91" fmla="*/ 116 h 245"/>
                  <a:gd name="T92" fmla="*/ 116 w 126"/>
                  <a:gd name="T93" fmla="*/ 107 h 245"/>
                  <a:gd name="T94" fmla="*/ 106 w 126"/>
                  <a:gd name="T95" fmla="*/ 90 h 245"/>
                  <a:gd name="T96" fmla="*/ 99 w 126"/>
                  <a:gd name="T97" fmla="*/ 76 h 245"/>
                  <a:gd name="T98" fmla="*/ 103 w 126"/>
                  <a:gd name="T99" fmla="*/ 82 h 245"/>
                  <a:gd name="T100" fmla="*/ 111 w 126"/>
                  <a:gd name="T101" fmla="*/ 95 h 245"/>
                  <a:gd name="T102" fmla="*/ 116 w 126"/>
                  <a:gd name="T103" fmla="*/ 105 h 245"/>
                  <a:gd name="T104" fmla="*/ 118 w 126"/>
                  <a:gd name="T105" fmla="*/ 84 h 245"/>
                  <a:gd name="T106" fmla="*/ 115 w 126"/>
                  <a:gd name="T107" fmla="*/ 77 h 245"/>
                  <a:gd name="T108" fmla="*/ 110 w 126"/>
                  <a:gd name="T109" fmla="*/ 69 h 245"/>
                  <a:gd name="T110" fmla="*/ 106 w 126"/>
                  <a:gd name="T111" fmla="*/ 62 h 245"/>
                  <a:gd name="T112" fmla="*/ 99 w 126"/>
                  <a:gd name="T113" fmla="*/ 52 h 245"/>
                  <a:gd name="T114" fmla="*/ 80 w 126"/>
                  <a:gd name="T115" fmla="*/ 31 h 245"/>
                  <a:gd name="T116" fmla="*/ 62 w 126"/>
                  <a:gd name="T117" fmla="*/ 17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6" h="245">
                    <a:moveTo>
                      <a:pt x="49" y="38"/>
                    </a:moveTo>
                    <a:cubicBezTo>
                      <a:pt x="49" y="38"/>
                      <a:pt x="49" y="38"/>
                      <a:pt x="49" y="38"/>
                    </a:cubicBezTo>
                    <a:cubicBezTo>
                      <a:pt x="49" y="37"/>
                      <a:pt x="49" y="37"/>
                      <a:pt x="49" y="37"/>
                    </a:cubicBezTo>
                    <a:cubicBezTo>
                      <a:pt x="48" y="37"/>
                      <a:pt x="48" y="37"/>
                      <a:pt x="48" y="37"/>
                    </a:cubicBezTo>
                    <a:cubicBezTo>
                      <a:pt x="47" y="37"/>
                      <a:pt x="46" y="36"/>
                      <a:pt x="46" y="35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7" y="34"/>
                      <a:pt x="47" y="35"/>
                      <a:pt x="47" y="35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9" y="37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0" y="37"/>
                      <a:pt x="50" y="37"/>
                      <a:pt x="51" y="38"/>
                    </a:cubicBezTo>
                    <a:cubicBezTo>
                      <a:pt x="51" y="38"/>
                      <a:pt x="52" y="38"/>
                      <a:pt x="52" y="38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53" y="39"/>
                      <a:pt x="53" y="39"/>
                      <a:pt x="53" y="39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38"/>
                      <a:pt x="52" y="38"/>
                      <a:pt x="52" y="38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9" y="38"/>
                      <a:pt x="49" y="38"/>
                      <a:pt x="49" y="38"/>
                    </a:cubicBezTo>
                    <a:moveTo>
                      <a:pt x="34" y="0"/>
                    </a:moveTo>
                    <a:cubicBezTo>
                      <a:pt x="34" y="3"/>
                      <a:pt x="34" y="3"/>
                      <a:pt x="34" y="3"/>
                    </a:cubicBezTo>
                    <a:cubicBezTo>
                      <a:pt x="34" y="4"/>
                      <a:pt x="34" y="4"/>
                      <a:pt x="35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6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3"/>
                      <a:pt x="35" y="14"/>
                      <a:pt x="36" y="14"/>
                    </a:cubicBezTo>
                    <a:cubicBezTo>
                      <a:pt x="37" y="15"/>
                      <a:pt x="37" y="15"/>
                      <a:pt x="38" y="15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16"/>
                      <a:pt x="38" y="17"/>
                      <a:pt x="39" y="17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8"/>
                      <a:pt x="33" y="19"/>
                      <a:pt x="32" y="19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8" y="20"/>
                      <a:pt x="28" y="20"/>
                      <a:pt x="28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6" y="21"/>
                      <a:pt x="25" y="21"/>
                      <a:pt x="24" y="22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1" y="26"/>
                      <a:pt x="21" y="27"/>
                      <a:pt x="20" y="27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31"/>
                      <a:pt x="23" y="33"/>
                      <a:pt x="25" y="34"/>
                    </a:cubicBezTo>
                    <a:cubicBezTo>
                      <a:pt x="25" y="35"/>
                      <a:pt x="26" y="36"/>
                      <a:pt x="27" y="36"/>
                    </a:cubicBezTo>
                    <a:cubicBezTo>
                      <a:pt x="29" y="39"/>
                      <a:pt x="31" y="42"/>
                      <a:pt x="31" y="45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4" y="46"/>
                      <a:pt x="34" y="44"/>
                      <a:pt x="34" y="43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40" y="42"/>
                      <a:pt x="40" y="41"/>
                    </a:cubicBezTo>
                    <a:cubicBezTo>
                      <a:pt x="40" y="41"/>
                      <a:pt x="41" y="40"/>
                      <a:pt x="41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2" y="40"/>
                      <a:pt x="42" y="40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2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5" y="42"/>
                      <a:pt x="45" y="42"/>
                      <a:pt x="46" y="42"/>
                    </a:cubicBezTo>
                    <a:cubicBezTo>
                      <a:pt x="46" y="42"/>
                      <a:pt x="46" y="43"/>
                      <a:pt x="46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5"/>
                      <a:pt x="48" y="45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2" y="46"/>
                      <a:pt x="52" y="46"/>
                      <a:pt x="53" y="47"/>
                    </a:cubicBezTo>
                    <a:cubicBezTo>
                      <a:pt x="54" y="47"/>
                      <a:pt x="54" y="48"/>
                      <a:pt x="54" y="48"/>
                    </a:cubicBezTo>
                    <a:cubicBezTo>
                      <a:pt x="54" y="53"/>
                      <a:pt x="54" y="53"/>
                      <a:pt x="54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9" y="55"/>
                      <a:pt x="59" y="55"/>
                      <a:pt x="59" y="55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59" y="53"/>
                      <a:pt x="59" y="53"/>
                      <a:pt x="59" y="53"/>
                    </a:cubicBezTo>
                    <a:cubicBezTo>
                      <a:pt x="59" y="53"/>
                      <a:pt x="59" y="53"/>
                      <a:pt x="59" y="53"/>
                    </a:cubicBezTo>
                    <a:cubicBezTo>
                      <a:pt x="60" y="52"/>
                      <a:pt x="60" y="52"/>
                      <a:pt x="60" y="51"/>
                    </a:cubicBezTo>
                    <a:cubicBezTo>
                      <a:pt x="60" y="51"/>
                      <a:pt x="60" y="51"/>
                      <a:pt x="60" y="51"/>
                    </a:cubicBezTo>
                    <a:cubicBezTo>
                      <a:pt x="60" y="45"/>
                      <a:pt x="60" y="45"/>
                      <a:pt x="60" y="45"/>
                    </a:cubicBezTo>
                    <a:cubicBezTo>
                      <a:pt x="60" y="44"/>
                      <a:pt x="59" y="44"/>
                      <a:pt x="59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3"/>
                      <a:pt x="57" y="43"/>
                      <a:pt x="56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1" y="44"/>
                      <a:pt x="61" y="44"/>
                      <a:pt x="61" y="44"/>
                    </a:cubicBezTo>
                    <a:cubicBezTo>
                      <a:pt x="61" y="45"/>
                      <a:pt x="62" y="46"/>
                      <a:pt x="62" y="46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6" y="50"/>
                      <a:pt x="66" y="50"/>
                      <a:pt x="67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7" y="50"/>
                      <a:pt x="68" y="50"/>
                      <a:pt x="69" y="49"/>
                    </a:cubicBezTo>
                    <a:cubicBezTo>
                      <a:pt x="69" y="49"/>
                      <a:pt x="69" y="49"/>
                      <a:pt x="69" y="48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70" y="47"/>
                      <a:pt x="70" y="46"/>
                      <a:pt x="70" y="44"/>
                    </a:cubicBezTo>
                    <a:cubicBezTo>
                      <a:pt x="70" y="42"/>
                      <a:pt x="69" y="40"/>
                      <a:pt x="67" y="38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37"/>
                      <a:pt x="66" y="37"/>
                      <a:pt x="66" y="36"/>
                    </a:cubicBezTo>
                    <a:cubicBezTo>
                      <a:pt x="66" y="36"/>
                      <a:pt x="66" y="36"/>
                      <a:pt x="66" y="36"/>
                    </a:cubicBezTo>
                    <a:cubicBezTo>
                      <a:pt x="66" y="36"/>
                      <a:pt x="66" y="35"/>
                      <a:pt x="66" y="35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8" y="34"/>
                      <a:pt x="69" y="35"/>
                      <a:pt x="70" y="35"/>
                    </a:cubicBezTo>
                    <a:cubicBezTo>
                      <a:pt x="71" y="36"/>
                      <a:pt x="71" y="36"/>
                      <a:pt x="72" y="36"/>
                    </a:cubicBezTo>
                    <a:cubicBezTo>
                      <a:pt x="73" y="37"/>
                      <a:pt x="73" y="37"/>
                      <a:pt x="73" y="37"/>
                    </a:cubicBezTo>
                    <a:cubicBezTo>
                      <a:pt x="73" y="37"/>
                      <a:pt x="74" y="37"/>
                      <a:pt x="74" y="37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4" y="38"/>
                      <a:pt x="74" y="39"/>
                      <a:pt x="75" y="39"/>
                    </a:cubicBezTo>
                    <a:cubicBezTo>
                      <a:pt x="76" y="39"/>
                      <a:pt x="76" y="39"/>
                      <a:pt x="76" y="39"/>
                    </a:cubicBezTo>
                    <a:cubicBezTo>
                      <a:pt x="76" y="40"/>
                      <a:pt x="77" y="40"/>
                      <a:pt x="78" y="41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42"/>
                      <a:pt x="78" y="42"/>
                      <a:pt x="79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5" y="43"/>
                      <a:pt x="74" y="43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3" y="46"/>
                      <a:pt x="73" y="48"/>
                      <a:pt x="74" y="49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74" y="50"/>
                      <a:pt x="74" y="50"/>
                      <a:pt x="75" y="50"/>
                    </a:cubicBezTo>
                    <a:cubicBezTo>
                      <a:pt x="76" y="50"/>
                      <a:pt x="76" y="50"/>
                      <a:pt x="76" y="50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3"/>
                      <a:pt x="77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5"/>
                      <a:pt x="78" y="55"/>
                      <a:pt x="78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80" y="55"/>
                      <a:pt x="80" y="55"/>
                      <a:pt x="81" y="55"/>
                    </a:cubicBezTo>
                    <a:cubicBezTo>
                      <a:pt x="81" y="56"/>
                      <a:pt x="82" y="56"/>
                      <a:pt x="8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5" y="56"/>
                      <a:pt x="85" y="56"/>
                      <a:pt x="85" y="56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6" y="55"/>
                      <a:pt x="86" y="55"/>
                    </a:cubicBezTo>
                    <a:cubicBezTo>
                      <a:pt x="86" y="55"/>
                      <a:pt x="86" y="55"/>
                      <a:pt x="86" y="55"/>
                    </a:cubicBezTo>
                    <a:cubicBezTo>
                      <a:pt x="85" y="56"/>
                      <a:pt x="85" y="56"/>
                      <a:pt x="85" y="56"/>
                    </a:cubicBezTo>
                    <a:cubicBezTo>
                      <a:pt x="86" y="56"/>
                      <a:pt x="86" y="56"/>
                      <a:pt x="86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57"/>
                      <a:pt x="87" y="57"/>
                      <a:pt x="87" y="57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7" y="59"/>
                      <a:pt x="87" y="60"/>
                      <a:pt x="88" y="60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90" y="63"/>
                      <a:pt x="90" y="63"/>
                      <a:pt x="90" y="63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66"/>
                      <a:pt x="89" y="66"/>
                      <a:pt x="89" y="66"/>
                    </a:cubicBezTo>
                    <a:cubicBezTo>
                      <a:pt x="88" y="66"/>
                      <a:pt x="88" y="66"/>
                      <a:pt x="88" y="66"/>
                    </a:cubicBezTo>
                    <a:cubicBezTo>
                      <a:pt x="87" y="65"/>
                      <a:pt x="87" y="65"/>
                      <a:pt x="87" y="65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67"/>
                      <a:pt x="86" y="67"/>
                      <a:pt x="86" y="67"/>
                    </a:cubicBezTo>
                    <a:cubicBezTo>
                      <a:pt x="85" y="67"/>
                      <a:pt x="85" y="67"/>
                      <a:pt x="85" y="67"/>
                    </a:cubicBezTo>
                    <a:cubicBezTo>
                      <a:pt x="85" y="66"/>
                      <a:pt x="85" y="66"/>
                      <a:pt x="85" y="66"/>
                    </a:cubicBezTo>
                    <a:cubicBezTo>
                      <a:pt x="84" y="66"/>
                      <a:pt x="83" y="66"/>
                      <a:pt x="83" y="66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0" y="66"/>
                      <a:pt x="80" y="66"/>
                      <a:pt x="80" y="66"/>
                    </a:cubicBezTo>
                    <a:cubicBezTo>
                      <a:pt x="80" y="65"/>
                      <a:pt x="80" y="65"/>
                      <a:pt x="80" y="65"/>
                    </a:cubicBezTo>
                    <a:cubicBezTo>
                      <a:pt x="80" y="64"/>
                      <a:pt x="80" y="64"/>
                      <a:pt x="80" y="64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9" y="64"/>
                      <a:pt x="79" y="64"/>
                      <a:pt x="78" y="64"/>
                    </a:cubicBezTo>
                    <a:cubicBezTo>
                      <a:pt x="78" y="63"/>
                      <a:pt x="77" y="63"/>
                      <a:pt x="77" y="63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6" y="65"/>
                      <a:pt x="76" y="66"/>
                      <a:pt x="75" y="67"/>
                    </a:cubicBezTo>
                    <a:cubicBezTo>
                      <a:pt x="75" y="67"/>
                      <a:pt x="75" y="67"/>
                      <a:pt x="74" y="67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2" y="67"/>
                      <a:pt x="72" y="67"/>
                      <a:pt x="72" y="67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1" y="66"/>
                      <a:pt x="71" y="66"/>
                      <a:pt x="71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5"/>
                      <a:pt x="69" y="65"/>
                      <a:pt x="69" y="65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8" y="64"/>
                      <a:pt x="68" y="64"/>
                      <a:pt x="68" y="64"/>
                    </a:cubicBezTo>
                    <a:cubicBezTo>
                      <a:pt x="68" y="64"/>
                      <a:pt x="67" y="64"/>
                      <a:pt x="67" y="64"/>
                    </a:cubicBezTo>
                    <a:cubicBezTo>
                      <a:pt x="67" y="64"/>
                      <a:pt x="67" y="64"/>
                      <a:pt x="67" y="64"/>
                    </a:cubicBezTo>
                    <a:cubicBezTo>
                      <a:pt x="67" y="64"/>
                      <a:pt x="67" y="64"/>
                      <a:pt x="67" y="64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6" y="63"/>
                      <a:pt x="66" y="63"/>
                      <a:pt x="66" y="63"/>
                    </a:cubicBezTo>
                    <a:cubicBezTo>
                      <a:pt x="66" y="63"/>
                      <a:pt x="66" y="63"/>
                      <a:pt x="66" y="63"/>
                    </a:cubicBezTo>
                    <a:cubicBezTo>
                      <a:pt x="65" y="63"/>
                      <a:pt x="65" y="63"/>
                      <a:pt x="64" y="63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63" y="62"/>
                      <a:pt x="63" y="62"/>
                      <a:pt x="63" y="62"/>
                    </a:cubicBezTo>
                    <a:cubicBezTo>
                      <a:pt x="63" y="61"/>
                      <a:pt x="63" y="61"/>
                      <a:pt x="63" y="61"/>
                    </a:cubicBezTo>
                    <a:cubicBezTo>
                      <a:pt x="62" y="61"/>
                      <a:pt x="62" y="61"/>
                      <a:pt x="62" y="61"/>
                    </a:cubicBezTo>
                    <a:cubicBezTo>
                      <a:pt x="61" y="61"/>
                      <a:pt x="61" y="61"/>
                      <a:pt x="61" y="61"/>
                    </a:cubicBezTo>
                    <a:cubicBezTo>
                      <a:pt x="61" y="61"/>
                      <a:pt x="60" y="61"/>
                      <a:pt x="60" y="61"/>
                    </a:cubicBezTo>
                    <a:cubicBezTo>
                      <a:pt x="59" y="61"/>
                      <a:pt x="59" y="61"/>
                      <a:pt x="58" y="61"/>
                    </a:cubicBezTo>
                    <a:cubicBezTo>
                      <a:pt x="58" y="61"/>
                      <a:pt x="58" y="61"/>
                      <a:pt x="58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7" y="61"/>
                      <a:pt x="57" y="60"/>
                      <a:pt x="57" y="60"/>
                    </a:cubicBezTo>
                    <a:cubicBezTo>
                      <a:pt x="58" y="59"/>
                      <a:pt x="58" y="59"/>
                      <a:pt x="58" y="59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6"/>
                      <a:pt x="56" y="56"/>
                      <a:pt x="56" y="56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4" y="56"/>
                      <a:pt x="54" y="56"/>
                      <a:pt x="54" y="56"/>
                    </a:cubicBezTo>
                    <a:cubicBezTo>
                      <a:pt x="54" y="55"/>
                      <a:pt x="54" y="55"/>
                      <a:pt x="54" y="55"/>
                    </a:cubicBezTo>
                    <a:cubicBezTo>
                      <a:pt x="55" y="55"/>
                      <a:pt x="55" y="54"/>
                      <a:pt x="54" y="54"/>
                    </a:cubicBezTo>
                    <a:cubicBezTo>
                      <a:pt x="54" y="53"/>
                      <a:pt x="53" y="53"/>
                      <a:pt x="52" y="53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1" y="51"/>
                      <a:pt x="51" y="51"/>
                      <a:pt x="51" y="51"/>
                    </a:cubicBezTo>
                    <a:cubicBezTo>
                      <a:pt x="49" y="51"/>
                      <a:pt x="48" y="52"/>
                      <a:pt x="48" y="53"/>
                    </a:cubicBezTo>
                    <a:cubicBezTo>
                      <a:pt x="47" y="54"/>
                      <a:pt x="47" y="54"/>
                      <a:pt x="46" y="5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46" y="54"/>
                      <a:pt x="45" y="54"/>
                      <a:pt x="44" y="54"/>
                    </a:cubicBezTo>
                    <a:cubicBezTo>
                      <a:pt x="44" y="53"/>
                      <a:pt x="43" y="53"/>
                      <a:pt x="43" y="53"/>
                    </a:cubicBezTo>
                    <a:cubicBezTo>
                      <a:pt x="41" y="53"/>
                      <a:pt x="40" y="53"/>
                      <a:pt x="39" y="53"/>
                    </a:cubicBezTo>
                    <a:cubicBezTo>
                      <a:pt x="39" y="53"/>
                      <a:pt x="38" y="53"/>
                      <a:pt x="38" y="53"/>
                    </a:cubicBezTo>
                    <a:cubicBezTo>
                      <a:pt x="37" y="53"/>
                      <a:pt x="37" y="53"/>
                      <a:pt x="36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5" y="54"/>
                      <a:pt x="35" y="54"/>
                      <a:pt x="34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3" y="54"/>
                      <a:pt x="33" y="54"/>
                      <a:pt x="33" y="54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2" y="55"/>
                      <a:pt x="32" y="55"/>
                      <a:pt x="32" y="55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2" y="56"/>
                      <a:pt x="32" y="56"/>
                      <a:pt x="31" y="56"/>
                    </a:cubicBezTo>
                    <a:cubicBezTo>
                      <a:pt x="31" y="56"/>
                      <a:pt x="30" y="56"/>
                      <a:pt x="30" y="56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29" y="55"/>
                      <a:pt x="28" y="55"/>
                      <a:pt x="27" y="55"/>
                    </a:cubicBezTo>
                    <a:cubicBezTo>
                      <a:pt x="27" y="55"/>
                      <a:pt x="27" y="55"/>
                      <a:pt x="26" y="56"/>
                    </a:cubicBezTo>
                    <a:cubicBezTo>
                      <a:pt x="26" y="56"/>
                      <a:pt x="26" y="56"/>
                      <a:pt x="26" y="56"/>
                    </a:cubicBezTo>
                    <a:cubicBezTo>
                      <a:pt x="26" y="57"/>
                      <a:pt x="26" y="57"/>
                      <a:pt x="26" y="57"/>
                    </a:cubicBezTo>
                    <a:cubicBezTo>
                      <a:pt x="26" y="56"/>
                      <a:pt x="26" y="56"/>
                      <a:pt x="26" y="56"/>
                    </a:cubicBezTo>
                    <a:cubicBezTo>
                      <a:pt x="26" y="56"/>
                      <a:pt x="25" y="56"/>
                      <a:pt x="24" y="57"/>
                    </a:cubicBezTo>
                    <a:cubicBezTo>
                      <a:pt x="24" y="57"/>
                      <a:pt x="24" y="57"/>
                      <a:pt x="24" y="58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3" y="60"/>
                      <a:pt x="22" y="60"/>
                      <a:pt x="21" y="60"/>
                    </a:cubicBezTo>
                    <a:cubicBezTo>
                      <a:pt x="20" y="60"/>
                      <a:pt x="20" y="60"/>
                      <a:pt x="20" y="61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2"/>
                      <a:pt x="17" y="64"/>
                      <a:pt x="17" y="65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7" y="66"/>
                      <a:pt x="16" y="67"/>
                      <a:pt x="16" y="67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6" y="70"/>
                      <a:pt x="16" y="71"/>
                      <a:pt x="15" y="71"/>
                    </a:cubicBezTo>
                    <a:cubicBezTo>
                      <a:pt x="15" y="72"/>
                      <a:pt x="14" y="72"/>
                      <a:pt x="14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2" y="71"/>
                      <a:pt x="12" y="71"/>
                      <a:pt x="12" y="71"/>
                    </a:cubicBezTo>
                    <a:cubicBezTo>
                      <a:pt x="11" y="71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9" y="73"/>
                      <a:pt x="9" y="73"/>
                      <a:pt x="9" y="73"/>
                    </a:cubicBezTo>
                    <a:cubicBezTo>
                      <a:pt x="9" y="73"/>
                      <a:pt x="8" y="73"/>
                      <a:pt x="8" y="73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5"/>
                      <a:pt x="7" y="77"/>
                      <a:pt x="7" y="78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6" y="79"/>
                      <a:pt x="6" y="80"/>
                      <a:pt x="6" y="80"/>
                    </a:cubicBezTo>
                    <a:cubicBezTo>
                      <a:pt x="6" y="80"/>
                      <a:pt x="6" y="80"/>
                      <a:pt x="6" y="80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5" y="83"/>
                      <a:pt x="5" y="83"/>
                      <a:pt x="5" y="83"/>
                    </a:cubicBezTo>
                    <a:cubicBezTo>
                      <a:pt x="5" y="84"/>
                      <a:pt x="5" y="85"/>
                      <a:pt x="4" y="85"/>
                    </a:cubicBezTo>
                    <a:cubicBezTo>
                      <a:pt x="3" y="86"/>
                      <a:pt x="3" y="86"/>
                      <a:pt x="3" y="86"/>
                    </a:cubicBezTo>
                    <a:cubicBezTo>
                      <a:pt x="2" y="86"/>
                      <a:pt x="2" y="86"/>
                      <a:pt x="2" y="8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2" y="87"/>
                      <a:pt x="2" y="88"/>
                      <a:pt x="2" y="88"/>
                    </a:cubicBezTo>
                    <a:cubicBezTo>
                      <a:pt x="2" y="89"/>
                      <a:pt x="2" y="89"/>
                      <a:pt x="1" y="90"/>
                    </a:cubicBezTo>
                    <a:cubicBezTo>
                      <a:pt x="1" y="90"/>
                      <a:pt x="1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4"/>
                      <a:pt x="0" y="95"/>
                      <a:pt x="0" y="96"/>
                    </a:cubicBezTo>
                    <a:cubicBezTo>
                      <a:pt x="1" y="96"/>
                      <a:pt x="1" y="96"/>
                      <a:pt x="1" y="96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7"/>
                      <a:pt x="1" y="98"/>
                      <a:pt x="2" y="98"/>
                    </a:cubicBezTo>
                    <a:cubicBezTo>
                      <a:pt x="2" y="98"/>
                      <a:pt x="2" y="98"/>
                      <a:pt x="2" y="98"/>
                    </a:cubicBezTo>
                    <a:cubicBezTo>
                      <a:pt x="2" y="98"/>
                      <a:pt x="2" y="98"/>
                      <a:pt x="2" y="98"/>
                    </a:cubicBezTo>
                    <a:cubicBezTo>
                      <a:pt x="2" y="99"/>
                      <a:pt x="2" y="99"/>
                      <a:pt x="2" y="99"/>
                    </a:cubicBezTo>
                    <a:cubicBezTo>
                      <a:pt x="2" y="99"/>
                      <a:pt x="2" y="99"/>
                      <a:pt x="2" y="99"/>
                    </a:cubicBezTo>
                    <a:cubicBezTo>
                      <a:pt x="2" y="100"/>
                      <a:pt x="3" y="100"/>
                      <a:pt x="4" y="101"/>
                    </a:cubicBezTo>
                    <a:cubicBezTo>
                      <a:pt x="4" y="101"/>
                      <a:pt x="4" y="101"/>
                      <a:pt x="4" y="101"/>
                    </a:cubicBezTo>
                    <a:cubicBezTo>
                      <a:pt x="4" y="101"/>
                      <a:pt x="4" y="101"/>
                      <a:pt x="4" y="101"/>
                    </a:cubicBezTo>
                    <a:cubicBezTo>
                      <a:pt x="4" y="101"/>
                      <a:pt x="4" y="102"/>
                      <a:pt x="4" y="102"/>
                    </a:cubicBezTo>
                    <a:cubicBezTo>
                      <a:pt x="4" y="103"/>
                      <a:pt x="4" y="103"/>
                      <a:pt x="4" y="103"/>
                    </a:cubicBezTo>
                    <a:cubicBezTo>
                      <a:pt x="4" y="104"/>
                      <a:pt x="4" y="105"/>
                      <a:pt x="3" y="106"/>
                    </a:cubicBezTo>
                    <a:cubicBezTo>
                      <a:pt x="3" y="106"/>
                      <a:pt x="3" y="107"/>
                      <a:pt x="2" y="107"/>
                    </a:cubicBezTo>
                    <a:cubicBezTo>
                      <a:pt x="2" y="108"/>
                      <a:pt x="1" y="108"/>
                      <a:pt x="1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2" y="112"/>
                      <a:pt x="2" y="112"/>
                      <a:pt x="2" y="112"/>
                    </a:cubicBezTo>
                    <a:cubicBezTo>
                      <a:pt x="2" y="112"/>
                      <a:pt x="2" y="112"/>
                      <a:pt x="2" y="112"/>
                    </a:cubicBezTo>
                    <a:cubicBezTo>
                      <a:pt x="2" y="112"/>
                      <a:pt x="2" y="113"/>
                      <a:pt x="3" y="113"/>
                    </a:cubicBezTo>
                    <a:cubicBezTo>
                      <a:pt x="4" y="114"/>
                      <a:pt x="4" y="114"/>
                      <a:pt x="4" y="114"/>
                    </a:cubicBezTo>
                    <a:cubicBezTo>
                      <a:pt x="4" y="114"/>
                      <a:pt x="4" y="115"/>
                      <a:pt x="5" y="116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5" y="117"/>
                      <a:pt x="5" y="117"/>
                      <a:pt x="6" y="118"/>
                    </a:cubicBezTo>
                    <a:cubicBezTo>
                      <a:pt x="6" y="118"/>
                      <a:pt x="7" y="118"/>
                      <a:pt x="7" y="118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8" y="119"/>
                      <a:pt x="9" y="120"/>
                      <a:pt x="9" y="120"/>
                    </a:cubicBezTo>
                    <a:cubicBezTo>
                      <a:pt x="11" y="121"/>
                      <a:pt x="11" y="123"/>
                      <a:pt x="11" y="125"/>
                    </a:cubicBezTo>
                    <a:cubicBezTo>
                      <a:pt x="11" y="125"/>
                      <a:pt x="11" y="125"/>
                      <a:pt x="11" y="125"/>
                    </a:cubicBezTo>
                    <a:cubicBezTo>
                      <a:pt x="11" y="126"/>
                      <a:pt x="11" y="129"/>
                      <a:pt x="13" y="129"/>
                    </a:cubicBezTo>
                    <a:cubicBezTo>
                      <a:pt x="13" y="129"/>
                      <a:pt x="13" y="129"/>
                      <a:pt x="13" y="129"/>
                    </a:cubicBezTo>
                    <a:cubicBezTo>
                      <a:pt x="14" y="129"/>
                      <a:pt x="14" y="129"/>
                      <a:pt x="14" y="129"/>
                    </a:cubicBezTo>
                    <a:cubicBezTo>
                      <a:pt x="14" y="129"/>
                      <a:pt x="14" y="129"/>
                      <a:pt x="14" y="129"/>
                    </a:cubicBezTo>
                    <a:cubicBezTo>
                      <a:pt x="14" y="131"/>
                      <a:pt x="14" y="131"/>
                      <a:pt x="14" y="131"/>
                    </a:cubicBezTo>
                    <a:cubicBezTo>
                      <a:pt x="15" y="131"/>
                      <a:pt x="15" y="131"/>
                      <a:pt x="15" y="131"/>
                    </a:cubicBezTo>
                    <a:cubicBezTo>
                      <a:pt x="16" y="131"/>
                      <a:pt x="16" y="131"/>
                      <a:pt x="16" y="131"/>
                    </a:cubicBezTo>
                    <a:cubicBezTo>
                      <a:pt x="18" y="131"/>
                      <a:pt x="18" y="131"/>
                      <a:pt x="18" y="131"/>
                    </a:cubicBezTo>
                    <a:cubicBezTo>
                      <a:pt x="18" y="131"/>
                      <a:pt x="18" y="132"/>
                      <a:pt x="20" y="132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21" y="133"/>
                      <a:pt x="21" y="134"/>
                      <a:pt x="22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2" y="135"/>
                      <a:pt x="23" y="136"/>
                      <a:pt x="24" y="136"/>
                    </a:cubicBezTo>
                    <a:cubicBezTo>
                      <a:pt x="25" y="136"/>
                      <a:pt x="26" y="137"/>
                      <a:pt x="26" y="137"/>
                    </a:cubicBezTo>
                    <a:cubicBezTo>
                      <a:pt x="27" y="138"/>
                      <a:pt x="27" y="138"/>
                      <a:pt x="27" y="138"/>
                    </a:cubicBezTo>
                    <a:cubicBezTo>
                      <a:pt x="27" y="138"/>
                      <a:pt x="27" y="138"/>
                      <a:pt x="27" y="138"/>
                    </a:cubicBezTo>
                    <a:cubicBezTo>
                      <a:pt x="27" y="139"/>
                      <a:pt x="28" y="139"/>
                      <a:pt x="28" y="139"/>
                    </a:cubicBezTo>
                    <a:cubicBezTo>
                      <a:pt x="30" y="139"/>
                      <a:pt x="30" y="139"/>
                      <a:pt x="30" y="139"/>
                    </a:cubicBezTo>
                    <a:cubicBezTo>
                      <a:pt x="30" y="138"/>
                      <a:pt x="30" y="138"/>
                      <a:pt x="30" y="138"/>
                    </a:cubicBezTo>
                    <a:cubicBezTo>
                      <a:pt x="30" y="138"/>
                      <a:pt x="30" y="138"/>
                      <a:pt x="30" y="138"/>
                    </a:cubicBezTo>
                    <a:cubicBezTo>
                      <a:pt x="31" y="138"/>
                      <a:pt x="31" y="138"/>
                      <a:pt x="32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7"/>
                      <a:pt x="34" y="136"/>
                      <a:pt x="34" y="136"/>
                    </a:cubicBezTo>
                    <a:cubicBezTo>
                      <a:pt x="34" y="136"/>
                      <a:pt x="35" y="137"/>
                      <a:pt x="35" y="137"/>
                    </a:cubicBezTo>
                    <a:cubicBezTo>
                      <a:pt x="35" y="137"/>
                      <a:pt x="35" y="137"/>
                      <a:pt x="35" y="137"/>
                    </a:cubicBezTo>
                    <a:cubicBezTo>
                      <a:pt x="35" y="137"/>
                      <a:pt x="36" y="138"/>
                      <a:pt x="37" y="138"/>
                    </a:cubicBezTo>
                    <a:cubicBezTo>
                      <a:pt x="38" y="138"/>
                      <a:pt x="38" y="138"/>
                      <a:pt x="38" y="138"/>
                    </a:cubicBezTo>
                    <a:cubicBezTo>
                      <a:pt x="38" y="138"/>
                      <a:pt x="38" y="138"/>
                      <a:pt x="38" y="138"/>
                    </a:cubicBezTo>
                    <a:cubicBezTo>
                      <a:pt x="38" y="138"/>
                      <a:pt x="38" y="138"/>
                      <a:pt x="38" y="138"/>
                    </a:cubicBezTo>
                    <a:cubicBezTo>
                      <a:pt x="39" y="138"/>
                      <a:pt x="39" y="138"/>
                      <a:pt x="39" y="139"/>
                    </a:cubicBezTo>
                    <a:cubicBezTo>
                      <a:pt x="40" y="139"/>
                      <a:pt x="41" y="139"/>
                      <a:pt x="42" y="139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46" y="139"/>
                      <a:pt x="46" y="139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7" y="138"/>
                      <a:pt x="47" y="138"/>
                      <a:pt x="47" y="138"/>
                    </a:cubicBezTo>
                    <a:cubicBezTo>
                      <a:pt x="47" y="137"/>
                      <a:pt x="47" y="137"/>
                      <a:pt x="47" y="137"/>
                    </a:cubicBezTo>
                    <a:cubicBezTo>
                      <a:pt x="47" y="136"/>
                      <a:pt x="47" y="136"/>
                      <a:pt x="48" y="135"/>
                    </a:cubicBezTo>
                    <a:cubicBezTo>
                      <a:pt x="48" y="134"/>
                      <a:pt x="48" y="134"/>
                      <a:pt x="49" y="134"/>
                    </a:cubicBezTo>
                    <a:cubicBezTo>
                      <a:pt x="49" y="134"/>
                      <a:pt x="49" y="133"/>
                      <a:pt x="50" y="133"/>
                    </a:cubicBezTo>
                    <a:cubicBezTo>
                      <a:pt x="50" y="133"/>
                      <a:pt x="50" y="133"/>
                      <a:pt x="50" y="133"/>
                    </a:cubicBezTo>
                    <a:cubicBezTo>
                      <a:pt x="51" y="133"/>
                      <a:pt x="51" y="133"/>
                      <a:pt x="51" y="133"/>
                    </a:cubicBezTo>
                    <a:cubicBezTo>
                      <a:pt x="54" y="133"/>
                      <a:pt x="54" y="133"/>
                      <a:pt x="54" y="133"/>
                    </a:cubicBezTo>
                    <a:cubicBezTo>
                      <a:pt x="55" y="133"/>
                      <a:pt x="56" y="134"/>
                      <a:pt x="57" y="135"/>
                    </a:cubicBezTo>
                    <a:cubicBezTo>
                      <a:pt x="57" y="136"/>
                      <a:pt x="57" y="136"/>
                      <a:pt x="58" y="136"/>
                    </a:cubicBezTo>
                    <a:cubicBezTo>
                      <a:pt x="59" y="136"/>
                      <a:pt x="59" y="136"/>
                      <a:pt x="59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37"/>
                      <a:pt x="60" y="137"/>
                      <a:pt x="60" y="137"/>
                    </a:cubicBezTo>
                    <a:cubicBezTo>
                      <a:pt x="60" y="138"/>
                      <a:pt x="60" y="138"/>
                      <a:pt x="60" y="138"/>
                    </a:cubicBezTo>
                    <a:cubicBezTo>
                      <a:pt x="61" y="138"/>
                      <a:pt x="61" y="138"/>
                      <a:pt x="61" y="138"/>
                    </a:cubicBezTo>
                    <a:cubicBezTo>
                      <a:pt x="61" y="138"/>
                      <a:pt x="61" y="138"/>
                      <a:pt x="61" y="138"/>
                    </a:cubicBezTo>
                    <a:cubicBezTo>
                      <a:pt x="62" y="138"/>
                      <a:pt x="62" y="138"/>
                      <a:pt x="63" y="138"/>
                    </a:cubicBezTo>
                    <a:cubicBezTo>
                      <a:pt x="64" y="138"/>
                      <a:pt x="64" y="138"/>
                      <a:pt x="64" y="138"/>
                    </a:cubicBezTo>
                    <a:cubicBezTo>
                      <a:pt x="64" y="138"/>
                      <a:pt x="64" y="138"/>
                      <a:pt x="64" y="138"/>
                    </a:cubicBezTo>
                    <a:cubicBezTo>
                      <a:pt x="64" y="139"/>
                      <a:pt x="64" y="139"/>
                      <a:pt x="64" y="139"/>
                    </a:cubicBezTo>
                    <a:cubicBezTo>
                      <a:pt x="65" y="139"/>
                      <a:pt x="65" y="139"/>
                      <a:pt x="65" y="139"/>
                    </a:cubicBezTo>
                    <a:cubicBezTo>
                      <a:pt x="66" y="139"/>
                      <a:pt x="66" y="139"/>
                      <a:pt x="67" y="140"/>
                    </a:cubicBezTo>
                    <a:cubicBezTo>
                      <a:pt x="67" y="140"/>
                      <a:pt x="68" y="140"/>
                      <a:pt x="68" y="141"/>
                    </a:cubicBezTo>
                    <a:cubicBezTo>
                      <a:pt x="69" y="141"/>
                      <a:pt x="70" y="143"/>
                      <a:pt x="70" y="144"/>
                    </a:cubicBezTo>
                    <a:cubicBezTo>
                      <a:pt x="70" y="145"/>
                      <a:pt x="70" y="145"/>
                      <a:pt x="69" y="146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8"/>
                      <a:pt x="68" y="148"/>
                    </a:cubicBezTo>
                    <a:cubicBezTo>
                      <a:pt x="68" y="149"/>
                      <a:pt x="68" y="149"/>
                      <a:pt x="68" y="149"/>
                    </a:cubicBezTo>
                    <a:cubicBezTo>
                      <a:pt x="68" y="149"/>
                      <a:pt x="68" y="149"/>
                      <a:pt x="68" y="149"/>
                    </a:cubicBezTo>
                    <a:cubicBezTo>
                      <a:pt x="67" y="149"/>
                      <a:pt x="67" y="149"/>
                      <a:pt x="67" y="149"/>
                    </a:cubicBezTo>
                    <a:cubicBezTo>
                      <a:pt x="67" y="151"/>
                      <a:pt x="67" y="151"/>
                      <a:pt x="67" y="151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8" y="154"/>
                      <a:pt x="68" y="154"/>
                      <a:pt x="68" y="154"/>
                    </a:cubicBezTo>
                    <a:cubicBezTo>
                      <a:pt x="68" y="154"/>
                      <a:pt x="69" y="155"/>
                      <a:pt x="70" y="155"/>
                    </a:cubicBezTo>
                    <a:cubicBezTo>
                      <a:pt x="70" y="155"/>
                      <a:pt x="70" y="155"/>
                      <a:pt x="70" y="155"/>
                    </a:cubicBezTo>
                    <a:cubicBezTo>
                      <a:pt x="70" y="156"/>
                      <a:pt x="71" y="156"/>
                      <a:pt x="71" y="157"/>
                    </a:cubicBezTo>
                    <a:cubicBezTo>
                      <a:pt x="71" y="157"/>
                      <a:pt x="71" y="157"/>
                      <a:pt x="72" y="158"/>
                    </a:cubicBezTo>
                    <a:cubicBezTo>
                      <a:pt x="72" y="159"/>
                      <a:pt x="72" y="159"/>
                      <a:pt x="73" y="160"/>
                    </a:cubicBezTo>
                    <a:cubicBezTo>
                      <a:pt x="73" y="161"/>
                      <a:pt x="73" y="161"/>
                      <a:pt x="73" y="161"/>
                    </a:cubicBezTo>
                    <a:cubicBezTo>
                      <a:pt x="73" y="161"/>
                      <a:pt x="73" y="162"/>
                      <a:pt x="73" y="162"/>
                    </a:cubicBezTo>
                    <a:cubicBezTo>
                      <a:pt x="73" y="163"/>
                      <a:pt x="73" y="163"/>
                      <a:pt x="74" y="164"/>
                    </a:cubicBezTo>
                    <a:cubicBezTo>
                      <a:pt x="75" y="164"/>
                      <a:pt x="75" y="164"/>
                      <a:pt x="75" y="164"/>
                    </a:cubicBezTo>
                    <a:cubicBezTo>
                      <a:pt x="75" y="165"/>
                      <a:pt x="75" y="165"/>
                      <a:pt x="76" y="165"/>
                    </a:cubicBezTo>
                    <a:cubicBezTo>
                      <a:pt x="76" y="165"/>
                      <a:pt x="76" y="166"/>
                      <a:pt x="76" y="166"/>
                    </a:cubicBezTo>
                    <a:cubicBezTo>
                      <a:pt x="76" y="166"/>
                      <a:pt x="76" y="166"/>
                      <a:pt x="76" y="166"/>
                    </a:cubicBezTo>
                    <a:cubicBezTo>
                      <a:pt x="76" y="167"/>
                      <a:pt x="76" y="167"/>
                      <a:pt x="76" y="168"/>
                    </a:cubicBezTo>
                    <a:cubicBezTo>
                      <a:pt x="76" y="169"/>
                      <a:pt x="76" y="169"/>
                      <a:pt x="76" y="169"/>
                    </a:cubicBezTo>
                    <a:cubicBezTo>
                      <a:pt x="76" y="169"/>
                      <a:pt x="76" y="169"/>
                      <a:pt x="76" y="169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7" y="170"/>
                      <a:pt x="77" y="170"/>
                      <a:pt x="77" y="170"/>
                    </a:cubicBezTo>
                    <a:cubicBezTo>
                      <a:pt x="77" y="170"/>
                      <a:pt x="77" y="170"/>
                      <a:pt x="77" y="170"/>
                    </a:cubicBezTo>
                    <a:cubicBezTo>
                      <a:pt x="77" y="173"/>
                      <a:pt x="77" y="173"/>
                      <a:pt x="77" y="173"/>
                    </a:cubicBezTo>
                    <a:cubicBezTo>
                      <a:pt x="77" y="174"/>
                      <a:pt x="77" y="174"/>
                      <a:pt x="77" y="174"/>
                    </a:cubicBezTo>
                    <a:cubicBezTo>
                      <a:pt x="77" y="174"/>
                      <a:pt x="77" y="176"/>
                      <a:pt x="77" y="176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76" y="176"/>
                      <a:pt x="76" y="176"/>
                      <a:pt x="76" y="176"/>
                    </a:cubicBezTo>
                    <a:cubicBezTo>
                      <a:pt x="76" y="181"/>
                      <a:pt x="76" y="181"/>
                      <a:pt x="76" y="181"/>
                    </a:cubicBezTo>
                    <a:cubicBezTo>
                      <a:pt x="76" y="181"/>
                      <a:pt x="76" y="181"/>
                      <a:pt x="76" y="181"/>
                    </a:cubicBezTo>
                    <a:cubicBezTo>
                      <a:pt x="77" y="181"/>
                      <a:pt x="77" y="181"/>
                      <a:pt x="77" y="181"/>
                    </a:cubicBezTo>
                    <a:cubicBezTo>
                      <a:pt x="78" y="182"/>
                      <a:pt x="78" y="182"/>
                      <a:pt x="78" y="182"/>
                    </a:cubicBezTo>
                    <a:cubicBezTo>
                      <a:pt x="77" y="182"/>
                      <a:pt x="77" y="182"/>
                      <a:pt x="77" y="183"/>
                    </a:cubicBezTo>
                    <a:cubicBezTo>
                      <a:pt x="77" y="183"/>
                      <a:pt x="77" y="183"/>
                      <a:pt x="77" y="183"/>
                    </a:cubicBezTo>
                    <a:cubicBezTo>
                      <a:pt x="77" y="183"/>
                      <a:pt x="76" y="184"/>
                      <a:pt x="76" y="184"/>
                    </a:cubicBezTo>
                    <a:cubicBezTo>
                      <a:pt x="75" y="185"/>
                      <a:pt x="75" y="185"/>
                      <a:pt x="75" y="185"/>
                    </a:cubicBezTo>
                    <a:cubicBezTo>
                      <a:pt x="74" y="186"/>
                      <a:pt x="74" y="186"/>
                      <a:pt x="74" y="187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73" y="193"/>
                      <a:pt x="73" y="193"/>
                      <a:pt x="73" y="193"/>
                    </a:cubicBezTo>
                    <a:cubicBezTo>
                      <a:pt x="73" y="193"/>
                      <a:pt x="73" y="193"/>
                      <a:pt x="73" y="193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1" y="193"/>
                      <a:pt x="71" y="193"/>
                      <a:pt x="71" y="193"/>
                    </a:cubicBezTo>
                    <a:cubicBezTo>
                      <a:pt x="71" y="194"/>
                      <a:pt x="71" y="194"/>
                      <a:pt x="71" y="194"/>
                    </a:cubicBezTo>
                    <a:cubicBezTo>
                      <a:pt x="71" y="195"/>
                      <a:pt x="71" y="195"/>
                      <a:pt x="71" y="195"/>
                    </a:cubicBezTo>
                    <a:cubicBezTo>
                      <a:pt x="70" y="196"/>
                      <a:pt x="70" y="196"/>
                      <a:pt x="70" y="196"/>
                    </a:cubicBezTo>
                    <a:cubicBezTo>
                      <a:pt x="70" y="197"/>
                      <a:pt x="70" y="197"/>
                      <a:pt x="70" y="197"/>
                    </a:cubicBezTo>
                    <a:cubicBezTo>
                      <a:pt x="70" y="198"/>
                      <a:pt x="70" y="198"/>
                      <a:pt x="70" y="198"/>
                    </a:cubicBezTo>
                    <a:cubicBezTo>
                      <a:pt x="69" y="198"/>
                      <a:pt x="69" y="198"/>
                      <a:pt x="69" y="198"/>
                    </a:cubicBezTo>
                    <a:cubicBezTo>
                      <a:pt x="68" y="197"/>
                      <a:pt x="68" y="197"/>
                      <a:pt x="68" y="197"/>
                    </a:cubicBezTo>
                    <a:cubicBezTo>
                      <a:pt x="68" y="211"/>
                      <a:pt x="68" y="211"/>
                      <a:pt x="68" y="211"/>
                    </a:cubicBezTo>
                    <a:cubicBezTo>
                      <a:pt x="69" y="211"/>
                      <a:pt x="69" y="211"/>
                      <a:pt x="69" y="211"/>
                    </a:cubicBezTo>
                    <a:cubicBezTo>
                      <a:pt x="70" y="211"/>
                      <a:pt x="70" y="211"/>
                      <a:pt x="70" y="211"/>
                    </a:cubicBezTo>
                    <a:cubicBezTo>
                      <a:pt x="70" y="211"/>
                      <a:pt x="70" y="211"/>
                      <a:pt x="70" y="211"/>
                    </a:cubicBezTo>
                    <a:cubicBezTo>
                      <a:pt x="70" y="211"/>
                      <a:pt x="70" y="211"/>
                      <a:pt x="70" y="211"/>
                    </a:cubicBezTo>
                    <a:cubicBezTo>
                      <a:pt x="70" y="212"/>
                      <a:pt x="70" y="212"/>
                      <a:pt x="70" y="212"/>
                    </a:cubicBezTo>
                    <a:cubicBezTo>
                      <a:pt x="70" y="213"/>
                      <a:pt x="70" y="213"/>
                      <a:pt x="70" y="213"/>
                    </a:cubicBezTo>
                    <a:cubicBezTo>
                      <a:pt x="70" y="213"/>
                      <a:pt x="70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5"/>
                      <a:pt x="71" y="215"/>
                      <a:pt x="71" y="215"/>
                    </a:cubicBezTo>
                    <a:cubicBezTo>
                      <a:pt x="71" y="217"/>
                      <a:pt x="71" y="217"/>
                      <a:pt x="71" y="218"/>
                    </a:cubicBezTo>
                    <a:cubicBezTo>
                      <a:pt x="71" y="218"/>
                      <a:pt x="71" y="218"/>
                      <a:pt x="71" y="218"/>
                    </a:cubicBezTo>
                    <a:cubicBezTo>
                      <a:pt x="70" y="217"/>
                      <a:pt x="70" y="217"/>
                      <a:pt x="70" y="217"/>
                    </a:cubicBezTo>
                    <a:cubicBezTo>
                      <a:pt x="70" y="231"/>
                      <a:pt x="70" y="231"/>
                      <a:pt x="70" y="231"/>
                    </a:cubicBezTo>
                    <a:cubicBezTo>
                      <a:pt x="70" y="231"/>
                      <a:pt x="70" y="231"/>
                      <a:pt x="70" y="231"/>
                    </a:cubicBezTo>
                    <a:cubicBezTo>
                      <a:pt x="71" y="232"/>
                      <a:pt x="71" y="232"/>
                      <a:pt x="71" y="232"/>
                    </a:cubicBezTo>
                    <a:cubicBezTo>
                      <a:pt x="72" y="232"/>
                      <a:pt x="72" y="233"/>
                      <a:pt x="72" y="234"/>
                    </a:cubicBezTo>
                    <a:cubicBezTo>
                      <a:pt x="73" y="235"/>
                      <a:pt x="73" y="236"/>
                      <a:pt x="72" y="236"/>
                    </a:cubicBezTo>
                    <a:cubicBezTo>
                      <a:pt x="72" y="237"/>
                      <a:pt x="72" y="237"/>
                      <a:pt x="71" y="238"/>
                    </a:cubicBezTo>
                    <a:cubicBezTo>
                      <a:pt x="71" y="238"/>
                      <a:pt x="70" y="238"/>
                      <a:pt x="70" y="238"/>
                    </a:cubicBezTo>
                    <a:cubicBezTo>
                      <a:pt x="69" y="239"/>
                      <a:pt x="69" y="239"/>
                      <a:pt x="69" y="239"/>
                    </a:cubicBezTo>
                    <a:cubicBezTo>
                      <a:pt x="68" y="239"/>
                      <a:pt x="68" y="239"/>
                      <a:pt x="67" y="239"/>
                    </a:cubicBezTo>
                    <a:cubicBezTo>
                      <a:pt x="67" y="240"/>
                      <a:pt x="67" y="241"/>
                      <a:pt x="67" y="242"/>
                    </a:cubicBezTo>
                    <a:cubicBezTo>
                      <a:pt x="67" y="243"/>
                      <a:pt x="67" y="243"/>
                      <a:pt x="67" y="243"/>
                    </a:cubicBezTo>
                    <a:cubicBezTo>
                      <a:pt x="67" y="243"/>
                      <a:pt x="67" y="244"/>
                      <a:pt x="68" y="245"/>
                    </a:cubicBezTo>
                    <a:cubicBezTo>
                      <a:pt x="68" y="245"/>
                      <a:pt x="69" y="245"/>
                      <a:pt x="69" y="245"/>
                    </a:cubicBezTo>
                    <a:cubicBezTo>
                      <a:pt x="70" y="245"/>
                      <a:pt x="70" y="245"/>
                      <a:pt x="71" y="245"/>
                    </a:cubicBezTo>
                    <a:cubicBezTo>
                      <a:pt x="71" y="244"/>
                      <a:pt x="71" y="244"/>
                      <a:pt x="71" y="244"/>
                    </a:cubicBezTo>
                    <a:cubicBezTo>
                      <a:pt x="72" y="244"/>
                      <a:pt x="74" y="244"/>
                      <a:pt x="75" y="244"/>
                    </a:cubicBezTo>
                    <a:cubicBezTo>
                      <a:pt x="76" y="244"/>
                      <a:pt x="76" y="244"/>
                      <a:pt x="76" y="244"/>
                    </a:cubicBezTo>
                    <a:cubicBezTo>
                      <a:pt x="78" y="244"/>
                      <a:pt x="80" y="243"/>
                      <a:pt x="81" y="242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83" y="243"/>
                      <a:pt x="83" y="243"/>
                      <a:pt x="83" y="243"/>
                    </a:cubicBezTo>
                    <a:cubicBezTo>
                      <a:pt x="84" y="243"/>
                      <a:pt x="84" y="242"/>
                      <a:pt x="85" y="242"/>
                    </a:cubicBezTo>
                    <a:cubicBezTo>
                      <a:pt x="85" y="241"/>
                      <a:pt x="85" y="241"/>
                      <a:pt x="85" y="241"/>
                    </a:cubicBezTo>
                    <a:cubicBezTo>
                      <a:pt x="85" y="240"/>
                      <a:pt x="86" y="240"/>
                      <a:pt x="87" y="240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7" y="236"/>
                      <a:pt x="88" y="234"/>
                      <a:pt x="90" y="233"/>
                    </a:cubicBezTo>
                    <a:cubicBezTo>
                      <a:pt x="90" y="233"/>
                      <a:pt x="91" y="232"/>
                      <a:pt x="93" y="232"/>
                    </a:cubicBezTo>
                    <a:cubicBezTo>
                      <a:pt x="93" y="232"/>
                      <a:pt x="93" y="232"/>
                      <a:pt x="93" y="232"/>
                    </a:cubicBezTo>
                    <a:cubicBezTo>
                      <a:pt x="94" y="232"/>
                      <a:pt x="94" y="232"/>
                      <a:pt x="95" y="232"/>
                    </a:cubicBezTo>
                    <a:cubicBezTo>
                      <a:pt x="95" y="232"/>
                      <a:pt x="95" y="232"/>
                      <a:pt x="96" y="232"/>
                    </a:cubicBezTo>
                    <a:cubicBezTo>
                      <a:pt x="96" y="232"/>
                      <a:pt x="97" y="232"/>
                      <a:pt x="97" y="232"/>
                    </a:cubicBezTo>
                    <a:cubicBezTo>
                      <a:pt x="99" y="232"/>
                      <a:pt x="99" y="231"/>
                      <a:pt x="99" y="231"/>
                    </a:cubicBezTo>
                    <a:cubicBezTo>
                      <a:pt x="99" y="230"/>
                      <a:pt x="99" y="229"/>
                      <a:pt x="99" y="229"/>
                    </a:cubicBezTo>
                    <a:cubicBezTo>
                      <a:pt x="99" y="228"/>
                      <a:pt x="99" y="228"/>
                      <a:pt x="99" y="228"/>
                    </a:cubicBezTo>
                    <a:cubicBezTo>
                      <a:pt x="99" y="226"/>
                      <a:pt x="99" y="226"/>
                      <a:pt x="99" y="226"/>
                    </a:cubicBezTo>
                    <a:cubicBezTo>
                      <a:pt x="99" y="225"/>
                      <a:pt x="99" y="225"/>
                      <a:pt x="98" y="225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7" y="224"/>
                      <a:pt x="98" y="223"/>
                      <a:pt x="98" y="223"/>
                    </a:cubicBezTo>
                    <a:cubicBezTo>
                      <a:pt x="98" y="222"/>
                      <a:pt x="98" y="222"/>
                      <a:pt x="98" y="222"/>
                    </a:cubicBezTo>
                    <a:cubicBezTo>
                      <a:pt x="99" y="222"/>
                      <a:pt x="99" y="222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100" y="221"/>
                      <a:pt x="100" y="221"/>
                      <a:pt x="100" y="221"/>
                    </a:cubicBezTo>
                    <a:cubicBezTo>
                      <a:pt x="100" y="220"/>
                      <a:pt x="100" y="220"/>
                      <a:pt x="100" y="220"/>
                    </a:cubicBezTo>
                    <a:cubicBezTo>
                      <a:pt x="100" y="219"/>
                      <a:pt x="100" y="219"/>
                      <a:pt x="100" y="219"/>
                    </a:cubicBezTo>
                    <a:cubicBezTo>
                      <a:pt x="101" y="219"/>
                      <a:pt x="101" y="219"/>
                      <a:pt x="101" y="219"/>
                    </a:cubicBezTo>
                    <a:cubicBezTo>
                      <a:pt x="101" y="219"/>
                      <a:pt x="101" y="219"/>
                      <a:pt x="101" y="219"/>
                    </a:cubicBezTo>
                    <a:cubicBezTo>
                      <a:pt x="101" y="219"/>
                      <a:pt x="102" y="219"/>
                      <a:pt x="102" y="219"/>
                    </a:cubicBezTo>
                    <a:cubicBezTo>
                      <a:pt x="103" y="219"/>
                      <a:pt x="104" y="218"/>
                      <a:pt x="105" y="216"/>
                    </a:cubicBezTo>
                    <a:cubicBezTo>
                      <a:pt x="105" y="215"/>
                      <a:pt x="105" y="213"/>
                      <a:pt x="105" y="212"/>
                    </a:cubicBezTo>
                    <a:cubicBezTo>
                      <a:pt x="105" y="211"/>
                      <a:pt x="105" y="211"/>
                      <a:pt x="105" y="211"/>
                    </a:cubicBezTo>
                    <a:cubicBezTo>
                      <a:pt x="105" y="211"/>
                      <a:pt x="105" y="210"/>
                      <a:pt x="105" y="209"/>
                    </a:cubicBezTo>
                    <a:cubicBezTo>
                      <a:pt x="105" y="209"/>
                      <a:pt x="105" y="209"/>
                      <a:pt x="105" y="209"/>
                    </a:cubicBezTo>
                    <a:cubicBezTo>
                      <a:pt x="106" y="210"/>
                      <a:pt x="106" y="210"/>
                      <a:pt x="106" y="210"/>
                    </a:cubicBezTo>
                    <a:cubicBezTo>
                      <a:pt x="106" y="208"/>
                      <a:pt x="106" y="208"/>
                      <a:pt x="106" y="208"/>
                    </a:cubicBezTo>
                    <a:cubicBezTo>
                      <a:pt x="106" y="208"/>
                      <a:pt x="106" y="207"/>
                      <a:pt x="106" y="207"/>
                    </a:cubicBezTo>
                    <a:cubicBezTo>
                      <a:pt x="107" y="206"/>
                      <a:pt x="107" y="206"/>
                      <a:pt x="108" y="206"/>
                    </a:cubicBezTo>
                    <a:cubicBezTo>
                      <a:pt x="108" y="205"/>
                      <a:pt x="108" y="205"/>
                      <a:pt x="108" y="205"/>
                    </a:cubicBezTo>
                    <a:cubicBezTo>
                      <a:pt x="109" y="205"/>
                      <a:pt x="109" y="205"/>
                      <a:pt x="110" y="204"/>
                    </a:cubicBezTo>
                    <a:cubicBezTo>
                      <a:pt x="110" y="204"/>
                      <a:pt x="110" y="203"/>
                      <a:pt x="110" y="202"/>
                    </a:cubicBezTo>
                    <a:cubicBezTo>
                      <a:pt x="110" y="201"/>
                      <a:pt x="110" y="201"/>
                      <a:pt x="110" y="201"/>
                    </a:cubicBezTo>
                    <a:cubicBezTo>
                      <a:pt x="110" y="200"/>
                      <a:pt x="110" y="200"/>
                      <a:pt x="110" y="200"/>
                    </a:cubicBezTo>
                    <a:cubicBezTo>
                      <a:pt x="111" y="199"/>
                      <a:pt x="111" y="199"/>
                      <a:pt x="112" y="198"/>
                    </a:cubicBezTo>
                    <a:cubicBezTo>
                      <a:pt x="113" y="197"/>
                      <a:pt x="114" y="196"/>
                      <a:pt x="116" y="195"/>
                    </a:cubicBezTo>
                    <a:cubicBezTo>
                      <a:pt x="116" y="194"/>
                      <a:pt x="116" y="194"/>
                      <a:pt x="117" y="194"/>
                    </a:cubicBezTo>
                    <a:cubicBezTo>
                      <a:pt x="117" y="193"/>
                      <a:pt x="118" y="193"/>
                      <a:pt x="118" y="192"/>
                    </a:cubicBezTo>
                    <a:cubicBezTo>
                      <a:pt x="118" y="191"/>
                      <a:pt x="118" y="191"/>
                      <a:pt x="118" y="190"/>
                    </a:cubicBezTo>
                    <a:cubicBezTo>
                      <a:pt x="118" y="189"/>
                      <a:pt x="118" y="189"/>
                      <a:pt x="118" y="188"/>
                    </a:cubicBezTo>
                    <a:cubicBezTo>
                      <a:pt x="117" y="187"/>
                      <a:pt x="117" y="186"/>
                      <a:pt x="118" y="185"/>
                    </a:cubicBezTo>
                    <a:cubicBezTo>
                      <a:pt x="118" y="184"/>
                      <a:pt x="118" y="182"/>
                      <a:pt x="118" y="181"/>
                    </a:cubicBezTo>
                    <a:cubicBezTo>
                      <a:pt x="119" y="181"/>
                      <a:pt x="119" y="181"/>
                      <a:pt x="119" y="181"/>
                    </a:cubicBezTo>
                    <a:cubicBezTo>
                      <a:pt x="119" y="180"/>
                      <a:pt x="119" y="180"/>
                      <a:pt x="119" y="180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0" y="180"/>
                      <a:pt x="120" y="180"/>
                      <a:pt x="120" y="180"/>
                    </a:cubicBezTo>
                    <a:cubicBezTo>
                      <a:pt x="120" y="179"/>
                      <a:pt x="120" y="179"/>
                      <a:pt x="120" y="179"/>
                    </a:cubicBezTo>
                    <a:cubicBezTo>
                      <a:pt x="121" y="176"/>
                      <a:pt x="121" y="173"/>
                      <a:pt x="120" y="171"/>
                    </a:cubicBezTo>
                    <a:cubicBezTo>
                      <a:pt x="120" y="169"/>
                      <a:pt x="120" y="168"/>
                      <a:pt x="120" y="166"/>
                    </a:cubicBezTo>
                    <a:cubicBezTo>
                      <a:pt x="120" y="164"/>
                      <a:pt x="120" y="162"/>
                      <a:pt x="121" y="161"/>
                    </a:cubicBezTo>
                    <a:cubicBezTo>
                      <a:pt x="121" y="160"/>
                      <a:pt x="121" y="159"/>
                      <a:pt x="122" y="159"/>
                    </a:cubicBezTo>
                    <a:cubicBezTo>
                      <a:pt x="122" y="159"/>
                      <a:pt x="122" y="159"/>
                      <a:pt x="122" y="159"/>
                    </a:cubicBezTo>
                    <a:cubicBezTo>
                      <a:pt x="122" y="158"/>
                      <a:pt x="122" y="158"/>
                      <a:pt x="122" y="158"/>
                    </a:cubicBezTo>
                    <a:cubicBezTo>
                      <a:pt x="122" y="158"/>
                      <a:pt x="122" y="158"/>
                      <a:pt x="122" y="158"/>
                    </a:cubicBezTo>
                    <a:cubicBezTo>
                      <a:pt x="122" y="158"/>
                      <a:pt x="122" y="158"/>
                      <a:pt x="122" y="158"/>
                    </a:cubicBezTo>
                    <a:cubicBezTo>
                      <a:pt x="123" y="158"/>
                      <a:pt x="123" y="158"/>
                      <a:pt x="123" y="158"/>
                    </a:cubicBezTo>
                    <a:cubicBezTo>
                      <a:pt x="123" y="157"/>
                      <a:pt x="123" y="157"/>
                      <a:pt x="123" y="157"/>
                    </a:cubicBezTo>
                    <a:cubicBezTo>
                      <a:pt x="123" y="156"/>
                      <a:pt x="123" y="156"/>
                      <a:pt x="123" y="156"/>
                    </a:cubicBezTo>
                    <a:cubicBezTo>
                      <a:pt x="123" y="156"/>
                      <a:pt x="123" y="155"/>
                      <a:pt x="123" y="155"/>
                    </a:cubicBezTo>
                    <a:cubicBezTo>
                      <a:pt x="124" y="155"/>
                      <a:pt x="124" y="155"/>
                      <a:pt x="124" y="155"/>
                    </a:cubicBezTo>
                    <a:cubicBezTo>
                      <a:pt x="125" y="155"/>
                      <a:pt x="125" y="155"/>
                      <a:pt x="125" y="155"/>
                    </a:cubicBezTo>
                    <a:cubicBezTo>
                      <a:pt x="125" y="150"/>
                      <a:pt x="125" y="150"/>
                      <a:pt x="125" y="150"/>
                    </a:cubicBezTo>
                    <a:cubicBezTo>
                      <a:pt x="125" y="149"/>
                      <a:pt x="124" y="149"/>
                      <a:pt x="124" y="149"/>
                    </a:cubicBezTo>
                    <a:cubicBezTo>
                      <a:pt x="124" y="149"/>
                      <a:pt x="124" y="149"/>
                      <a:pt x="124" y="149"/>
                    </a:cubicBezTo>
                    <a:cubicBezTo>
                      <a:pt x="123" y="148"/>
                      <a:pt x="123" y="148"/>
                      <a:pt x="123" y="147"/>
                    </a:cubicBezTo>
                    <a:cubicBezTo>
                      <a:pt x="123" y="146"/>
                      <a:pt x="123" y="146"/>
                      <a:pt x="123" y="146"/>
                    </a:cubicBezTo>
                    <a:cubicBezTo>
                      <a:pt x="123" y="145"/>
                      <a:pt x="123" y="145"/>
                      <a:pt x="123" y="145"/>
                    </a:cubicBezTo>
                    <a:cubicBezTo>
                      <a:pt x="123" y="144"/>
                      <a:pt x="123" y="143"/>
                      <a:pt x="124" y="142"/>
                    </a:cubicBezTo>
                    <a:cubicBezTo>
                      <a:pt x="124" y="142"/>
                      <a:pt x="124" y="142"/>
                      <a:pt x="124" y="142"/>
                    </a:cubicBezTo>
                    <a:cubicBezTo>
                      <a:pt x="124" y="142"/>
                      <a:pt x="125" y="142"/>
                      <a:pt x="125" y="141"/>
                    </a:cubicBezTo>
                    <a:cubicBezTo>
                      <a:pt x="125" y="140"/>
                      <a:pt x="125" y="140"/>
                      <a:pt x="125" y="140"/>
                    </a:cubicBezTo>
                    <a:cubicBezTo>
                      <a:pt x="125" y="139"/>
                      <a:pt x="125" y="139"/>
                      <a:pt x="125" y="138"/>
                    </a:cubicBezTo>
                    <a:cubicBezTo>
                      <a:pt x="125" y="138"/>
                      <a:pt x="125" y="137"/>
                      <a:pt x="125" y="137"/>
                    </a:cubicBezTo>
                    <a:cubicBezTo>
                      <a:pt x="125" y="136"/>
                      <a:pt x="125" y="136"/>
                      <a:pt x="125" y="135"/>
                    </a:cubicBezTo>
                    <a:cubicBezTo>
                      <a:pt x="125" y="135"/>
                      <a:pt x="125" y="135"/>
                      <a:pt x="125" y="135"/>
                    </a:cubicBezTo>
                    <a:cubicBezTo>
                      <a:pt x="126" y="135"/>
                      <a:pt x="126" y="135"/>
                      <a:pt x="126" y="135"/>
                    </a:cubicBezTo>
                    <a:cubicBezTo>
                      <a:pt x="126" y="128"/>
                      <a:pt x="126" y="128"/>
                      <a:pt x="126" y="128"/>
                    </a:cubicBezTo>
                    <a:cubicBezTo>
                      <a:pt x="126" y="127"/>
                      <a:pt x="126" y="127"/>
                      <a:pt x="126" y="127"/>
                    </a:cubicBezTo>
                    <a:cubicBezTo>
                      <a:pt x="126" y="126"/>
                      <a:pt x="126" y="125"/>
                      <a:pt x="126" y="124"/>
                    </a:cubicBezTo>
                    <a:cubicBezTo>
                      <a:pt x="125" y="123"/>
                      <a:pt x="124" y="122"/>
                      <a:pt x="122" y="121"/>
                    </a:cubicBezTo>
                    <a:cubicBezTo>
                      <a:pt x="122" y="121"/>
                      <a:pt x="122" y="120"/>
                      <a:pt x="122" y="120"/>
                    </a:cubicBezTo>
                    <a:cubicBezTo>
                      <a:pt x="122" y="116"/>
                      <a:pt x="122" y="116"/>
                      <a:pt x="122" y="116"/>
                    </a:cubicBezTo>
                    <a:cubicBezTo>
                      <a:pt x="120" y="116"/>
                      <a:pt x="120" y="116"/>
                      <a:pt x="120" y="116"/>
                    </a:cubicBezTo>
                    <a:cubicBezTo>
                      <a:pt x="120" y="116"/>
                      <a:pt x="120" y="116"/>
                      <a:pt x="120" y="116"/>
                    </a:cubicBezTo>
                    <a:cubicBezTo>
                      <a:pt x="120" y="115"/>
                      <a:pt x="120" y="115"/>
                      <a:pt x="120" y="115"/>
                    </a:cubicBezTo>
                    <a:cubicBezTo>
                      <a:pt x="120" y="115"/>
                      <a:pt x="120" y="115"/>
                      <a:pt x="120" y="115"/>
                    </a:cubicBezTo>
                    <a:cubicBezTo>
                      <a:pt x="120" y="114"/>
                      <a:pt x="120" y="114"/>
                      <a:pt x="120" y="113"/>
                    </a:cubicBezTo>
                    <a:cubicBezTo>
                      <a:pt x="119" y="113"/>
                      <a:pt x="119" y="113"/>
                      <a:pt x="119" y="113"/>
                    </a:cubicBezTo>
                    <a:cubicBezTo>
                      <a:pt x="119" y="112"/>
                      <a:pt x="119" y="112"/>
                      <a:pt x="118" y="112"/>
                    </a:cubicBezTo>
                    <a:cubicBezTo>
                      <a:pt x="118" y="111"/>
                      <a:pt x="118" y="111"/>
                      <a:pt x="118" y="111"/>
                    </a:cubicBezTo>
                    <a:cubicBezTo>
                      <a:pt x="118" y="111"/>
                      <a:pt x="118" y="111"/>
                      <a:pt x="118" y="111"/>
                    </a:cubicBezTo>
                    <a:cubicBezTo>
                      <a:pt x="118" y="110"/>
                      <a:pt x="118" y="109"/>
                      <a:pt x="117" y="109"/>
                    </a:cubicBezTo>
                    <a:cubicBezTo>
                      <a:pt x="116" y="109"/>
                      <a:pt x="116" y="109"/>
                      <a:pt x="116" y="109"/>
                    </a:cubicBezTo>
                    <a:cubicBezTo>
                      <a:pt x="116" y="109"/>
                      <a:pt x="116" y="109"/>
                      <a:pt x="116" y="109"/>
                    </a:cubicBezTo>
                    <a:cubicBezTo>
                      <a:pt x="116" y="108"/>
                      <a:pt x="116" y="108"/>
                      <a:pt x="116" y="108"/>
                    </a:cubicBezTo>
                    <a:cubicBezTo>
                      <a:pt x="116" y="107"/>
                      <a:pt x="116" y="107"/>
                      <a:pt x="116" y="107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14" y="105"/>
                      <a:pt x="114" y="105"/>
                      <a:pt x="114" y="105"/>
                    </a:cubicBezTo>
                    <a:cubicBezTo>
                      <a:pt x="113" y="104"/>
                      <a:pt x="113" y="104"/>
                      <a:pt x="113" y="104"/>
                    </a:cubicBezTo>
                    <a:cubicBezTo>
                      <a:pt x="112" y="102"/>
                      <a:pt x="111" y="101"/>
                      <a:pt x="112" y="98"/>
                    </a:cubicBezTo>
                    <a:cubicBezTo>
                      <a:pt x="112" y="97"/>
                      <a:pt x="112" y="97"/>
                      <a:pt x="112" y="97"/>
                    </a:cubicBezTo>
                    <a:cubicBezTo>
                      <a:pt x="111" y="97"/>
                      <a:pt x="111" y="97"/>
                      <a:pt x="111" y="97"/>
                    </a:cubicBezTo>
                    <a:cubicBezTo>
                      <a:pt x="110" y="97"/>
                      <a:pt x="110" y="97"/>
                      <a:pt x="110" y="97"/>
                    </a:cubicBezTo>
                    <a:cubicBezTo>
                      <a:pt x="110" y="96"/>
                      <a:pt x="110" y="95"/>
                      <a:pt x="109" y="94"/>
                    </a:cubicBezTo>
                    <a:cubicBezTo>
                      <a:pt x="109" y="94"/>
                      <a:pt x="109" y="94"/>
                      <a:pt x="109" y="94"/>
                    </a:cubicBezTo>
                    <a:cubicBezTo>
                      <a:pt x="108" y="93"/>
                      <a:pt x="108" y="93"/>
                      <a:pt x="108" y="92"/>
                    </a:cubicBezTo>
                    <a:cubicBezTo>
                      <a:pt x="107" y="92"/>
                      <a:pt x="107" y="91"/>
                      <a:pt x="106" y="91"/>
                    </a:cubicBezTo>
                    <a:cubicBezTo>
                      <a:pt x="106" y="91"/>
                      <a:pt x="106" y="91"/>
                      <a:pt x="106" y="91"/>
                    </a:cubicBezTo>
                    <a:cubicBezTo>
                      <a:pt x="106" y="91"/>
                      <a:pt x="106" y="90"/>
                      <a:pt x="106" y="90"/>
                    </a:cubicBezTo>
                    <a:cubicBezTo>
                      <a:pt x="106" y="90"/>
                      <a:pt x="106" y="90"/>
                      <a:pt x="106" y="90"/>
                    </a:cubicBezTo>
                    <a:cubicBezTo>
                      <a:pt x="106" y="89"/>
                      <a:pt x="106" y="89"/>
                      <a:pt x="106" y="89"/>
                    </a:cubicBezTo>
                    <a:cubicBezTo>
                      <a:pt x="105" y="89"/>
                      <a:pt x="105" y="89"/>
                      <a:pt x="105" y="89"/>
                    </a:cubicBezTo>
                    <a:cubicBezTo>
                      <a:pt x="105" y="88"/>
                      <a:pt x="105" y="88"/>
                      <a:pt x="105" y="88"/>
                    </a:cubicBezTo>
                    <a:cubicBezTo>
                      <a:pt x="105" y="88"/>
                      <a:pt x="105" y="88"/>
                      <a:pt x="105" y="88"/>
                    </a:cubicBezTo>
                    <a:cubicBezTo>
                      <a:pt x="105" y="88"/>
                      <a:pt x="105" y="88"/>
                      <a:pt x="105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4" y="87"/>
                      <a:pt x="104" y="87"/>
                      <a:pt x="103" y="86"/>
                    </a:cubicBezTo>
                    <a:cubicBezTo>
                      <a:pt x="102" y="84"/>
                      <a:pt x="101" y="83"/>
                      <a:pt x="100" y="81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98" y="78"/>
                      <a:pt x="97" y="76"/>
                      <a:pt x="95" y="75"/>
                    </a:cubicBezTo>
                    <a:cubicBezTo>
                      <a:pt x="97" y="75"/>
                      <a:pt x="97" y="75"/>
                      <a:pt x="97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98" y="74"/>
                      <a:pt x="98" y="75"/>
                      <a:pt x="98" y="75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7"/>
                      <a:pt x="100" y="77"/>
                      <a:pt x="100" y="77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101" y="78"/>
                      <a:pt x="101" y="79"/>
                      <a:pt x="101" y="79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2"/>
                      <a:pt x="102" y="82"/>
                      <a:pt x="102" y="82"/>
                    </a:cubicBezTo>
                    <a:cubicBezTo>
                      <a:pt x="103" y="82"/>
                      <a:pt x="103" y="82"/>
                      <a:pt x="103" y="82"/>
                    </a:cubicBezTo>
                    <a:cubicBezTo>
                      <a:pt x="103" y="82"/>
                      <a:pt x="103" y="82"/>
                      <a:pt x="103" y="82"/>
                    </a:cubicBezTo>
                    <a:cubicBezTo>
                      <a:pt x="103" y="82"/>
                      <a:pt x="103" y="82"/>
                      <a:pt x="103" y="82"/>
                    </a:cubicBezTo>
                    <a:cubicBezTo>
                      <a:pt x="103" y="83"/>
                      <a:pt x="103" y="83"/>
                      <a:pt x="103" y="83"/>
                    </a:cubicBezTo>
                    <a:cubicBezTo>
                      <a:pt x="103" y="85"/>
                      <a:pt x="104" y="85"/>
                      <a:pt x="105" y="85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6" y="85"/>
                      <a:pt x="106" y="86"/>
                      <a:pt x="107" y="86"/>
                    </a:cubicBezTo>
                    <a:cubicBezTo>
                      <a:pt x="107" y="87"/>
                      <a:pt x="107" y="87"/>
                      <a:pt x="107" y="88"/>
                    </a:cubicBezTo>
                    <a:cubicBezTo>
                      <a:pt x="107" y="88"/>
                      <a:pt x="107" y="89"/>
                      <a:pt x="108" y="89"/>
                    </a:cubicBezTo>
                    <a:cubicBezTo>
                      <a:pt x="108" y="89"/>
                      <a:pt x="108" y="89"/>
                      <a:pt x="108" y="89"/>
                    </a:cubicBezTo>
                    <a:cubicBezTo>
                      <a:pt x="108" y="90"/>
                      <a:pt x="108" y="90"/>
                      <a:pt x="108" y="90"/>
                    </a:cubicBezTo>
                    <a:cubicBezTo>
                      <a:pt x="108" y="90"/>
                      <a:pt x="108" y="92"/>
                      <a:pt x="110" y="92"/>
                    </a:cubicBezTo>
                    <a:cubicBezTo>
                      <a:pt x="110" y="92"/>
                      <a:pt x="110" y="92"/>
                      <a:pt x="110" y="92"/>
                    </a:cubicBezTo>
                    <a:cubicBezTo>
                      <a:pt x="110" y="92"/>
                      <a:pt x="110" y="92"/>
                      <a:pt x="110" y="92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110" y="94"/>
                      <a:pt x="110" y="95"/>
                      <a:pt x="111" y="95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11" y="96"/>
                      <a:pt x="111" y="96"/>
                      <a:pt x="111" y="96"/>
                    </a:cubicBezTo>
                    <a:cubicBezTo>
                      <a:pt x="112" y="97"/>
                      <a:pt x="112" y="97"/>
                      <a:pt x="112" y="98"/>
                    </a:cubicBezTo>
                    <a:cubicBezTo>
                      <a:pt x="113" y="98"/>
                      <a:pt x="113" y="98"/>
                      <a:pt x="113" y="98"/>
                    </a:cubicBezTo>
                    <a:cubicBezTo>
                      <a:pt x="113" y="99"/>
                      <a:pt x="114" y="99"/>
                      <a:pt x="114" y="99"/>
                    </a:cubicBezTo>
                    <a:cubicBezTo>
                      <a:pt x="114" y="99"/>
                      <a:pt x="114" y="99"/>
                      <a:pt x="114" y="99"/>
                    </a:cubicBezTo>
                    <a:cubicBezTo>
                      <a:pt x="114" y="100"/>
                      <a:pt x="114" y="100"/>
                      <a:pt x="114" y="100"/>
                    </a:cubicBezTo>
                    <a:cubicBezTo>
                      <a:pt x="114" y="101"/>
                      <a:pt x="114" y="102"/>
                      <a:pt x="115" y="102"/>
                    </a:cubicBezTo>
                    <a:cubicBezTo>
                      <a:pt x="116" y="102"/>
                      <a:pt x="116" y="102"/>
                      <a:pt x="116" y="102"/>
                    </a:cubicBezTo>
                    <a:cubicBezTo>
                      <a:pt x="116" y="102"/>
                      <a:pt x="116" y="102"/>
                      <a:pt x="116" y="102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6" y="105"/>
                      <a:pt x="116" y="105"/>
                      <a:pt x="116" y="105"/>
                    </a:cubicBezTo>
                    <a:cubicBezTo>
                      <a:pt x="116" y="106"/>
                      <a:pt x="116" y="106"/>
                      <a:pt x="117" y="106"/>
                    </a:cubicBezTo>
                    <a:cubicBezTo>
                      <a:pt x="117" y="106"/>
                      <a:pt x="117" y="106"/>
                      <a:pt x="117" y="106"/>
                    </a:cubicBezTo>
                    <a:cubicBezTo>
                      <a:pt x="117" y="107"/>
                      <a:pt x="117" y="108"/>
                      <a:pt x="118" y="108"/>
                    </a:cubicBezTo>
                    <a:cubicBezTo>
                      <a:pt x="118" y="109"/>
                      <a:pt x="119" y="110"/>
                      <a:pt x="120" y="110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09"/>
                      <a:pt x="122" y="109"/>
                      <a:pt x="122" y="109"/>
                    </a:cubicBezTo>
                    <a:cubicBezTo>
                      <a:pt x="121" y="106"/>
                      <a:pt x="120" y="102"/>
                      <a:pt x="119" y="97"/>
                    </a:cubicBezTo>
                    <a:cubicBezTo>
                      <a:pt x="118" y="95"/>
                      <a:pt x="118" y="93"/>
                      <a:pt x="118" y="91"/>
                    </a:cubicBezTo>
                    <a:cubicBezTo>
                      <a:pt x="118" y="90"/>
                      <a:pt x="118" y="90"/>
                      <a:pt x="118" y="89"/>
                    </a:cubicBezTo>
                    <a:cubicBezTo>
                      <a:pt x="119" y="88"/>
                      <a:pt x="119" y="88"/>
                      <a:pt x="119" y="88"/>
                    </a:cubicBezTo>
                    <a:cubicBezTo>
                      <a:pt x="119" y="87"/>
                      <a:pt x="119" y="87"/>
                      <a:pt x="119" y="86"/>
                    </a:cubicBezTo>
                    <a:cubicBezTo>
                      <a:pt x="119" y="86"/>
                      <a:pt x="119" y="86"/>
                      <a:pt x="119" y="86"/>
                    </a:cubicBezTo>
                    <a:cubicBezTo>
                      <a:pt x="119" y="86"/>
                      <a:pt x="119" y="85"/>
                      <a:pt x="119" y="85"/>
                    </a:cubicBezTo>
                    <a:cubicBezTo>
                      <a:pt x="119" y="85"/>
                      <a:pt x="118" y="84"/>
                      <a:pt x="118" y="84"/>
                    </a:cubicBezTo>
                    <a:cubicBezTo>
                      <a:pt x="118" y="84"/>
                      <a:pt x="118" y="84"/>
                      <a:pt x="118" y="84"/>
                    </a:cubicBezTo>
                    <a:cubicBezTo>
                      <a:pt x="118" y="84"/>
                      <a:pt x="118" y="84"/>
                      <a:pt x="118" y="84"/>
                    </a:cubicBezTo>
                    <a:cubicBezTo>
                      <a:pt x="117" y="84"/>
                      <a:pt x="118" y="84"/>
                      <a:pt x="118" y="83"/>
                    </a:cubicBezTo>
                    <a:cubicBezTo>
                      <a:pt x="118" y="82"/>
                      <a:pt x="118" y="82"/>
                      <a:pt x="118" y="82"/>
                    </a:cubicBezTo>
                    <a:cubicBezTo>
                      <a:pt x="117" y="81"/>
                      <a:pt x="117" y="81"/>
                      <a:pt x="117" y="81"/>
                    </a:cubicBezTo>
                    <a:cubicBezTo>
                      <a:pt x="117" y="81"/>
                      <a:pt x="117" y="81"/>
                      <a:pt x="117" y="81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16" y="79"/>
                      <a:pt x="116" y="79"/>
                      <a:pt x="116" y="79"/>
                    </a:cubicBezTo>
                    <a:cubicBezTo>
                      <a:pt x="115" y="79"/>
                      <a:pt x="115" y="79"/>
                      <a:pt x="115" y="79"/>
                    </a:cubicBezTo>
                    <a:cubicBezTo>
                      <a:pt x="115" y="78"/>
                      <a:pt x="115" y="78"/>
                      <a:pt x="115" y="78"/>
                    </a:cubicBezTo>
                    <a:cubicBezTo>
                      <a:pt x="115" y="77"/>
                      <a:pt x="115" y="77"/>
                      <a:pt x="115" y="77"/>
                    </a:cubicBezTo>
                    <a:cubicBezTo>
                      <a:pt x="115" y="77"/>
                      <a:pt x="115" y="77"/>
                      <a:pt x="115" y="77"/>
                    </a:cubicBezTo>
                    <a:cubicBezTo>
                      <a:pt x="115" y="76"/>
                      <a:pt x="115" y="76"/>
                      <a:pt x="115" y="76"/>
                    </a:cubicBezTo>
                    <a:cubicBezTo>
                      <a:pt x="114" y="76"/>
                      <a:pt x="114" y="76"/>
                      <a:pt x="114" y="76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3" y="75"/>
                      <a:pt x="113" y="75"/>
                      <a:pt x="113" y="75"/>
                    </a:cubicBezTo>
                    <a:cubicBezTo>
                      <a:pt x="113" y="75"/>
                      <a:pt x="113" y="75"/>
                      <a:pt x="113" y="75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3"/>
                      <a:pt x="113" y="73"/>
                      <a:pt x="112" y="73"/>
                    </a:cubicBezTo>
                    <a:cubicBezTo>
                      <a:pt x="112" y="73"/>
                      <a:pt x="112" y="73"/>
                      <a:pt x="112" y="73"/>
                    </a:cubicBezTo>
                    <a:cubicBezTo>
                      <a:pt x="112" y="73"/>
                      <a:pt x="112" y="73"/>
                      <a:pt x="112" y="73"/>
                    </a:cubicBezTo>
                    <a:cubicBezTo>
                      <a:pt x="112" y="72"/>
                      <a:pt x="112" y="72"/>
                      <a:pt x="112" y="72"/>
                    </a:cubicBezTo>
                    <a:cubicBezTo>
                      <a:pt x="112" y="72"/>
                      <a:pt x="112" y="72"/>
                      <a:pt x="112" y="71"/>
                    </a:cubicBezTo>
                    <a:cubicBezTo>
                      <a:pt x="111" y="71"/>
                      <a:pt x="111" y="70"/>
                      <a:pt x="111" y="70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09" y="69"/>
                      <a:pt x="109" y="69"/>
                      <a:pt x="109" y="69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6"/>
                      <a:pt x="109" y="66"/>
                      <a:pt x="109" y="66"/>
                    </a:cubicBezTo>
                    <a:cubicBezTo>
                      <a:pt x="108" y="66"/>
                      <a:pt x="108" y="66"/>
                      <a:pt x="108" y="66"/>
                    </a:cubicBezTo>
                    <a:cubicBezTo>
                      <a:pt x="108" y="66"/>
                      <a:pt x="108" y="66"/>
                      <a:pt x="108" y="66"/>
                    </a:cubicBezTo>
                    <a:cubicBezTo>
                      <a:pt x="108" y="66"/>
                      <a:pt x="108" y="66"/>
                      <a:pt x="108" y="66"/>
                    </a:cubicBezTo>
                    <a:cubicBezTo>
                      <a:pt x="107" y="65"/>
                      <a:pt x="107" y="65"/>
                      <a:pt x="107" y="65"/>
                    </a:cubicBezTo>
                    <a:cubicBezTo>
                      <a:pt x="107" y="65"/>
                      <a:pt x="107" y="64"/>
                      <a:pt x="107" y="64"/>
                    </a:cubicBezTo>
                    <a:cubicBezTo>
                      <a:pt x="107" y="63"/>
                      <a:pt x="107" y="63"/>
                      <a:pt x="107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2"/>
                      <a:pt x="106" y="61"/>
                      <a:pt x="105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4" y="59"/>
                      <a:pt x="104" y="59"/>
                      <a:pt x="104" y="59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103" y="57"/>
                      <a:pt x="102" y="57"/>
                      <a:pt x="102" y="57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1" y="56"/>
                      <a:pt x="101" y="56"/>
                      <a:pt x="101" y="56"/>
                    </a:cubicBezTo>
                    <a:cubicBezTo>
                      <a:pt x="100" y="56"/>
                      <a:pt x="100" y="55"/>
                      <a:pt x="100" y="55"/>
                    </a:cubicBezTo>
                    <a:cubicBezTo>
                      <a:pt x="100" y="54"/>
                      <a:pt x="100" y="54"/>
                      <a:pt x="100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2"/>
                      <a:pt x="99" y="52"/>
                      <a:pt x="99" y="52"/>
                    </a:cubicBezTo>
                    <a:cubicBezTo>
                      <a:pt x="99" y="52"/>
                      <a:pt x="99" y="52"/>
                      <a:pt x="99" y="52"/>
                    </a:cubicBezTo>
                    <a:cubicBezTo>
                      <a:pt x="99" y="52"/>
                      <a:pt x="99" y="51"/>
                      <a:pt x="98" y="51"/>
                    </a:cubicBezTo>
                    <a:cubicBezTo>
                      <a:pt x="97" y="51"/>
                      <a:pt x="97" y="51"/>
                      <a:pt x="97" y="51"/>
                    </a:cubicBezTo>
                    <a:cubicBezTo>
                      <a:pt x="96" y="50"/>
                      <a:pt x="96" y="50"/>
                      <a:pt x="95" y="49"/>
                    </a:cubicBezTo>
                    <a:cubicBezTo>
                      <a:pt x="95" y="49"/>
                      <a:pt x="95" y="48"/>
                      <a:pt x="95" y="48"/>
                    </a:cubicBezTo>
                    <a:cubicBezTo>
                      <a:pt x="95" y="47"/>
                      <a:pt x="94" y="47"/>
                      <a:pt x="94" y="46"/>
                    </a:cubicBezTo>
                    <a:cubicBezTo>
                      <a:pt x="94" y="45"/>
                      <a:pt x="93" y="45"/>
                      <a:pt x="92" y="44"/>
                    </a:cubicBezTo>
                    <a:cubicBezTo>
                      <a:pt x="91" y="44"/>
                      <a:pt x="91" y="43"/>
                      <a:pt x="91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42"/>
                      <a:pt x="90" y="42"/>
                      <a:pt x="90" y="41"/>
                    </a:cubicBezTo>
                    <a:cubicBezTo>
                      <a:pt x="89" y="41"/>
                      <a:pt x="89" y="41"/>
                      <a:pt x="88" y="40"/>
                    </a:cubicBezTo>
                    <a:cubicBezTo>
                      <a:pt x="87" y="39"/>
                      <a:pt x="86" y="38"/>
                      <a:pt x="85" y="38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78" y="31"/>
                      <a:pt x="77" y="30"/>
                      <a:pt x="76" y="29"/>
                    </a:cubicBezTo>
                    <a:cubicBezTo>
                      <a:pt x="76" y="28"/>
                      <a:pt x="76" y="28"/>
                      <a:pt x="76" y="28"/>
                    </a:cubicBezTo>
                    <a:cubicBezTo>
                      <a:pt x="75" y="27"/>
                      <a:pt x="75" y="26"/>
                      <a:pt x="73" y="26"/>
                    </a:cubicBezTo>
                    <a:cubicBezTo>
                      <a:pt x="73" y="26"/>
                      <a:pt x="73" y="26"/>
                      <a:pt x="72" y="25"/>
                    </a:cubicBezTo>
                    <a:cubicBezTo>
                      <a:pt x="72" y="25"/>
                      <a:pt x="71" y="25"/>
                      <a:pt x="71" y="25"/>
                    </a:cubicBezTo>
                    <a:cubicBezTo>
                      <a:pt x="70" y="24"/>
                      <a:pt x="69" y="23"/>
                      <a:pt x="69" y="22"/>
                    </a:cubicBezTo>
                    <a:cubicBezTo>
                      <a:pt x="69" y="22"/>
                      <a:pt x="69" y="22"/>
                      <a:pt x="69" y="22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6" y="21"/>
                      <a:pt x="66" y="21"/>
                      <a:pt x="65" y="21"/>
                    </a:cubicBezTo>
                    <a:cubicBezTo>
                      <a:pt x="65" y="20"/>
                      <a:pt x="64" y="19"/>
                      <a:pt x="64" y="19"/>
                    </a:cubicBezTo>
                    <a:cubicBezTo>
                      <a:pt x="63" y="18"/>
                      <a:pt x="63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1" y="17"/>
                      <a:pt x="61" y="17"/>
                      <a:pt x="60" y="17"/>
                    </a:cubicBezTo>
                    <a:cubicBezTo>
                      <a:pt x="60" y="16"/>
                      <a:pt x="59" y="16"/>
                      <a:pt x="59" y="15"/>
                    </a:cubicBezTo>
                    <a:cubicBezTo>
                      <a:pt x="59" y="15"/>
                      <a:pt x="59" y="15"/>
                      <a:pt x="59" y="15"/>
                    </a:cubicBezTo>
                    <a:cubicBezTo>
                      <a:pt x="59" y="14"/>
                      <a:pt x="58" y="14"/>
                      <a:pt x="5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14"/>
                      <a:pt x="56" y="13"/>
                      <a:pt x="56" y="13"/>
                    </a:cubicBezTo>
                    <a:cubicBezTo>
                      <a:pt x="54" y="11"/>
                      <a:pt x="52" y="10"/>
                      <a:pt x="49" y="8"/>
                    </a:cubicBezTo>
                    <a:cubicBezTo>
                      <a:pt x="47" y="7"/>
                      <a:pt x="44" y="6"/>
                      <a:pt x="42" y="4"/>
                    </a:cubicBezTo>
                    <a:cubicBezTo>
                      <a:pt x="40" y="3"/>
                      <a:pt x="38" y="2"/>
                      <a:pt x="36" y="1"/>
                    </a:cubicBezTo>
                    <a:cubicBezTo>
                      <a:pt x="34" y="0"/>
                      <a:pt x="34" y="0"/>
                      <a:pt x="34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Freeform 42"/>
              <p:cNvSpPr>
                <a:spLocks noEditPoints="1"/>
              </p:cNvSpPr>
              <p:nvPr/>
            </p:nvSpPr>
            <p:spPr bwMode="auto">
              <a:xfrm>
                <a:off x="3477" y="1838"/>
                <a:ext cx="322" cy="675"/>
              </a:xfrm>
              <a:custGeom>
                <a:avLst/>
                <a:gdLst>
                  <a:gd name="T0" fmla="*/ 3 w 135"/>
                  <a:gd name="T1" fmla="*/ 78 h 283"/>
                  <a:gd name="T2" fmla="*/ 0 w 135"/>
                  <a:gd name="T3" fmla="*/ 85 h 283"/>
                  <a:gd name="T4" fmla="*/ 9 w 135"/>
                  <a:gd name="T5" fmla="*/ 113 h 283"/>
                  <a:gd name="T6" fmla="*/ 14 w 135"/>
                  <a:gd name="T7" fmla="*/ 116 h 283"/>
                  <a:gd name="T8" fmla="*/ 18 w 135"/>
                  <a:gd name="T9" fmla="*/ 128 h 283"/>
                  <a:gd name="T10" fmla="*/ 25 w 135"/>
                  <a:gd name="T11" fmla="*/ 137 h 283"/>
                  <a:gd name="T12" fmla="*/ 22 w 135"/>
                  <a:gd name="T13" fmla="*/ 150 h 283"/>
                  <a:gd name="T14" fmla="*/ 20 w 135"/>
                  <a:gd name="T15" fmla="*/ 166 h 283"/>
                  <a:gd name="T16" fmla="*/ 29 w 135"/>
                  <a:gd name="T17" fmla="*/ 180 h 283"/>
                  <a:gd name="T18" fmla="*/ 32 w 135"/>
                  <a:gd name="T19" fmla="*/ 192 h 283"/>
                  <a:gd name="T20" fmla="*/ 42 w 135"/>
                  <a:gd name="T21" fmla="*/ 204 h 283"/>
                  <a:gd name="T22" fmla="*/ 48 w 135"/>
                  <a:gd name="T23" fmla="*/ 208 h 283"/>
                  <a:gd name="T24" fmla="*/ 51 w 135"/>
                  <a:gd name="T25" fmla="*/ 218 h 283"/>
                  <a:gd name="T26" fmla="*/ 54 w 135"/>
                  <a:gd name="T27" fmla="*/ 238 h 283"/>
                  <a:gd name="T28" fmla="*/ 57 w 135"/>
                  <a:gd name="T29" fmla="*/ 253 h 283"/>
                  <a:gd name="T30" fmla="*/ 66 w 135"/>
                  <a:gd name="T31" fmla="*/ 265 h 283"/>
                  <a:gd name="T32" fmla="*/ 74 w 135"/>
                  <a:gd name="T33" fmla="*/ 278 h 283"/>
                  <a:gd name="T34" fmla="*/ 80 w 135"/>
                  <a:gd name="T35" fmla="*/ 283 h 283"/>
                  <a:gd name="T36" fmla="*/ 84 w 135"/>
                  <a:gd name="T37" fmla="*/ 275 h 283"/>
                  <a:gd name="T38" fmla="*/ 79 w 135"/>
                  <a:gd name="T39" fmla="*/ 262 h 283"/>
                  <a:gd name="T40" fmla="*/ 85 w 135"/>
                  <a:gd name="T41" fmla="*/ 255 h 283"/>
                  <a:gd name="T42" fmla="*/ 90 w 135"/>
                  <a:gd name="T43" fmla="*/ 244 h 283"/>
                  <a:gd name="T44" fmla="*/ 98 w 135"/>
                  <a:gd name="T45" fmla="*/ 224 h 283"/>
                  <a:gd name="T46" fmla="*/ 111 w 135"/>
                  <a:gd name="T47" fmla="*/ 217 h 283"/>
                  <a:gd name="T48" fmla="*/ 119 w 135"/>
                  <a:gd name="T49" fmla="*/ 210 h 283"/>
                  <a:gd name="T50" fmla="*/ 124 w 135"/>
                  <a:gd name="T51" fmla="*/ 188 h 283"/>
                  <a:gd name="T52" fmla="*/ 134 w 135"/>
                  <a:gd name="T53" fmla="*/ 178 h 283"/>
                  <a:gd name="T54" fmla="*/ 133 w 135"/>
                  <a:gd name="T55" fmla="*/ 166 h 283"/>
                  <a:gd name="T56" fmla="*/ 120 w 135"/>
                  <a:gd name="T57" fmla="*/ 159 h 283"/>
                  <a:gd name="T58" fmla="*/ 104 w 135"/>
                  <a:gd name="T59" fmla="*/ 156 h 283"/>
                  <a:gd name="T60" fmla="*/ 91 w 135"/>
                  <a:gd name="T61" fmla="*/ 153 h 283"/>
                  <a:gd name="T62" fmla="*/ 95 w 135"/>
                  <a:gd name="T63" fmla="*/ 146 h 283"/>
                  <a:gd name="T64" fmla="*/ 85 w 135"/>
                  <a:gd name="T65" fmla="*/ 136 h 283"/>
                  <a:gd name="T66" fmla="*/ 70 w 135"/>
                  <a:gd name="T67" fmla="*/ 129 h 283"/>
                  <a:gd name="T68" fmla="*/ 60 w 135"/>
                  <a:gd name="T69" fmla="*/ 123 h 283"/>
                  <a:gd name="T70" fmla="*/ 44 w 135"/>
                  <a:gd name="T71" fmla="*/ 117 h 283"/>
                  <a:gd name="T72" fmla="*/ 32 w 135"/>
                  <a:gd name="T73" fmla="*/ 120 h 283"/>
                  <a:gd name="T74" fmla="*/ 29 w 135"/>
                  <a:gd name="T75" fmla="*/ 125 h 283"/>
                  <a:gd name="T76" fmla="*/ 20 w 135"/>
                  <a:gd name="T77" fmla="*/ 120 h 283"/>
                  <a:gd name="T78" fmla="*/ 19 w 135"/>
                  <a:gd name="T79" fmla="*/ 106 h 283"/>
                  <a:gd name="T80" fmla="*/ 18 w 135"/>
                  <a:gd name="T81" fmla="*/ 99 h 283"/>
                  <a:gd name="T82" fmla="*/ 14 w 135"/>
                  <a:gd name="T83" fmla="*/ 94 h 283"/>
                  <a:gd name="T84" fmla="*/ 7 w 135"/>
                  <a:gd name="T85" fmla="*/ 96 h 283"/>
                  <a:gd name="T86" fmla="*/ 10 w 135"/>
                  <a:gd name="T87" fmla="*/ 89 h 283"/>
                  <a:gd name="T88" fmla="*/ 15 w 135"/>
                  <a:gd name="T89" fmla="*/ 79 h 283"/>
                  <a:gd name="T90" fmla="*/ 27 w 135"/>
                  <a:gd name="T91" fmla="*/ 71 h 283"/>
                  <a:gd name="T92" fmla="*/ 32 w 135"/>
                  <a:gd name="T93" fmla="*/ 82 h 283"/>
                  <a:gd name="T94" fmla="*/ 39 w 135"/>
                  <a:gd name="T95" fmla="*/ 69 h 283"/>
                  <a:gd name="T96" fmla="*/ 43 w 135"/>
                  <a:gd name="T97" fmla="*/ 63 h 283"/>
                  <a:gd name="T98" fmla="*/ 56 w 135"/>
                  <a:gd name="T99" fmla="*/ 55 h 283"/>
                  <a:gd name="T100" fmla="*/ 68 w 135"/>
                  <a:gd name="T101" fmla="*/ 45 h 283"/>
                  <a:gd name="T102" fmla="*/ 74 w 135"/>
                  <a:gd name="T103" fmla="*/ 37 h 283"/>
                  <a:gd name="T104" fmla="*/ 83 w 135"/>
                  <a:gd name="T105" fmla="*/ 31 h 283"/>
                  <a:gd name="T106" fmla="*/ 80 w 135"/>
                  <a:gd name="T107" fmla="*/ 29 h 283"/>
                  <a:gd name="T108" fmla="*/ 96 w 135"/>
                  <a:gd name="T109" fmla="*/ 24 h 283"/>
                  <a:gd name="T110" fmla="*/ 102 w 135"/>
                  <a:gd name="T111" fmla="*/ 11 h 283"/>
                  <a:gd name="T112" fmla="*/ 96 w 135"/>
                  <a:gd name="T113" fmla="*/ 8 h 283"/>
                  <a:gd name="T114" fmla="*/ 80 w 135"/>
                  <a:gd name="T115" fmla="*/ 18 h 283"/>
                  <a:gd name="T116" fmla="*/ 72 w 135"/>
                  <a:gd name="T117" fmla="*/ 18 h 283"/>
                  <a:gd name="T118" fmla="*/ 76 w 135"/>
                  <a:gd name="T119" fmla="*/ 9 h 283"/>
                  <a:gd name="T120" fmla="*/ 86 w 135"/>
                  <a:gd name="T121" fmla="*/ 6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5" h="283">
                    <a:moveTo>
                      <a:pt x="71" y="39"/>
                    </a:moveTo>
                    <a:cubicBezTo>
                      <a:pt x="71" y="39"/>
                      <a:pt x="71" y="39"/>
                      <a:pt x="71" y="39"/>
                    </a:cubicBezTo>
                    <a:cubicBezTo>
                      <a:pt x="71" y="39"/>
                      <a:pt x="71" y="39"/>
                      <a:pt x="71" y="39"/>
                    </a:cubicBezTo>
                    <a:moveTo>
                      <a:pt x="96" y="12"/>
                    </a:moveTo>
                    <a:cubicBezTo>
                      <a:pt x="96" y="12"/>
                      <a:pt x="96" y="12"/>
                      <a:pt x="96" y="12"/>
                    </a:cubicBezTo>
                    <a:moveTo>
                      <a:pt x="86" y="0"/>
                    </a:moveTo>
                    <a:cubicBezTo>
                      <a:pt x="84" y="0"/>
                      <a:pt x="84" y="0"/>
                      <a:pt x="84" y="0"/>
                    </a:cubicBezTo>
                    <a:cubicBezTo>
                      <a:pt x="83" y="0"/>
                      <a:pt x="82" y="0"/>
                      <a:pt x="81" y="0"/>
                    </a:cubicBezTo>
                    <a:cubicBezTo>
                      <a:pt x="72" y="5"/>
                      <a:pt x="63" y="10"/>
                      <a:pt x="56" y="16"/>
                    </a:cubicBezTo>
                    <a:cubicBezTo>
                      <a:pt x="39" y="28"/>
                      <a:pt x="25" y="41"/>
                      <a:pt x="14" y="57"/>
                    </a:cubicBezTo>
                    <a:cubicBezTo>
                      <a:pt x="9" y="63"/>
                      <a:pt x="5" y="69"/>
                      <a:pt x="1" y="76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4" y="78"/>
                      <a:pt x="4" y="78"/>
                      <a:pt x="4" y="78"/>
                    </a:cubicBezTo>
                    <a:cubicBezTo>
                      <a:pt x="4" y="78"/>
                      <a:pt x="4" y="78"/>
                      <a:pt x="4" y="78"/>
                    </a:cubicBezTo>
                    <a:cubicBezTo>
                      <a:pt x="4" y="78"/>
                      <a:pt x="4" y="78"/>
                      <a:pt x="4" y="78"/>
                    </a:cubicBezTo>
                    <a:cubicBezTo>
                      <a:pt x="3" y="79"/>
                      <a:pt x="3" y="79"/>
                      <a:pt x="3" y="80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3" y="83"/>
                      <a:pt x="2" y="83"/>
                      <a:pt x="2" y="83"/>
                    </a:cubicBezTo>
                    <a:cubicBezTo>
                      <a:pt x="2" y="83"/>
                      <a:pt x="2" y="83"/>
                      <a:pt x="2" y="83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5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5"/>
                      <a:pt x="0" y="106"/>
                      <a:pt x="1" y="106"/>
                    </a:cubicBezTo>
                    <a:cubicBezTo>
                      <a:pt x="1" y="106"/>
                      <a:pt x="1" y="106"/>
                      <a:pt x="1" y="106"/>
                    </a:cubicBezTo>
                    <a:cubicBezTo>
                      <a:pt x="2" y="107"/>
                      <a:pt x="2" y="107"/>
                      <a:pt x="2" y="107"/>
                    </a:cubicBezTo>
                    <a:cubicBezTo>
                      <a:pt x="2" y="107"/>
                      <a:pt x="2" y="107"/>
                      <a:pt x="2" y="107"/>
                    </a:cubicBezTo>
                    <a:cubicBezTo>
                      <a:pt x="3" y="108"/>
                      <a:pt x="4" y="108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cubicBezTo>
                      <a:pt x="5" y="108"/>
                      <a:pt x="5" y="108"/>
                      <a:pt x="5" y="108"/>
                    </a:cubicBezTo>
                    <a:cubicBezTo>
                      <a:pt x="6" y="109"/>
                      <a:pt x="6" y="109"/>
                      <a:pt x="6" y="109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5" y="110"/>
                      <a:pt x="6" y="110"/>
                      <a:pt x="6" y="111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7" y="111"/>
                      <a:pt x="8" y="112"/>
                      <a:pt x="8" y="113"/>
                    </a:cubicBezTo>
                    <a:cubicBezTo>
                      <a:pt x="9" y="113"/>
                      <a:pt x="9" y="113"/>
                      <a:pt x="9" y="113"/>
                    </a:cubicBezTo>
                    <a:cubicBezTo>
                      <a:pt x="9" y="113"/>
                      <a:pt x="9" y="113"/>
                      <a:pt x="9" y="113"/>
                    </a:cubicBezTo>
                    <a:cubicBezTo>
                      <a:pt x="10" y="113"/>
                      <a:pt x="10" y="113"/>
                      <a:pt x="10" y="113"/>
                    </a:cubicBezTo>
                    <a:cubicBezTo>
                      <a:pt x="10" y="113"/>
                      <a:pt x="10" y="113"/>
                      <a:pt x="10" y="113"/>
                    </a:cubicBezTo>
                    <a:cubicBezTo>
                      <a:pt x="11" y="113"/>
                      <a:pt x="11" y="114"/>
                      <a:pt x="11" y="114"/>
                    </a:cubicBezTo>
                    <a:cubicBezTo>
                      <a:pt x="11" y="114"/>
                      <a:pt x="11" y="114"/>
                      <a:pt x="11" y="114"/>
                    </a:cubicBezTo>
                    <a:cubicBezTo>
                      <a:pt x="11" y="114"/>
                      <a:pt x="11" y="114"/>
                      <a:pt x="11" y="114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12" y="115"/>
                      <a:pt x="12" y="115"/>
                      <a:pt x="12" y="115"/>
                    </a:cubicBezTo>
                    <a:cubicBezTo>
                      <a:pt x="12" y="115"/>
                      <a:pt x="13" y="115"/>
                      <a:pt x="13" y="115"/>
                    </a:cubicBezTo>
                    <a:cubicBezTo>
                      <a:pt x="13" y="115"/>
                      <a:pt x="13" y="115"/>
                      <a:pt x="13" y="115"/>
                    </a:cubicBezTo>
                    <a:cubicBezTo>
                      <a:pt x="13" y="115"/>
                      <a:pt x="13" y="115"/>
                      <a:pt x="13" y="115"/>
                    </a:cubicBezTo>
                    <a:cubicBezTo>
                      <a:pt x="12" y="116"/>
                      <a:pt x="12" y="116"/>
                      <a:pt x="12" y="116"/>
                    </a:cubicBezTo>
                    <a:cubicBezTo>
                      <a:pt x="13" y="116"/>
                      <a:pt x="13" y="116"/>
                      <a:pt x="13" y="116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14" y="117"/>
                      <a:pt x="14" y="117"/>
                      <a:pt x="14" y="117"/>
                    </a:cubicBezTo>
                    <a:cubicBezTo>
                      <a:pt x="14" y="117"/>
                      <a:pt x="14" y="118"/>
                      <a:pt x="15" y="119"/>
                    </a:cubicBezTo>
                    <a:cubicBezTo>
                      <a:pt x="15" y="119"/>
                      <a:pt x="15" y="119"/>
                      <a:pt x="15" y="119"/>
                    </a:cubicBezTo>
                    <a:cubicBezTo>
                      <a:pt x="15" y="120"/>
                      <a:pt x="15" y="120"/>
                      <a:pt x="15" y="120"/>
                    </a:cubicBezTo>
                    <a:cubicBezTo>
                      <a:pt x="16" y="120"/>
                      <a:pt x="16" y="120"/>
                      <a:pt x="16" y="120"/>
                    </a:cubicBezTo>
                    <a:cubicBezTo>
                      <a:pt x="16" y="121"/>
                      <a:pt x="16" y="121"/>
                      <a:pt x="16" y="121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22"/>
                      <a:pt x="17" y="123"/>
                      <a:pt x="17" y="124"/>
                    </a:cubicBezTo>
                    <a:cubicBezTo>
                      <a:pt x="17" y="124"/>
                      <a:pt x="17" y="124"/>
                      <a:pt x="17" y="125"/>
                    </a:cubicBezTo>
                    <a:cubicBezTo>
                      <a:pt x="17" y="125"/>
                      <a:pt x="17" y="125"/>
                      <a:pt x="17" y="125"/>
                    </a:cubicBezTo>
                    <a:cubicBezTo>
                      <a:pt x="17" y="126"/>
                      <a:pt x="17" y="126"/>
                      <a:pt x="17" y="126"/>
                    </a:cubicBezTo>
                    <a:cubicBezTo>
                      <a:pt x="17" y="126"/>
                      <a:pt x="17" y="126"/>
                      <a:pt x="17" y="126"/>
                    </a:cubicBezTo>
                    <a:cubicBezTo>
                      <a:pt x="17" y="127"/>
                      <a:pt x="17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9"/>
                      <a:pt x="18" y="129"/>
                      <a:pt x="18" y="129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4" y="129"/>
                      <a:pt x="24" y="129"/>
                      <a:pt x="24" y="129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2"/>
                      <a:pt x="25" y="132"/>
                      <a:pt x="25" y="132"/>
                    </a:cubicBezTo>
                    <a:cubicBezTo>
                      <a:pt x="25" y="132"/>
                      <a:pt x="25" y="132"/>
                      <a:pt x="25" y="132"/>
                    </a:cubicBezTo>
                    <a:cubicBezTo>
                      <a:pt x="26" y="133"/>
                      <a:pt x="26" y="134"/>
                      <a:pt x="26" y="135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7" y="136"/>
                      <a:pt x="27" y="136"/>
                      <a:pt x="27" y="136"/>
                    </a:cubicBezTo>
                    <a:cubicBezTo>
                      <a:pt x="27" y="136"/>
                      <a:pt x="27" y="137"/>
                      <a:pt x="27" y="138"/>
                    </a:cubicBezTo>
                    <a:cubicBezTo>
                      <a:pt x="27" y="139"/>
                      <a:pt x="27" y="140"/>
                      <a:pt x="27" y="140"/>
                    </a:cubicBez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5"/>
                      <a:pt x="26" y="145"/>
                      <a:pt x="26" y="145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4" y="146"/>
                      <a:pt x="24" y="146"/>
                      <a:pt x="24" y="146"/>
                    </a:cubicBezTo>
                    <a:cubicBezTo>
                      <a:pt x="24" y="147"/>
                      <a:pt x="24" y="147"/>
                      <a:pt x="24" y="147"/>
                    </a:cubicBezTo>
                    <a:cubicBezTo>
                      <a:pt x="24" y="147"/>
                      <a:pt x="24" y="147"/>
                      <a:pt x="24" y="148"/>
                    </a:cubicBezTo>
                    <a:cubicBezTo>
                      <a:pt x="23" y="148"/>
                      <a:pt x="23" y="149"/>
                      <a:pt x="23" y="149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22" y="150"/>
                      <a:pt x="22" y="150"/>
                      <a:pt x="22" y="150"/>
                    </a:cubicBezTo>
                    <a:cubicBezTo>
                      <a:pt x="22" y="150"/>
                      <a:pt x="22" y="150"/>
                      <a:pt x="22" y="150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21" y="153"/>
                      <a:pt x="21" y="153"/>
                      <a:pt x="21" y="153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1" y="155"/>
                      <a:pt x="21" y="156"/>
                      <a:pt x="22" y="156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1" y="158"/>
                      <a:pt x="21" y="158"/>
                      <a:pt x="21" y="159"/>
                    </a:cubicBezTo>
                    <a:cubicBezTo>
                      <a:pt x="21" y="159"/>
                      <a:pt x="21" y="159"/>
                      <a:pt x="21" y="15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20" y="165"/>
                      <a:pt x="20" y="165"/>
                      <a:pt x="20" y="165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20" y="166"/>
                      <a:pt x="20" y="168"/>
                      <a:pt x="21" y="168"/>
                    </a:cubicBezTo>
                    <a:cubicBezTo>
                      <a:pt x="21" y="168"/>
                      <a:pt x="21" y="168"/>
                      <a:pt x="22" y="169"/>
                    </a:cubicBezTo>
                    <a:cubicBezTo>
                      <a:pt x="23" y="169"/>
                      <a:pt x="24" y="171"/>
                      <a:pt x="24" y="172"/>
                    </a:cubicBezTo>
                    <a:cubicBezTo>
                      <a:pt x="24" y="172"/>
                      <a:pt x="25" y="173"/>
                      <a:pt x="25" y="173"/>
                    </a:cubicBezTo>
                    <a:cubicBezTo>
                      <a:pt x="25" y="174"/>
                      <a:pt x="25" y="174"/>
                      <a:pt x="26" y="175"/>
                    </a:cubicBezTo>
                    <a:cubicBezTo>
                      <a:pt x="26" y="175"/>
                      <a:pt x="26" y="176"/>
                      <a:pt x="27" y="176"/>
                    </a:cubicBezTo>
                    <a:cubicBezTo>
                      <a:pt x="27" y="177"/>
                      <a:pt x="27" y="177"/>
                      <a:pt x="27" y="177"/>
                    </a:cubicBezTo>
                    <a:cubicBezTo>
                      <a:pt x="27" y="178"/>
                      <a:pt x="27" y="178"/>
                      <a:pt x="28" y="178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28" y="179"/>
                      <a:pt x="28" y="179"/>
                      <a:pt x="28" y="179"/>
                    </a:cubicBezTo>
                    <a:cubicBezTo>
                      <a:pt x="28" y="179"/>
                      <a:pt x="28" y="179"/>
                      <a:pt x="28" y="179"/>
                    </a:cubicBezTo>
                    <a:cubicBezTo>
                      <a:pt x="28" y="179"/>
                      <a:pt x="28" y="179"/>
                      <a:pt x="28" y="179"/>
                    </a:cubicBezTo>
                    <a:cubicBezTo>
                      <a:pt x="28" y="180"/>
                      <a:pt x="28" y="180"/>
                      <a:pt x="29" y="180"/>
                    </a:cubicBezTo>
                    <a:cubicBezTo>
                      <a:pt x="29" y="181"/>
                      <a:pt x="29" y="181"/>
                      <a:pt x="29" y="181"/>
                    </a:cubicBezTo>
                    <a:cubicBezTo>
                      <a:pt x="30" y="181"/>
                      <a:pt x="30" y="181"/>
                      <a:pt x="30" y="181"/>
                    </a:cubicBezTo>
                    <a:cubicBezTo>
                      <a:pt x="30" y="182"/>
                      <a:pt x="30" y="182"/>
                      <a:pt x="30" y="182"/>
                    </a:cubicBezTo>
                    <a:cubicBezTo>
                      <a:pt x="30" y="183"/>
                      <a:pt x="30" y="183"/>
                      <a:pt x="30" y="183"/>
                    </a:cubicBezTo>
                    <a:cubicBezTo>
                      <a:pt x="30" y="184"/>
                      <a:pt x="30" y="184"/>
                      <a:pt x="30" y="184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2" y="184"/>
                      <a:pt x="31" y="186"/>
                      <a:pt x="31" y="187"/>
                    </a:cubicBezTo>
                    <a:cubicBezTo>
                      <a:pt x="31" y="188"/>
                      <a:pt x="31" y="189"/>
                      <a:pt x="31" y="189"/>
                    </a:cubicBezTo>
                    <a:cubicBezTo>
                      <a:pt x="31" y="190"/>
                      <a:pt x="31" y="190"/>
                      <a:pt x="31" y="190"/>
                    </a:cubicBezTo>
                    <a:cubicBezTo>
                      <a:pt x="31" y="190"/>
                      <a:pt x="31" y="190"/>
                      <a:pt x="31" y="190"/>
                    </a:cubicBezTo>
                    <a:cubicBezTo>
                      <a:pt x="31" y="192"/>
                      <a:pt x="31" y="192"/>
                      <a:pt x="31" y="192"/>
                    </a:cubicBezTo>
                    <a:cubicBezTo>
                      <a:pt x="32" y="192"/>
                      <a:pt x="32" y="192"/>
                      <a:pt x="32" y="192"/>
                    </a:cubicBezTo>
                    <a:cubicBezTo>
                      <a:pt x="33" y="192"/>
                      <a:pt x="33" y="192"/>
                      <a:pt x="33" y="192"/>
                    </a:cubicBezTo>
                    <a:cubicBezTo>
                      <a:pt x="33" y="193"/>
                      <a:pt x="33" y="193"/>
                      <a:pt x="34" y="194"/>
                    </a:cubicBezTo>
                    <a:cubicBezTo>
                      <a:pt x="34" y="194"/>
                      <a:pt x="34" y="195"/>
                      <a:pt x="34" y="195"/>
                    </a:cubicBezTo>
                    <a:cubicBezTo>
                      <a:pt x="34" y="195"/>
                      <a:pt x="34" y="195"/>
                      <a:pt x="34" y="195"/>
                    </a:cubicBezTo>
                    <a:cubicBezTo>
                      <a:pt x="34" y="196"/>
                      <a:pt x="34" y="196"/>
                      <a:pt x="35" y="197"/>
                    </a:cubicBezTo>
                    <a:cubicBezTo>
                      <a:pt x="35" y="197"/>
                      <a:pt x="35" y="197"/>
                      <a:pt x="35" y="197"/>
                    </a:cubicBezTo>
                    <a:cubicBezTo>
                      <a:pt x="36" y="197"/>
                      <a:pt x="36" y="198"/>
                      <a:pt x="36" y="198"/>
                    </a:cubicBezTo>
                    <a:cubicBezTo>
                      <a:pt x="35" y="199"/>
                      <a:pt x="35" y="199"/>
                      <a:pt x="35" y="199"/>
                    </a:cubicBezTo>
                    <a:cubicBezTo>
                      <a:pt x="41" y="199"/>
                      <a:pt x="41" y="199"/>
                      <a:pt x="41" y="199"/>
                    </a:cubicBezTo>
                    <a:cubicBezTo>
                      <a:pt x="41" y="200"/>
                      <a:pt x="41" y="200"/>
                      <a:pt x="41" y="200"/>
                    </a:cubicBezTo>
                    <a:cubicBezTo>
                      <a:pt x="41" y="200"/>
                      <a:pt x="41" y="200"/>
                      <a:pt x="41" y="200"/>
                    </a:cubicBezTo>
                    <a:cubicBezTo>
                      <a:pt x="41" y="200"/>
                      <a:pt x="41" y="200"/>
                      <a:pt x="41" y="200"/>
                    </a:cubicBezTo>
                    <a:cubicBezTo>
                      <a:pt x="41" y="202"/>
                      <a:pt x="41" y="202"/>
                      <a:pt x="41" y="202"/>
                    </a:cubicBezTo>
                    <a:cubicBezTo>
                      <a:pt x="41" y="203"/>
                      <a:pt x="42" y="204"/>
                      <a:pt x="42" y="204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4" y="204"/>
                      <a:pt x="44" y="204"/>
                      <a:pt x="44" y="204"/>
                    </a:cubicBezTo>
                    <a:cubicBezTo>
                      <a:pt x="44" y="204"/>
                      <a:pt x="44" y="204"/>
                      <a:pt x="44" y="204"/>
                    </a:cubicBezTo>
                    <a:cubicBezTo>
                      <a:pt x="45" y="204"/>
                      <a:pt x="45" y="204"/>
                      <a:pt x="46" y="204"/>
                    </a:cubicBezTo>
                    <a:cubicBezTo>
                      <a:pt x="46" y="205"/>
                      <a:pt x="46" y="205"/>
                      <a:pt x="47" y="205"/>
                    </a:cubicBezTo>
                    <a:cubicBezTo>
                      <a:pt x="47" y="205"/>
                      <a:pt x="47" y="205"/>
                      <a:pt x="47" y="205"/>
                    </a:cubicBezTo>
                    <a:cubicBezTo>
                      <a:pt x="47" y="205"/>
                      <a:pt x="47" y="205"/>
                      <a:pt x="47" y="205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49" y="206"/>
                      <a:pt x="49" y="206"/>
                      <a:pt x="49" y="206"/>
                    </a:cubicBezTo>
                    <a:cubicBezTo>
                      <a:pt x="49" y="207"/>
                      <a:pt x="49" y="207"/>
                      <a:pt x="48" y="208"/>
                    </a:cubicBezTo>
                    <a:cubicBezTo>
                      <a:pt x="48" y="209"/>
                      <a:pt x="48" y="210"/>
                      <a:pt x="48" y="210"/>
                    </a:cubicBezTo>
                    <a:cubicBezTo>
                      <a:pt x="48" y="211"/>
                      <a:pt x="48" y="211"/>
                      <a:pt x="48" y="212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48" y="212"/>
                      <a:pt x="48" y="214"/>
                      <a:pt x="49" y="214"/>
                    </a:cubicBezTo>
                    <a:cubicBezTo>
                      <a:pt x="50" y="214"/>
                      <a:pt x="50" y="214"/>
                      <a:pt x="50" y="214"/>
                    </a:cubicBezTo>
                    <a:cubicBezTo>
                      <a:pt x="50" y="214"/>
                      <a:pt x="50" y="214"/>
                      <a:pt x="50" y="214"/>
                    </a:cubicBezTo>
                    <a:cubicBezTo>
                      <a:pt x="50" y="215"/>
                      <a:pt x="50" y="215"/>
                      <a:pt x="50" y="215"/>
                    </a:cubicBezTo>
                    <a:cubicBezTo>
                      <a:pt x="50" y="215"/>
                      <a:pt x="50" y="215"/>
                      <a:pt x="50" y="215"/>
                    </a:cubicBezTo>
                    <a:cubicBezTo>
                      <a:pt x="50" y="215"/>
                      <a:pt x="50" y="215"/>
                      <a:pt x="50" y="215"/>
                    </a:cubicBezTo>
                    <a:cubicBezTo>
                      <a:pt x="50" y="215"/>
                      <a:pt x="50" y="216"/>
                      <a:pt x="50" y="216"/>
                    </a:cubicBezTo>
                    <a:cubicBezTo>
                      <a:pt x="50" y="216"/>
                      <a:pt x="50" y="217"/>
                      <a:pt x="51" y="217"/>
                    </a:cubicBezTo>
                    <a:cubicBezTo>
                      <a:pt x="51" y="217"/>
                      <a:pt x="51" y="217"/>
                      <a:pt x="51" y="217"/>
                    </a:cubicBezTo>
                    <a:cubicBezTo>
                      <a:pt x="51" y="217"/>
                      <a:pt x="51" y="217"/>
                      <a:pt x="51" y="217"/>
                    </a:cubicBezTo>
                    <a:cubicBezTo>
                      <a:pt x="51" y="217"/>
                      <a:pt x="51" y="217"/>
                      <a:pt x="51" y="218"/>
                    </a:cubicBezTo>
                    <a:cubicBezTo>
                      <a:pt x="51" y="219"/>
                      <a:pt x="51" y="219"/>
                      <a:pt x="51" y="219"/>
                    </a:cubicBezTo>
                    <a:cubicBezTo>
                      <a:pt x="51" y="219"/>
                      <a:pt x="51" y="219"/>
                      <a:pt x="51" y="219"/>
                    </a:cubicBezTo>
                    <a:cubicBezTo>
                      <a:pt x="52" y="220"/>
                      <a:pt x="52" y="220"/>
                      <a:pt x="52" y="220"/>
                    </a:cubicBezTo>
                    <a:cubicBezTo>
                      <a:pt x="53" y="220"/>
                      <a:pt x="53" y="220"/>
                      <a:pt x="53" y="220"/>
                    </a:cubicBezTo>
                    <a:cubicBezTo>
                      <a:pt x="53" y="220"/>
                      <a:pt x="53" y="221"/>
                      <a:pt x="53" y="221"/>
                    </a:cubicBezTo>
                    <a:cubicBezTo>
                      <a:pt x="53" y="222"/>
                      <a:pt x="53" y="222"/>
                      <a:pt x="53" y="223"/>
                    </a:cubicBezTo>
                    <a:cubicBezTo>
                      <a:pt x="53" y="223"/>
                      <a:pt x="53" y="224"/>
                      <a:pt x="53" y="225"/>
                    </a:cubicBezTo>
                    <a:cubicBezTo>
                      <a:pt x="53" y="236"/>
                      <a:pt x="53" y="236"/>
                      <a:pt x="53" y="236"/>
                    </a:cubicBezTo>
                    <a:cubicBezTo>
                      <a:pt x="53" y="237"/>
                      <a:pt x="53" y="237"/>
                      <a:pt x="53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8"/>
                      <a:pt x="54" y="238"/>
                      <a:pt x="54" y="238"/>
                    </a:cubicBezTo>
                    <a:cubicBezTo>
                      <a:pt x="54" y="239"/>
                      <a:pt x="54" y="239"/>
                      <a:pt x="55" y="240"/>
                    </a:cubicBezTo>
                    <a:cubicBezTo>
                      <a:pt x="55" y="240"/>
                      <a:pt x="55" y="240"/>
                      <a:pt x="55" y="240"/>
                    </a:cubicBezTo>
                    <a:cubicBezTo>
                      <a:pt x="56" y="240"/>
                      <a:pt x="56" y="241"/>
                      <a:pt x="56" y="241"/>
                    </a:cubicBezTo>
                    <a:cubicBezTo>
                      <a:pt x="56" y="242"/>
                      <a:pt x="56" y="243"/>
                      <a:pt x="56" y="244"/>
                    </a:cubicBezTo>
                    <a:cubicBezTo>
                      <a:pt x="56" y="245"/>
                      <a:pt x="56" y="245"/>
                      <a:pt x="56" y="246"/>
                    </a:cubicBezTo>
                    <a:cubicBezTo>
                      <a:pt x="56" y="247"/>
                      <a:pt x="56" y="247"/>
                      <a:pt x="56" y="247"/>
                    </a:cubicBezTo>
                    <a:cubicBezTo>
                      <a:pt x="57" y="247"/>
                      <a:pt x="57" y="247"/>
                      <a:pt x="57" y="247"/>
                    </a:cubicBezTo>
                    <a:cubicBezTo>
                      <a:pt x="57" y="247"/>
                      <a:pt x="57" y="247"/>
                      <a:pt x="57" y="247"/>
                    </a:cubicBezTo>
                    <a:cubicBezTo>
                      <a:pt x="57" y="247"/>
                      <a:pt x="57" y="247"/>
                      <a:pt x="57" y="247"/>
                    </a:cubicBezTo>
                    <a:cubicBezTo>
                      <a:pt x="57" y="247"/>
                      <a:pt x="57" y="247"/>
                      <a:pt x="57" y="249"/>
                    </a:cubicBezTo>
                    <a:cubicBezTo>
                      <a:pt x="57" y="249"/>
                      <a:pt x="57" y="249"/>
                      <a:pt x="57" y="250"/>
                    </a:cubicBezTo>
                    <a:cubicBezTo>
                      <a:pt x="57" y="250"/>
                      <a:pt x="57" y="251"/>
                      <a:pt x="57" y="251"/>
                    </a:cubicBezTo>
                    <a:cubicBezTo>
                      <a:pt x="57" y="251"/>
                      <a:pt x="57" y="252"/>
                      <a:pt x="57" y="252"/>
                    </a:cubicBezTo>
                    <a:cubicBezTo>
                      <a:pt x="57" y="253"/>
                      <a:pt x="57" y="253"/>
                      <a:pt x="57" y="253"/>
                    </a:cubicBezTo>
                    <a:cubicBezTo>
                      <a:pt x="57" y="255"/>
                      <a:pt x="58" y="257"/>
                      <a:pt x="59" y="258"/>
                    </a:cubicBezTo>
                    <a:cubicBezTo>
                      <a:pt x="59" y="258"/>
                      <a:pt x="59" y="258"/>
                      <a:pt x="59" y="258"/>
                    </a:cubicBezTo>
                    <a:cubicBezTo>
                      <a:pt x="61" y="259"/>
                      <a:pt x="61" y="259"/>
                      <a:pt x="61" y="260"/>
                    </a:cubicBezTo>
                    <a:cubicBezTo>
                      <a:pt x="61" y="261"/>
                      <a:pt x="61" y="261"/>
                      <a:pt x="61" y="261"/>
                    </a:cubicBezTo>
                    <a:cubicBezTo>
                      <a:pt x="62" y="261"/>
                      <a:pt x="62" y="261"/>
                      <a:pt x="62" y="261"/>
                    </a:cubicBezTo>
                    <a:cubicBezTo>
                      <a:pt x="63" y="261"/>
                      <a:pt x="63" y="261"/>
                      <a:pt x="63" y="261"/>
                    </a:cubicBezTo>
                    <a:cubicBezTo>
                      <a:pt x="63" y="261"/>
                      <a:pt x="63" y="261"/>
                      <a:pt x="63" y="261"/>
                    </a:cubicBezTo>
                    <a:cubicBezTo>
                      <a:pt x="63" y="261"/>
                      <a:pt x="63" y="261"/>
                      <a:pt x="63" y="261"/>
                    </a:cubicBezTo>
                    <a:cubicBezTo>
                      <a:pt x="63" y="262"/>
                      <a:pt x="63" y="262"/>
                      <a:pt x="63" y="262"/>
                    </a:cubicBezTo>
                    <a:cubicBezTo>
                      <a:pt x="63" y="262"/>
                      <a:pt x="63" y="262"/>
                      <a:pt x="63" y="262"/>
                    </a:cubicBezTo>
                    <a:cubicBezTo>
                      <a:pt x="63" y="263"/>
                      <a:pt x="63" y="263"/>
                      <a:pt x="64" y="263"/>
                    </a:cubicBezTo>
                    <a:cubicBezTo>
                      <a:pt x="64" y="264"/>
                      <a:pt x="64" y="264"/>
                      <a:pt x="64" y="264"/>
                    </a:cubicBezTo>
                    <a:cubicBezTo>
                      <a:pt x="64" y="265"/>
                      <a:pt x="65" y="265"/>
                      <a:pt x="65" y="265"/>
                    </a:cubicBezTo>
                    <a:cubicBezTo>
                      <a:pt x="66" y="265"/>
                      <a:pt x="66" y="265"/>
                      <a:pt x="66" y="265"/>
                    </a:cubicBezTo>
                    <a:cubicBezTo>
                      <a:pt x="66" y="265"/>
                      <a:pt x="66" y="265"/>
                      <a:pt x="66" y="265"/>
                    </a:cubicBezTo>
                    <a:cubicBezTo>
                      <a:pt x="66" y="267"/>
                      <a:pt x="66" y="268"/>
                      <a:pt x="67" y="269"/>
                    </a:cubicBezTo>
                    <a:cubicBezTo>
                      <a:pt x="67" y="269"/>
                      <a:pt x="68" y="269"/>
                      <a:pt x="68" y="270"/>
                    </a:cubicBezTo>
                    <a:cubicBezTo>
                      <a:pt x="69" y="270"/>
                      <a:pt x="70" y="271"/>
                      <a:pt x="70" y="272"/>
                    </a:cubicBezTo>
                    <a:cubicBezTo>
                      <a:pt x="70" y="273"/>
                      <a:pt x="70" y="273"/>
                      <a:pt x="70" y="273"/>
                    </a:cubicBezTo>
                    <a:cubicBezTo>
                      <a:pt x="70" y="273"/>
                      <a:pt x="70" y="273"/>
                      <a:pt x="70" y="273"/>
                    </a:cubicBezTo>
                    <a:cubicBezTo>
                      <a:pt x="70" y="273"/>
                      <a:pt x="70" y="273"/>
                      <a:pt x="70" y="274"/>
                    </a:cubicBezTo>
                    <a:cubicBezTo>
                      <a:pt x="70" y="274"/>
                      <a:pt x="70" y="274"/>
                      <a:pt x="70" y="274"/>
                    </a:cubicBezTo>
                    <a:cubicBezTo>
                      <a:pt x="70" y="274"/>
                      <a:pt x="70" y="274"/>
                      <a:pt x="70" y="274"/>
                    </a:cubicBezTo>
                    <a:cubicBezTo>
                      <a:pt x="70" y="274"/>
                      <a:pt x="70" y="275"/>
                      <a:pt x="71" y="275"/>
                    </a:cubicBezTo>
                    <a:cubicBezTo>
                      <a:pt x="72" y="276"/>
                      <a:pt x="72" y="276"/>
                      <a:pt x="72" y="276"/>
                    </a:cubicBezTo>
                    <a:cubicBezTo>
                      <a:pt x="72" y="276"/>
                      <a:pt x="72" y="277"/>
                      <a:pt x="73" y="277"/>
                    </a:cubicBezTo>
                    <a:cubicBezTo>
                      <a:pt x="73" y="277"/>
                      <a:pt x="73" y="277"/>
                      <a:pt x="73" y="277"/>
                    </a:cubicBezTo>
                    <a:cubicBezTo>
                      <a:pt x="73" y="278"/>
                      <a:pt x="73" y="278"/>
                      <a:pt x="74" y="278"/>
                    </a:cubicBezTo>
                    <a:cubicBezTo>
                      <a:pt x="74" y="279"/>
                      <a:pt x="74" y="279"/>
                      <a:pt x="74" y="279"/>
                    </a:cubicBezTo>
                    <a:cubicBezTo>
                      <a:pt x="75" y="280"/>
                      <a:pt x="76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8" y="281"/>
                      <a:pt x="78" y="281"/>
                      <a:pt x="78" y="281"/>
                    </a:cubicBezTo>
                    <a:cubicBezTo>
                      <a:pt x="79" y="281"/>
                      <a:pt x="79" y="281"/>
                      <a:pt x="79" y="281"/>
                    </a:cubicBezTo>
                    <a:cubicBezTo>
                      <a:pt x="79" y="281"/>
                      <a:pt x="79" y="281"/>
                      <a:pt x="79" y="281"/>
                    </a:cubicBezTo>
                    <a:cubicBezTo>
                      <a:pt x="80" y="281"/>
                      <a:pt x="80" y="281"/>
                      <a:pt x="80" y="281"/>
                    </a:cubicBezTo>
                    <a:cubicBezTo>
                      <a:pt x="80" y="281"/>
                      <a:pt x="80" y="281"/>
                      <a:pt x="80" y="281"/>
                    </a:cubicBezTo>
                    <a:cubicBezTo>
                      <a:pt x="80" y="281"/>
                      <a:pt x="80" y="281"/>
                      <a:pt x="80" y="281"/>
                    </a:cubicBezTo>
                    <a:cubicBezTo>
                      <a:pt x="80" y="283"/>
                      <a:pt x="80" y="283"/>
                      <a:pt x="80" y="283"/>
                    </a:cubicBezTo>
                    <a:cubicBezTo>
                      <a:pt x="81" y="283"/>
                      <a:pt x="81" y="283"/>
                      <a:pt x="81" y="283"/>
                    </a:cubicBezTo>
                    <a:cubicBezTo>
                      <a:pt x="81" y="283"/>
                      <a:pt x="81" y="283"/>
                      <a:pt x="81" y="283"/>
                    </a:cubicBezTo>
                    <a:cubicBezTo>
                      <a:pt x="81" y="283"/>
                      <a:pt x="82" y="283"/>
                      <a:pt x="82" y="283"/>
                    </a:cubicBezTo>
                    <a:cubicBezTo>
                      <a:pt x="83" y="283"/>
                      <a:pt x="84" y="283"/>
                      <a:pt x="84" y="282"/>
                    </a:cubicBezTo>
                    <a:cubicBezTo>
                      <a:pt x="85" y="282"/>
                      <a:pt x="85" y="281"/>
                      <a:pt x="85" y="281"/>
                    </a:cubicBezTo>
                    <a:cubicBezTo>
                      <a:pt x="84" y="280"/>
                      <a:pt x="84" y="280"/>
                      <a:pt x="84" y="279"/>
                    </a:cubicBezTo>
                    <a:cubicBezTo>
                      <a:pt x="83" y="278"/>
                      <a:pt x="83" y="278"/>
                      <a:pt x="83" y="278"/>
                    </a:cubicBezTo>
                    <a:cubicBezTo>
                      <a:pt x="83" y="278"/>
                      <a:pt x="83" y="278"/>
                      <a:pt x="83" y="278"/>
                    </a:cubicBezTo>
                    <a:cubicBezTo>
                      <a:pt x="83" y="278"/>
                      <a:pt x="83" y="278"/>
                      <a:pt x="83" y="278"/>
                    </a:cubicBezTo>
                    <a:cubicBezTo>
                      <a:pt x="84" y="278"/>
                      <a:pt x="84" y="278"/>
                      <a:pt x="84" y="278"/>
                    </a:cubicBezTo>
                    <a:cubicBezTo>
                      <a:pt x="85" y="278"/>
                      <a:pt x="85" y="278"/>
                      <a:pt x="85" y="278"/>
                    </a:cubicBezTo>
                    <a:cubicBezTo>
                      <a:pt x="85" y="278"/>
                      <a:pt x="85" y="278"/>
                      <a:pt x="85" y="278"/>
                    </a:cubicBezTo>
                    <a:cubicBezTo>
                      <a:pt x="85" y="277"/>
                      <a:pt x="85" y="277"/>
                      <a:pt x="85" y="276"/>
                    </a:cubicBezTo>
                    <a:cubicBezTo>
                      <a:pt x="85" y="276"/>
                      <a:pt x="85" y="275"/>
                      <a:pt x="84" y="275"/>
                    </a:cubicBezTo>
                    <a:cubicBezTo>
                      <a:pt x="84" y="274"/>
                      <a:pt x="83" y="274"/>
                      <a:pt x="82" y="274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1"/>
                      <a:pt x="82" y="271"/>
                      <a:pt x="82" y="271"/>
                    </a:cubicBezTo>
                    <a:cubicBezTo>
                      <a:pt x="82" y="271"/>
                      <a:pt x="82" y="271"/>
                      <a:pt x="82" y="271"/>
                    </a:cubicBezTo>
                    <a:cubicBezTo>
                      <a:pt x="82" y="271"/>
                      <a:pt x="82" y="270"/>
                      <a:pt x="82" y="270"/>
                    </a:cubicBezTo>
                    <a:cubicBezTo>
                      <a:pt x="82" y="270"/>
                      <a:pt x="81" y="269"/>
                      <a:pt x="81" y="269"/>
                    </a:cubicBezTo>
                    <a:cubicBezTo>
                      <a:pt x="80" y="269"/>
                      <a:pt x="80" y="269"/>
                      <a:pt x="80" y="269"/>
                    </a:cubicBezTo>
                    <a:cubicBezTo>
                      <a:pt x="80" y="268"/>
                      <a:pt x="80" y="267"/>
                      <a:pt x="80" y="266"/>
                    </a:cubicBezTo>
                    <a:cubicBezTo>
                      <a:pt x="80" y="266"/>
                      <a:pt x="80" y="265"/>
                      <a:pt x="80" y="265"/>
                    </a:cubicBezTo>
                    <a:cubicBezTo>
                      <a:pt x="80" y="264"/>
                      <a:pt x="80" y="263"/>
                      <a:pt x="80" y="263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9" y="261"/>
                      <a:pt x="79" y="261"/>
                      <a:pt x="79" y="261"/>
                    </a:cubicBezTo>
                    <a:cubicBezTo>
                      <a:pt x="78" y="261"/>
                      <a:pt x="78" y="261"/>
                      <a:pt x="78" y="261"/>
                    </a:cubicBezTo>
                    <a:cubicBezTo>
                      <a:pt x="78" y="261"/>
                      <a:pt x="78" y="261"/>
                      <a:pt x="78" y="261"/>
                    </a:cubicBezTo>
                    <a:cubicBezTo>
                      <a:pt x="78" y="260"/>
                      <a:pt x="78" y="260"/>
                      <a:pt x="78" y="260"/>
                    </a:cubicBezTo>
                    <a:cubicBezTo>
                      <a:pt x="78" y="260"/>
                      <a:pt x="78" y="260"/>
                      <a:pt x="78" y="260"/>
                    </a:cubicBezTo>
                    <a:cubicBezTo>
                      <a:pt x="78" y="260"/>
                      <a:pt x="78" y="260"/>
                      <a:pt x="78" y="260"/>
                    </a:cubicBezTo>
                    <a:cubicBezTo>
                      <a:pt x="79" y="260"/>
                      <a:pt x="79" y="260"/>
                      <a:pt x="79" y="260"/>
                    </a:cubicBezTo>
                    <a:cubicBezTo>
                      <a:pt x="80" y="259"/>
                      <a:pt x="80" y="258"/>
                      <a:pt x="81" y="257"/>
                    </a:cubicBezTo>
                    <a:cubicBezTo>
                      <a:pt x="81" y="256"/>
                      <a:pt x="81" y="256"/>
                      <a:pt x="81" y="256"/>
                    </a:cubicBezTo>
                    <a:cubicBezTo>
                      <a:pt x="81" y="256"/>
                      <a:pt x="81" y="255"/>
                      <a:pt x="81" y="255"/>
                    </a:cubicBezTo>
                    <a:cubicBezTo>
                      <a:pt x="82" y="255"/>
                      <a:pt x="82" y="255"/>
                      <a:pt x="82" y="255"/>
                    </a:cubicBezTo>
                    <a:cubicBezTo>
                      <a:pt x="82" y="255"/>
                      <a:pt x="83" y="255"/>
                      <a:pt x="83" y="255"/>
                    </a:cubicBezTo>
                    <a:cubicBezTo>
                      <a:pt x="85" y="256"/>
                      <a:pt x="85" y="256"/>
                      <a:pt x="85" y="256"/>
                    </a:cubicBezTo>
                    <a:cubicBezTo>
                      <a:pt x="85" y="255"/>
                      <a:pt x="85" y="255"/>
                      <a:pt x="85" y="255"/>
                    </a:cubicBezTo>
                    <a:cubicBezTo>
                      <a:pt x="85" y="254"/>
                      <a:pt x="85" y="254"/>
                      <a:pt x="85" y="254"/>
                    </a:cubicBezTo>
                    <a:cubicBezTo>
                      <a:pt x="85" y="254"/>
                      <a:pt x="85" y="254"/>
                      <a:pt x="85" y="254"/>
                    </a:cubicBezTo>
                    <a:cubicBezTo>
                      <a:pt x="85" y="254"/>
                      <a:pt x="85" y="254"/>
                      <a:pt x="85" y="254"/>
                    </a:cubicBezTo>
                    <a:cubicBezTo>
                      <a:pt x="86" y="254"/>
                      <a:pt x="86" y="254"/>
                      <a:pt x="86" y="254"/>
                    </a:cubicBezTo>
                    <a:cubicBezTo>
                      <a:pt x="87" y="254"/>
                      <a:pt x="88" y="253"/>
                      <a:pt x="89" y="252"/>
                    </a:cubicBezTo>
                    <a:cubicBezTo>
                      <a:pt x="90" y="251"/>
                      <a:pt x="89" y="250"/>
                      <a:pt x="88" y="249"/>
                    </a:cubicBezTo>
                    <a:cubicBezTo>
                      <a:pt x="88" y="248"/>
                      <a:pt x="88" y="248"/>
                      <a:pt x="88" y="247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87" y="246"/>
                      <a:pt x="87" y="246"/>
                      <a:pt x="87" y="246"/>
                    </a:cubicBezTo>
                    <a:cubicBezTo>
                      <a:pt x="86" y="246"/>
                      <a:pt x="86" y="246"/>
                      <a:pt x="86" y="246"/>
                    </a:cubicBezTo>
                    <a:cubicBezTo>
                      <a:pt x="85" y="246"/>
                      <a:pt x="85" y="246"/>
                      <a:pt x="85" y="246"/>
                    </a:cubicBezTo>
                    <a:cubicBezTo>
                      <a:pt x="85" y="245"/>
                      <a:pt x="85" y="245"/>
                      <a:pt x="85" y="245"/>
                    </a:cubicBezTo>
                    <a:cubicBezTo>
                      <a:pt x="90" y="245"/>
                      <a:pt x="90" y="245"/>
                      <a:pt x="90" y="245"/>
                    </a:cubicBezTo>
                    <a:cubicBezTo>
                      <a:pt x="90" y="244"/>
                      <a:pt x="90" y="244"/>
                      <a:pt x="90" y="244"/>
                    </a:cubicBezTo>
                    <a:cubicBezTo>
                      <a:pt x="91" y="244"/>
                      <a:pt x="91" y="244"/>
                      <a:pt x="91" y="244"/>
                    </a:cubicBezTo>
                    <a:cubicBezTo>
                      <a:pt x="91" y="244"/>
                      <a:pt x="91" y="244"/>
                      <a:pt x="91" y="244"/>
                    </a:cubicBezTo>
                    <a:cubicBezTo>
                      <a:pt x="92" y="244"/>
                      <a:pt x="92" y="244"/>
                      <a:pt x="92" y="244"/>
                    </a:cubicBezTo>
                    <a:cubicBezTo>
                      <a:pt x="92" y="243"/>
                      <a:pt x="92" y="243"/>
                      <a:pt x="92" y="243"/>
                    </a:cubicBezTo>
                    <a:cubicBezTo>
                      <a:pt x="92" y="242"/>
                      <a:pt x="92" y="242"/>
                      <a:pt x="92" y="242"/>
                    </a:cubicBezTo>
                    <a:cubicBezTo>
                      <a:pt x="92" y="241"/>
                      <a:pt x="92" y="240"/>
                      <a:pt x="92" y="240"/>
                    </a:cubicBezTo>
                    <a:cubicBezTo>
                      <a:pt x="92" y="240"/>
                      <a:pt x="92" y="240"/>
                      <a:pt x="92" y="240"/>
                    </a:cubicBezTo>
                    <a:cubicBezTo>
                      <a:pt x="92" y="240"/>
                      <a:pt x="92" y="240"/>
                      <a:pt x="92" y="240"/>
                    </a:cubicBezTo>
                    <a:cubicBezTo>
                      <a:pt x="92" y="240"/>
                      <a:pt x="93" y="240"/>
                      <a:pt x="93" y="239"/>
                    </a:cubicBezTo>
                    <a:cubicBezTo>
                      <a:pt x="94" y="239"/>
                      <a:pt x="94" y="239"/>
                      <a:pt x="94" y="239"/>
                    </a:cubicBezTo>
                    <a:cubicBezTo>
                      <a:pt x="95" y="238"/>
                      <a:pt x="96" y="237"/>
                      <a:pt x="97" y="236"/>
                    </a:cubicBezTo>
                    <a:cubicBezTo>
                      <a:pt x="98" y="235"/>
                      <a:pt x="98" y="234"/>
                      <a:pt x="98" y="233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9" y="224"/>
                      <a:pt x="99" y="224"/>
                      <a:pt x="99" y="224"/>
                    </a:cubicBezTo>
                    <a:cubicBezTo>
                      <a:pt x="99" y="223"/>
                      <a:pt x="99" y="223"/>
                      <a:pt x="99" y="223"/>
                    </a:cubicBezTo>
                    <a:cubicBezTo>
                      <a:pt x="99" y="223"/>
                      <a:pt x="99" y="222"/>
                      <a:pt x="100" y="222"/>
                    </a:cubicBezTo>
                    <a:cubicBezTo>
                      <a:pt x="100" y="221"/>
                      <a:pt x="100" y="221"/>
                      <a:pt x="101" y="220"/>
                    </a:cubicBezTo>
                    <a:cubicBezTo>
                      <a:pt x="101" y="220"/>
                      <a:pt x="101" y="220"/>
                      <a:pt x="101" y="220"/>
                    </a:cubicBezTo>
                    <a:cubicBezTo>
                      <a:pt x="101" y="219"/>
                      <a:pt x="101" y="219"/>
                      <a:pt x="103" y="218"/>
                    </a:cubicBezTo>
                    <a:cubicBezTo>
                      <a:pt x="103" y="218"/>
                      <a:pt x="104" y="218"/>
                      <a:pt x="105" y="218"/>
                    </a:cubicBezTo>
                    <a:cubicBezTo>
                      <a:pt x="105" y="218"/>
                      <a:pt x="106" y="218"/>
                      <a:pt x="106" y="218"/>
                    </a:cubicBezTo>
                    <a:cubicBezTo>
                      <a:pt x="107" y="218"/>
                      <a:pt x="107" y="218"/>
                      <a:pt x="108" y="218"/>
                    </a:cubicBezTo>
                    <a:cubicBezTo>
                      <a:pt x="109" y="218"/>
                      <a:pt x="109" y="218"/>
                      <a:pt x="109" y="218"/>
                    </a:cubicBezTo>
                    <a:cubicBezTo>
                      <a:pt x="110" y="218"/>
                      <a:pt x="111" y="218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2" y="217"/>
                      <a:pt x="112" y="217"/>
                      <a:pt x="112" y="217"/>
                    </a:cubicBezTo>
                    <a:cubicBezTo>
                      <a:pt x="112" y="216"/>
                      <a:pt x="112" y="216"/>
                      <a:pt x="112" y="216"/>
                    </a:cubicBezTo>
                    <a:cubicBezTo>
                      <a:pt x="112" y="215"/>
                      <a:pt x="112" y="215"/>
                      <a:pt x="112" y="215"/>
                    </a:cubicBezTo>
                    <a:cubicBezTo>
                      <a:pt x="112" y="215"/>
                      <a:pt x="112" y="214"/>
                      <a:pt x="112" y="214"/>
                    </a:cubicBezTo>
                    <a:cubicBezTo>
                      <a:pt x="113" y="214"/>
                      <a:pt x="113" y="214"/>
                      <a:pt x="113" y="214"/>
                    </a:cubicBezTo>
                    <a:cubicBezTo>
                      <a:pt x="113" y="214"/>
                      <a:pt x="113" y="214"/>
                      <a:pt x="114" y="213"/>
                    </a:cubicBezTo>
                    <a:cubicBezTo>
                      <a:pt x="114" y="213"/>
                      <a:pt x="115" y="213"/>
                      <a:pt x="115" y="213"/>
                    </a:cubicBezTo>
                    <a:cubicBezTo>
                      <a:pt x="115" y="212"/>
                      <a:pt x="115" y="212"/>
                      <a:pt x="115" y="212"/>
                    </a:cubicBezTo>
                    <a:cubicBezTo>
                      <a:pt x="116" y="212"/>
                      <a:pt x="116" y="212"/>
                      <a:pt x="116" y="212"/>
                    </a:cubicBezTo>
                    <a:cubicBezTo>
                      <a:pt x="116" y="212"/>
                      <a:pt x="116" y="212"/>
                      <a:pt x="116" y="212"/>
                    </a:cubicBezTo>
                    <a:cubicBezTo>
                      <a:pt x="117" y="212"/>
                      <a:pt x="118" y="212"/>
                      <a:pt x="118" y="211"/>
                    </a:cubicBezTo>
                    <a:cubicBezTo>
                      <a:pt x="118" y="211"/>
                      <a:pt x="119" y="210"/>
                      <a:pt x="119" y="210"/>
                    </a:cubicBezTo>
                    <a:cubicBezTo>
                      <a:pt x="119" y="209"/>
                      <a:pt x="119" y="208"/>
                      <a:pt x="120" y="207"/>
                    </a:cubicBezTo>
                    <a:cubicBezTo>
                      <a:pt x="120" y="207"/>
                      <a:pt x="121" y="207"/>
                      <a:pt x="121" y="207"/>
                    </a:cubicBezTo>
                    <a:cubicBezTo>
                      <a:pt x="123" y="206"/>
                      <a:pt x="124" y="205"/>
                      <a:pt x="124" y="204"/>
                    </a:cubicBezTo>
                    <a:cubicBezTo>
                      <a:pt x="123" y="203"/>
                      <a:pt x="123" y="201"/>
                      <a:pt x="123" y="199"/>
                    </a:cubicBezTo>
                    <a:cubicBezTo>
                      <a:pt x="123" y="199"/>
                      <a:pt x="123" y="198"/>
                      <a:pt x="123" y="197"/>
                    </a:cubicBezTo>
                    <a:cubicBezTo>
                      <a:pt x="123" y="191"/>
                      <a:pt x="123" y="191"/>
                      <a:pt x="123" y="191"/>
                    </a:cubicBezTo>
                    <a:cubicBezTo>
                      <a:pt x="123" y="190"/>
                      <a:pt x="123" y="190"/>
                      <a:pt x="123" y="190"/>
                    </a:cubicBezTo>
                    <a:cubicBezTo>
                      <a:pt x="123" y="190"/>
                      <a:pt x="123" y="190"/>
                      <a:pt x="123" y="190"/>
                    </a:cubicBezTo>
                    <a:cubicBezTo>
                      <a:pt x="122" y="190"/>
                      <a:pt x="122" y="190"/>
                      <a:pt x="122" y="190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2" y="188"/>
                      <a:pt x="122" y="188"/>
                      <a:pt x="122" y="188"/>
                    </a:cubicBezTo>
                    <a:cubicBezTo>
                      <a:pt x="122" y="188"/>
                      <a:pt x="122" y="188"/>
                      <a:pt x="122" y="188"/>
                    </a:cubicBezTo>
                    <a:cubicBezTo>
                      <a:pt x="124" y="188"/>
                      <a:pt x="124" y="188"/>
                      <a:pt x="124" y="188"/>
                    </a:cubicBezTo>
                    <a:cubicBezTo>
                      <a:pt x="124" y="188"/>
                      <a:pt x="124" y="188"/>
                      <a:pt x="124" y="188"/>
                    </a:cubicBezTo>
                    <a:cubicBezTo>
                      <a:pt x="125" y="188"/>
                      <a:pt x="125" y="188"/>
                      <a:pt x="125" y="188"/>
                    </a:cubicBezTo>
                    <a:cubicBezTo>
                      <a:pt x="126" y="188"/>
                      <a:pt x="126" y="187"/>
                      <a:pt x="126" y="187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7" y="185"/>
                      <a:pt x="127" y="185"/>
                      <a:pt x="127" y="185"/>
                    </a:cubicBezTo>
                    <a:cubicBezTo>
                      <a:pt x="128" y="185"/>
                      <a:pt x="128" y="185"/>
                      <a:pt x="128" y="185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9" y="184"/>
                      <a:pt x="129" y="183"/>
                    </a:cubicBezTo>
                    <a:cubicBezTo>
                      <a:pt x="129" y="183"/>
                      <a:pt x="130" y="182"/>
                      <a:pt x="130" y="182"/>
                    </a:cubicBezTo>
                    <a:cubicBezTo>
                      <a:pt x="131" y="180"/>
                      <a:pt x="132" y="179"/>
                      <a:pt x="133" y="179"/>
                    </a:cubicBezTo>
                    <a:cubicBezTo>
                      <a:pt x="134" y="178"/>
                      <a:pt x="134" y="178"/>
                      <a:pt x="134" y="178"/>
                    </a:cubicBezTo>
                    <a:cubicBezTo>
                      <a:pt x="135" y="177"/>
                      <a:pt x="135" y="176"/>
                      <a:pt x="135" y="176"/>
                    </a:cubicBezTo>
                    <a:cubicBezTo>
                      <a:pt x="135" y="176"/>
                      <a:pt x="135" y="176"/>
                      <a:pt x="135" y="176"/>
                    </a:cubicBezTo>
                    <a:cubicBezTo>
                      <a:pt x="135" y="175"/>
                      <a:pt x="135" y="175"/>
                      <a:pt x="135" y="175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3" y="175"/>
                      <a:pt x="133" y="175"/>
                      <a:pt x="133" y="175"/>
                    </a:cubicBezTo>
                    <a:cubicBezTo>
                      <a:pt x="133" y="174"/>
                      <a:pt x="133" y="174"/>
                      <a:pt x="134" y="172"/>
                    </a:cubicBezTo>
                    <a:cubicBezTo>
                      <a:pt x="134" y="172"/>
                      <a:pt x="134" y="172"/>
                      <a:pt x="134" y="172"/>
                    </a:cubicBezTo>
                    <a:cubicBezTo>
                      <a:pt x="134" y="172"/>
                      <a:pt x="134" y="172"/>
                      <a:pt x="134" y="172"/>
                    </a:cubicBezTo>
                    <a:cubicBezTo>
                      <a:pt x="135" y="172"/>
                      <a:pt x="135" y="172"/>
                      <a:pt x="135" y="172"/>
                    </a:cubicBezTo>
                    <a:cubicBezTo>
                      <a:pt x="135" y="166"/>
                      <a:pt x="135" y="166"/>
                      <a:pt x="135" y="166"/>
                    </a:cubicBezTo>
                    <a:cubicBezTo>
                      <a:pt x="134" y="166"/>
                      <a:pt x="134" y="166"/>
                      <a:pt x="134" y="166"/>
                    </a:cubicBezTo>
                    <a:cubicBezTo>
                      <a:pt x="134" y="166"/>
                      <a:pt x="134" y="166"/>
                      <a:pt x="133" y="166"/>
                    </a:cubicBezTo>
                    <a:cubicBezTo>
                      <a:pt x="133" y="166"/>
                      <a:pt x="133" y="166"/>
                      <a:pt x="133" y="166"/>
                    </a:cubicBezTo>
                    <a:cubicBezTo>
                      <a:pt x="133" y="166"/>
                      <a:pt x="133" y="166"/>
                      <a:pt x="133" y="166"/>
                    </a:cubicBezTo>
                    <a:cubicBezTo>
                      <a:pt x="134" y="165"/>
                      <a:pt x="134" y="165"/>
                      <a:pt x="134" y="165"/>
                    </a:cubicBezTo>
                    <a:cubicBezTo>
                      <a:pt x="133" y="165"/>
                      <a:pt x="133" y="165"/>
                      <a:pt x="133" y="165"/>
                    </a:cubicBezTo>
                    <a:cubicBezTo>
                      <a:pt x="132" y="165"/>
                      <a:pt x="132" y="165"/>
                      <a:pt x="131" y="165"/>
                    </a:cubicBezTo>
                    <a:cubicBezTo>
                      <a:pt x="131" y="165"/>
                      <a:pt x="131" y="165"/>
                      <a:pt x="130" y="165"/>
                    </a:cubicBezTo>
                    <a:cubicBezTo>
                      <a:pt x="128" y="165"/>
                      <a:pt x="128" y="164"/>
                      <a:pt x="127" y="164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5" y="162"/>
                      <a:pt x="125" y="162"/>
                    </a:cubicBezTo>
                    <a:cubicBezTo>
                      <a:pt x="124" y="162"/>
                      <a:pt x="124" y="162"/>
                      <a:pt x="124" y="162"/>
                    </a:cubicBezTo>
                    <a:cubicBezTo>
                      <a:pt x="123" y="161"/>
                      <a:pt x="123" y="161"/>
                      <a:pt x="122" y="160"/>
                    </a:cubicBezTo>
                    <a:cubicBezTo>
                      <a:pt x="122" y="160"/>
                      <a:pt x="122" y="160"/>
                      <a:pt x="122" y="160"/>
                    </a:cubicBezTo>
                    <a:cubicBezTo>
                      <a:pt x="122" y="159"/>
                      <a:pt x="121" y="159"/>
                      <a:pt x="121" y="159"/>
                    </a:cubicBezTo>
                    <a:cubicBezTo>
                      <a:pt x="121" y="159"/>
                      <a:pt x="121" y="159"/>
                      <a:pt x="121" y="159"/>
                    </a:cubicBezTo>
                    <a:cubicBezTo>
                      <a:pt x="120" y="159"/>
                      <a:pt x="120" y="159"/>
                      <a:pt x="120" y="159"/>
                    </a:cubicBezTo>
                    <a:cubicBezTo>
                      <a:pt x="119" y="159"/>
                      <a:pt x="119" y="159"/>
                      <a:pt x="119" y="159"/>
                    </a:cubicBezTo>
                    <a:cubicBezTo>
                      <a:pt x="119" y="159"/>
                      <a:pt x="119" y="159"/>
                      <a:pt x="119" y="159"/>
                    </a:cubicBezTo>
                    <a:cubicBezTo>
                      <a:pt x="118" y="159"/>
                      <a:pt x="118" y="159"/>
                      <a:pt x="118" y="159"/>
                    </a:cubicBezTo>
                    <a:cubicBezTo>
                      <a:pt x="117" y="159"/>
                      <a:pt x="117" y="159"/>
                      <a:pt x="117" y="159"/>
                    </a:cubicBezTo>
                    <a:cubicBezTo>
                      <a:pt x="117" y="159"/>
                      <a:pt x="116" y="159"/>
                      <a:pt x="116" y="159"/>
                    </a:cubicBezTo>
                    <a:cubicBezTo>
                      <a:pt x="115" y="159"/>
                      <a:pt x="115" y="158"/>
                      <a:pt x="115" y="158"/>
                    </a:cubicBezTo>
                    <a:cubicBezTo>
                      <a:pt x="115" y="157"/>
                      <a:pt x="114" y="157"/>
                      <a:pt x="112" y="157"/>
                    </a:cubicBezTo>
                    <a:cubicBezTo>
                      <a:pt x="112" y="157"/>
                      <a:pt x="111" y="157"/>
                      <a:pt x="110" y="157"/>
                    </a:cubicBezTo>
                    <a:cubicBezTo>
                      <a:pt x="110" y="157"/>
                      <a:pt x="110" y="157"/>
                      <a:pt x="110" y="157"/>
                    </a:cubicBezTo>
                    <a:cubicBezTo>
                      <a:pt x="108" y="157"/>
                      <a:pt x="108" y="157"/>
                      <a:pt x="108" y="157"/>
                    </a:cubicBezTo>
                    <a:cubicBezTo>
                      <a:pt x="108" y="158"/>
                      <a:pt x="108" y="158"/>
                      <a:pt x="108" y="158"/>
                    </a:cubicBezTo>
                    <a:cubicBezTo>
                      <a:pt x="108" y="157"/>
                      <a:pt x="108" y="156"/>
                      <a:pt x="107" y="156"/>
                    </a:cubicBezTo>
                    <a:cubicBezTo>
                      <a:pt x="106" y="156"/>
                      <a:pt x="106" y="156"/>
                      <a:pt x="105" y="156"/>
                    </a:cubicBezTo>
                    <a:cubicBezTo>
                      <a:pt x="105" y="156"/>
                      <a:pt x="104" y="156"/>
                      <a:pt x="104" y="156"/>
                    </a:cubicBezTo>
                    <a:cubicBezTo>
                      <a:pt x="103" y="156"/>
                      <a:pt x="103" y="156"/>
                      <a:pt x="103" y="156"/>
                    </a:cubicBezTo>
                    <a:cubicBezTo>
                      <a:pt x="103" y="155"/>
                      <a:pt x="103" y="155"/>
                      <a:pt x="103" y="155"/>
                    </a:cubicBezTo>
                    <a:cubicBezTo>
                      <a:pt x="103" y="155"/>
                      <a:pt x="103" y="155"/>
                      <a:pt x="102" y="155"/>
                    </a:cubicBezTo>
                    <a:cubicBezTo>
                      <a:pt x="102" y="155"/>
                      <a:pt x="102" y="155"/>
                      <a:pt x="102" y="155"/>
                    </a:cubicBezTo>
                    <a:cubicBezTo>
                      <a:pt x="102" y="155"/>
                      <a:pt x="102" y="155"/>
                      <a:pt x="102" y="155"/>
                    </a:cubicBez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4"/>
                      <a:pt x="101" y="153"/>
                      <a:pt x="101" y="153"/>
                    </a:cubicBezTo>
                    <a:cubicBezTo>
                      <a:pt x="100" y="153"/>
                      <a:pt x="100" y="153"/>
                      <a:pt x="100" y="153"/>
                    </a:cubicBezTo>
                    <a:cubicBezTo>
                      <a:pt x="100" y="153"/>
                      <a:pt x="100" y="153"/>
                      <a:pt x="100" y="153"/>
                    </a:cubicBezTo>
                    <a:cubicBezTo>
                      <a:pt x="96" y="153"/>
                      <a:pt x="96" y="153"/>
                      <a:pt x="96" y="153"/>
                    </a:cubicBezTo>
                    <a:cubicBezTo>
                      <a:pt x="94" y="153"/>
                      <a:pt x="94" y="153"/>
                      <a:pt x="94" y="153"/>
                    </a:cubicBezTo>
                    <a:cubicBezTo>
                      <a:pt x="93" y="153"/>
                      <a:pt x="93" y="153"/>
                      <a:pt x="92" y="153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1" y="153"/>
                    </a:cubicBezTo>
                    <a:cubicBezTo>
                      <a:pt x="90" y="153"/>
                      <a:pt x="90" y="153"/>
                      <a:pt x="90" y="153"/>
                    </a:cubicBezTo>
                    <a:cubicBezTo>
                      <a:pt x="89" y="153"/>
                      <a:pt x="89" y="153"/>
                      <a:pt x="89" y="153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1" y="152"/>
                      <a:pt x="92" y="151"/>
                    </a:cubicBezTo>
                    <a:cubicBezTo>
                      <a:pt x="92" y="151"/>
                      <a:pt x="92" y="151"/>
                      <a:pt x="92" y="151"/>
                    </a:cubicBezTo>
                    <a:cubicBezTo>
                      <a:pt x="95" y="151"/>
                      <a:pt x="95" y="151"/>
                      <a:pt x="95" y="151"/>
                    </a:cubicBezTo>
                    <a:cubicBezTo>
                      <a:pt x="95" y="151"/>
                      <a:pt x="95" y="151"/>
                      <a:pt x="95" y="151"/>
                    </a:cubicBezTo>
                    <a:cubicBezTo>
                      <a:pt x="96" y="150"/>
                      <a:pt x="96" y="150"/>
                      <a:pt x="96" y="150"/>
                    </a:cubicBezTo>
                    <a:cubicBezTo>
                      <a:pt x="96" y="150"/>
                      <a:pt x="96" y="150"/>
                      <a:pt x="96" y="149"/>
                    </a:cubicBezTo>
                    <a:cubicBezTo>
                      <a:pt x="96" y="149"/>
                      <a:pt x="96" y="149"/>
                      <a:pt x="96" y="149"/>
                    </a:cubicBezTo>
                    <a:cubicBezTo>
                      <a:pt x="96" y="148"/>
                      <a:pt x="96" y="147"/>
                      <a:pt x="95" y="146"/>
                    </a:cubicBezTo>
                    <a:cubicBezTo>
                      <a:pt x="94" y="145"/>
                      <a:pt x="93" y="144"/>
                      <a:pt x="92" y="144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0" y="143"/>
                      <a:pt x="90" y="143"/>
                      <a:pt x="90" y="143"/>
                    </a:cubicBezTo>
                    <a:cubicBezTo>
                      <a:pt x="90" y="142"/>
                      <a:pt x="90" y="142"/>
                      <a:pt x="90" y="142"/>
                    </a:cubicBezTo>
                    <a:cubicBezTo>
                      <a:pt x="89" y="141"/>
                      <a:pt x="88" y="141"/>
                      <a:pt x="88" y="140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39"/>
                      <a:pt x="88" y="139"/>
                      <a:pt x="88" y="139"/>
                    </a:cubicBezTo>
                    <a:cubicBezTo>
                      <a:pt x="87" y="139"/>
                      <a:pt x="87" y="139"/>
                      <a:pt x="87" y="138"/>
                    </a:cubicBezTo>
                    <a:cubicBezTo>
                      <a:pt x="86" y="137"/>
                      <a:pt x="86" y="137"/>
                      <a:pt x="85" y="136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5"/>
                      <a:pt x="83" y="135"/>
                      <a:pt x="83" y="135"/>
                    </a:cubicBezTo>
                    <a:cubicBezTo>
                      <a:pt x="83" y="134"/>
                      <a:pt x="83" y="134"/>
                      <a:pt x="83" y="134"/>
                    </a:cubicBezTo>
                    <a:cubicBezTo>
                      <a:pt x="82" y="134"/>
                      <a:pt x="81" y="133"/>
                      <a:pt x="81" y="133"/>
                    </a:cubicBezTo>
                    <a:cubicBezTo>
                      <a:pt x="80" y="133"/>
                      <a:pt x="80" y="133"/>
                      <a:pt x="80" y="133"/>
                    </a:cubicBezTo>
                    <a:cubicBezTo>
                      <a:pt x="78" y="133"/>
                      <a:pt x="78" y="133"/>
                      <a:pt x="78" y="133"/>
                    </a:cubicBezTo>
                    <a:cubicBezTo>
                      <a:pt x="78" y="131"/>
                      <a:pt x="78" y="131"/>
                      <a:pt x="78" y="131"/>
                    </a:cubicBezTo>
                    <a:cubicBezTo>
                      <a:pt x="77" y="132"/>
                      <a:pt x="77" y="132"/>
                      <a:pt x="77" y="132"/>
                    </a:cubicBezTo>
                    <a:cubicBezTo>
                      <a:pt x="76" y="132"/>
                      <a:pt x="75" y="132"/>
                      <a:pt x="75" y="132"/>
                    </a:cubicBezTo>
                    <a:cubicBezTo>
                      <a:pt x="74" y="132"/>
                      <a:pt x="74" y="132"/>
                      <a:pt x="73" y="131"/>
                    </a:cubicBezTo>
                    <a:cubicBezTo>
                      <a:pt x="72" y="131"/>
                      <a:pt x="72" y="131"/>
                      <a:pt x="72" y="131"/>
                    </a:cubicBezTo>
                    <a:cubicBezTo>
                      <a:pt x="72" y="130"/>
                      <a:pt x="72" y="130"/>
                      <a:pt x="72" y="130"/>
                    </a:cubicBezTo>
                    <a:cubicBezTo>
                      <a:pt x="72" y="130"/>
                      <a:pt x="72" y="129"/>
                      <a:pt x="71" y="129"/>
                    </a:cubicBezTo>
                    <a:cubicBezTo>
                      <a:pt x="70" y="129"/>
                      <a:pt x="70" y="129"/>
                      <a:pt x="70" y="129"/>
                    </a:cubicBezTo>
                    <a:cubicBezTo>
                      <a:pt x="70" y="128"/>
                      <a:pt x="70" y="128"/>
                      <a:pt x="70" y="128"/>
                    </a:cubicBezTo>
                    <a:cubicBezTo>
                      <a:pt x="70" y="128"/>
                      <a:pt x="70" y="128"/>
                      <a:pt x="70" y="127"/>
                    </a:cubicBezTo>
                    <a:cubicBezTo>
                      <a:pt x="69" y="126"/>
                      <a:pt x="68" y="126"/>
                      <a:pt x="68" y="126"/>
                    </a:cubicBezTo>
                    <a:cubicBezTo>
                      <a:pt x="67" y="126"/>
                      <a:pt x="66" y="126"/>
                      <a:pt x="66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4" y="126"/>
                      <a:pt x="64" y="126"/>
                      <a:pt x="63" y="126"/>
                    </a:cubicBezTo>
                    <a:cubicBezTo>
                      <a:pt x="64" y="125"/>
                      <a:pt x="64" y="125"/>
                      <a:pt x="64" y="125"/>
                    </a:cubicBezTo>
                    <a:cubicBezTo>
                      <a:pt x="66" y="123"/>
                      <a:pt x="66" y="123"/>
                      <a:pt x="66" y="123"/>
                    </a:cubicBez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3"/>
                      <a:pt x="63" y="123"/>
                      <a:pt x="63" y="123"/>
                    </a:cubicBezTo>
                    <a:cubicBezTo>
                      <a:pt x="63" y="123"/>
                      <a:pt x="63" y="123"/>
                      <a:pt x="63" y="123"/>
                    </a:cubicBezTo>
                    <a:cubicBezTo>
                      <a:pt x="63" y="122"/>
                      <a:pt x="63" y="122"/>
                      <a:pt x="63" y="122"/>
                    </a:cubicBezTo>
                    <a:cubicBezTo>
                      <a:pt x="61" y="122"/>
                      <a:pt x="61" y="122"/>
                      <a:pt x="61" y="122"/>
                    </a:cubicBezTo>
                    <a:cubicBezTo>
                      <a:pt x="60" y="122"/>
                      <a:pt x="60" y="122"/>
                      <a:pt x="60" y="123"/>
                    </a:cubicBezTo>
                    <a:cubicBezTo>
                      <a:pt x="60" y="123"/>
                      <a:pt x="60" y="123"/>
                      <a:pt x="60" y="123"/>
                    </a:cubicBezTo>
                    <a:cubicBezTo>
                      <a:pt x="60" y="123"/>
                      <a:pt x="60" y="123"/>
                      <a:pt x="60" y="123"/>
                    </a:cubicBezTo>
                    <a:cubicBezTo>
                      <a:pt x="60" y="123"/>
                      <a:pt x="60" y="123"/>
                      <a:pt x="60" y="12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58" y="123"/>
                      <a:pt x="57" y="122"/>
                      <a:pt x="57" y="121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6" y="120"/>
                      <a:pt x="56" y="120"/>
                      <a:pt x="56" y="120"/>
                    </a:cubicBezTo>
                    <a:cubicBezTo>
                      <a:pt x="55" y="120"/>
                      <a:pt x="55" y="121"/>
                      <a:pt x="54" y="121"/>
                    </a:cubicBezTo>
                    <a:cubicBezTo>
                      <a:pt x="53" y="121"/>
                      <a:pt x="52" y="120"/>
                      <a:pt x="52" y="120"/>
                    </a:cubicBezTo>
                    <a:cubicBezTo>
                      <a:pt x="51" y="120"/>
                      <a:pt x="50" y="119"/>
                      <a:pt x="50" y="119"/>
                    </a:cubicBezTo>
                    <a:cubicBezTo>
                      <a:pt x="49" y="119"/>
                      <a:pt x="49" y="118"/>
                      <a:pt x="48" y="118"/>
                    </a:cubicBezTo>
                    <a:cubicBezTo>
                      <a:pt x="47" y="118"/>
                      <a:pt x="46" y="117"/>
                      <a:pt x="46" y="117"/>
                    </a:cubicBezTo>
                    <a:cubicBezTo>
                      <a:pt x="45" y="117"/>
                      <a:pt x="45" y="117"/>
                      <a:pt x="45" y="117"/>
                    </a:cubicBezTo>
                    <a:cubicBezTo>
                      <a:pt x="44" y="117"/>
                      <a:pt x="44" y="117"/>
                      <a:pt x="44" y="117"/>
                    </a:cubicBezTo>
                    <a:cubicBezTo>
                      <a:pt x="44" y="117"/>
                      <a:pt x="44" y="117"/>
                      <a:pt x="44" y="117"/>
                    </a:cubicBezTo>
                    <a:cubicBezTo>
                      <a:pt x="43" y="117"/>
                      <a:pt x="43" y="118"/>
                      <a:pt x="43" y="118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42" y="117"/>
                      <a:pt x="40" y="117"/>
                      <a:pt x="39" y="117"/>
                    </a:cubicBezTo>
                    <a:cubicBezTo>
                      <a:pt x="38" y="117"/>
                      <a:pt x="38" y="117"/>
                      <a:pt x="38" y="117"/>
                    </a:cubicBezTo>
                    <a:cubicBezTo>
                      <a:pt x="38" y="118"/>
                      <a:pt x="38" y="118"/>
                      <a:pt x="38" y="118"/>
                    </a:cubicBezTo>
                    <a:cubicBezTo>
                      <a:pt x="38" y="119"/>
                      <a:pt x="38" y="119"/>
                      <a:pt x="38" y="119"/>
                    </a:cubicBezTo>
                    <a:cubicBezTo>
                      <a:pt x="38" y="119"/>
                      <a:pt x="38" y="119"/>
                      <a:pt x="38" y="119"/>
                    </a:cubicBezTo>
                    <a:cubicBezTo>
                      <a:pt x="38" y="119"/>
                      <a:pt x="38" y="119"/>
                      <a:pt x="38" y="119"/>
                    </a:cubicBezTo>
                    <a:cubicBezTo>
                      <a:pt x="37" y="119"/>
                      <a:pt x="37" y="119"/>
                      <a:pt x="37" y="119"/>
                    </a:cubicBezTo>
                    <a:cubicBezTo>
                      <a:pt x="37" y="119"/>
                      <a:pt x="36" y="119"/>
                      <a:pt x="35" y="120"/>
                    </a:cubicBezTo>
                    <a:cubicBezTo>
                      <a:pt x="35" y="120"/>
                      <a:pt x="35" y="120"/>
                      <a:pt x="34" y="120"/>
                    </a:cubicBezTo>
                    <a:cubicBezTo>
                      <a:pt x="33" y="120"/>
                      <a:pt x="33" y="120"/>
                      <a:pt x="33" y="120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31" y="122"/>
                      <a:pt x="32" y="122"/>
                      <a:pt x="32" y="123"/>
                    </a:cubicBezTo>
                    <a:cubicBezTo>
                      <a:pt x="33" y="124"/>
                      <a:pt x="33" y="124"/>
                      <a:pt x="33" y="124"/>
                    </a:cubicBezTo>
                    <a:cubicBezTo>
                      <a:pt x="33" y="124"/>
                      <a:pt x="33" y="124"/>
                      <a:pt x="33" y="124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33" y="125"/>
                      <a:pt x="33" y="126"/>
                      <a:pt x="32" y="126"/>
                    </a:cubicBezTo>
                    <a:cubicBezTo>
                      <a:pt x="32" y="126"/>
                      <a:pt x="32" y="126"/>
                      <a:pt x="32" y="126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30" y="126"/>
                      <a:pt x="30" y="126"/>
                    </a:cubicBezTo>
                    <a:cubicBezTo>
                      <a:pt x="30" y="126"/>
                      <a:pt x="30" y="126"/>
                      <a:pt x="30" y="126"/>
                    </a:cubicBezTo>
                    <a:cubicBezTo>
                      <a:pt x="30" y="125"/>
                      <a:pt x="30" y="125"/>
                      <a:pt x="30" y="125"/>
                    </a:cubicBezTo>
                    <a:cubicBezTo>
                      <a:pt x="30" y="125"/>
                      <a:pt x="30" y="125"/>
                      <a:pt x="29" y="125"/>
                    </a:cubicBezTo>
                    <a:cubicBezTo>
                      <a:pt x="29" y="124"/>
                      <a:pt x="29" y="124"/>
                      <a:pt x="29" y="124"/>
                    </a:cubicBezTo>
                    <a:cubicBezTo>
                      <a:pt x="29" y="124"/>
                      <a:pt x="29" y="124"/>
                      <a:pt x="29" y="124"/>
                    </a:cubicBezTo>
                    <a:cubicBezTo>
                      <a:pt x="29" y="123"/>
                      <a:pt x="29" y="123"/>
                      <a:pt x="29" y="123"/>
                    </a:cubicBezTo>
                    <a:cubicBezTo>
                      <a:pt x="28" y="122"/>
                      <a:pt x="27" y="122"/>
                      <a:pt x="27" y="122"/>
                    </a:cubicBezTo>
                    <a:cubicBezTo>
                      <a:pt x="26" y="122"/>
                      <a:pt x="26" y="122"/>
                      <a:pt x="25" y="122"/>
                    </a:cubicBezTo>
                    <a:cubicBezTo>
                      <a:pt x="25" y="122"/>
                      <a:pt x="25" y="122"/>
                      <a:pt x="25" y="122"/>
                    </a:cubicBezTo>
                    <a:cubicBezTo>
                      <a:pt x="24" y="123"/>
                      <a:pt x="23" y="123"/>
                      <a:pt x="23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2"/>
                      <a:pt x="21" y="122"/>
                      <a:pt x="20" y="122"/>
                    </a:cubicBezTo>
                    <a:cubicBezTo>
                      <a:pt x="20" y="121"/>
                      <a:pt x="20" y="121"/>
                      <a:pt x="20" y="121"/>
                    </a:cubicBezTo>
                    <a:cubicBezTo>
                      <a:pt x="20" y="121"/>
                      <a:pt x="20" y="120"/>
                      <a:pt x="20" y="120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19"/>
                      <a:pt x="19" y="119"/>
                      <a:pt x="19" y="118"/>
                    </a:cubicBezTo>
                    <a:cubicBezTo>
                      <a:pt x="19" y="118"/>
                      <a:pt x="19" y="118"/>
                      <a:pt x="19" y="117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19" y="117"/>
                      <a:pt x="20" y="117"/>
                      <a:pt x="20" y="117"/>
                    </a:cubicBezTo>
                    <a:cubicBezTo>
                      <a:pt x="21" y="117"/>
                      <a:pt x="22" y="116"/>
                      <a:pt x="23" y="115"/>
                    </a:cubicBezTo>
                    <a:cubicBezTo>
                      <a:pt x="24" y="114"/>
                      <a:pt x="23" y="113"/>
                      <a:pt x="23" y="112"/>
                    </a:cubicBezTo>
                    <a:cubicBezTo>
                      <a:pt x="23" y="112"/>
                      <a:pt x="23" y="112"/>
                      <a:pt x="23" y="112"/>
                    </a:cubicBezTo>
                    <a:cubicBezTo>
                      <a:pt x="22" y="112"/>
                      <a:pt x="22" y="112"/>
                      <a:pt x="22" y="112"/>
                    </a:cubicBezTo>
                    <a:cubicBezTo>
                      <a:pt x="22" y="112"/>
                      <a:pt x="22" y="111"/>
                      <a:pt x="22" y="111"/>
                    </a:cubicBezTo>
                    <a:cubicBezTo>
                      <a:pt x="22" y="110"/>
                      <a:pt x="22" y="109"/>
                      <a:pt x="22" y="109"/>
                    </a:cubicBezTo>
                    <a:cubicBezTo>
                      <a:pt x="22" y="108"/>
                      <a:pt x="22" y="107"/>
                      <a:pt x="22" y="107"/>
                    </a:cubicBezTo>
                    <a:cubicBezTo>
                      <a:pt x="22" y="107"/>
                      <a:pt x="21" y="106"/>
                      <a:pt x="20" y="106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8" y="106"/>
                      <a:pt x="18" y="106"/>
                      <a:pt x="18" y="106"/>
                    </a:cubicBezTo>
                    <a:cubicBezTo>
                      <a:pt x="17" y="106"/>
                      <a:pt x="17" y="106"/>
                      <a:pt x="17" y="106"/>
                    </a:cubicBezTo>
                    <a:cubicBezTo>
                      <a:pt x="16" y="106"/>
                      <a:pt x="16" y="105"/>
                      <a:pt x="16" y="105"/>
                    </a:cubicBezTo>
                    <a:cubicBezTo>
                      <a:pt x="16" y="105"/>
                      <a:pt x="16" y="105"/>
                      <a:pt x="16" y="105"/>
                    </a:cubicBezTo>
                    <a:cubicBezTo>
                      <a:pt x="16" y="105"/>
                      <a:pt x="16" y="104"/>
                      <a:pt x="16" y="103"/>
                    </a:cubicBezTo>
                    <a:cubicBezTo>
                      <a:pt x="16" y="103"/>
                      <a:pt x="16" y="103"/>
                      <a:pt x="16" y="103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7" y="101"/>
                      <a:pt x="17" y="101"/>
                      <a:pt x="17" y="101"/>
                    </a:cubicBezTo>
                    <a:cubicBezTo>
                      <a:pt x="17" y="101"/>
                      <a:pt x="17" y="100"/>
                      <a:pt x="17" y="99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99"/>
                      <a:pt x="19" y="99"/>
                      <a:pt x="19" y="99"/>
                    </a:cubicBezTo>
                    <a:cubicBezTo>
                      <a:pt x="20" y="99"/>
                      <a:pt x="21" y="99"/>
                      <a:pt x="22" y="96"/>
                    </a:cubicBezTo>
                    <a:cubicBezTo>
                      <a:pt x="22" y="95"/>
                      <a:pt x="22" y="94"/>
                      <a:pt x="22" y="93"/>
                    </a:cubicBezTo>
                    <a:cubicBezTo>
                      <a:pt x="22" y="92"/>
                      <a:pt x="22" y="92"/>
                      <a:pt x="22" y="92"/>
                    </a:cubicBezTo>
                    <a:cubicBezTo>
                      <a:pt x="22" y="92"/>
                      <a:pt x="22" y="92"/>
                      <a:pt x="22" y="92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20" y="91"/>
                      <a:pt x="20" y="91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16" y="92"/>
                      <a:pt x="16" y="93"/>
                      <a:pt x="15" y="94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2" y="97"/>
                      <a:pt x="12" y="97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10" y="98"/>
                      <a:pt x="9" y="99"/>
                      <a:pt x="9" y="100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9" y="97"/>
                      <a:pt x="9" y="97"/>
                      <a:pt x="9" y="97"/>
                    </a:cubicBezTo>
                    <a:cubicBezTo>
                      <a:pt x="9" y="96"/>
                      <a:pt x="8" y="96"/>
                      <a:pt x="8" y="9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93"/>
                      <a:pt x="7" y="93"/>
                      <a:pt x="7" y="93"/>
                    </a:cubicBezTo>
                    <a:cubicBezTo>
                      <a:pt x="8" y="93"/>
                      <a:pt x="8" y="93"/>
                      <a:pt x="8" y="93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9" y="92"/>
                      <a:pt x="9" y="92"/>
                      <a:pt x="9" y="92"/>
                    </a:cubicBezTo>
                    <a:cubicBezTo>
                      <a:pt x="9" y="92"/>
                      <a:pt x="9" y="92"/>
                      <a:pt x="9" y="92"/>
                    </a:cubicBezTo>
                    <a:cubicBezTo>
                      <a:pt x="9" y="92"/>
                      <a:pt x="9" y="92"/>
                      <a:pt x="9" y="92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1"/>
                    </a:cubicBezTo>
                    <a:cubicBezTo>
                      <a:pt x="10" y="91"/>
                      <a:pt x="10" y="91"/>
                      <a:pt x="10" y="91"/>
                    </a:cubicBezTo>
                    <a:cubicBezTo>
                      <a:pt x="10" y="90"/>
                      <a:pt x="10" y="89"/>
                      <a:pt x="10" y="89"/>
                    </a:cubicBezTo>
                    <a:cubicBezTo>
                      <a:pt x="10" y="89"/>
                      <a:pt x="10" y="89"/>
                      <a:pt x="10" y="8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2" y="87"/>
                      <a:pt x="12" y="87"/>
                      <a:pt x="12" y="87"/>
                    </a:cubicBezTo>
                    <a:cubicBezTo>
                      <a:pt x="11" y="86"/>
                      <a:pt x="12" y="85"/>
                      <a:pt x="12" y="85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4"/>
                      <a:pt x="13" y="84"/>
                      <a:pt x="13" y="84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13" y="83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4" y="82"/>
                      <a:pt x="14" y="82"/>
                      <a:pt x="14" y="82"/>
                    </a:cubicBezTo>
                    <a:cubicBezTo>
                      <a:pt x="14" y="81"/>
                      <a:pt x="14" y="81"/>
                      <a:pt x="14" y="81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79"/>
                      <a:pt x="16" y="79"/>
                      <a:pt x="16" y="78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7" y="77"/>
                      <a:pt x="17" y="76"/>
                      <a:pt x="18" y="76"/>
                    </a:cubicBezTo>
                    <a:cubicBezTo>
                      <a:pt x="19" y="75"/>
                      <a:pt x="20" y="74"/>
                      <a:pt x="20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2" y="73"/>
                      <a:pt x="23" y="73"/>
                      <a:pt x="23" y="73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3"/>
                      <a:pt x="26" y="72"/>
                      <a:pt x="27" y="72"/>
                    </a:cubicBezTo>
                    <a:cubicBezTo>
                      <a:pt x="27" y="71"/>
                      <a:pt x="27" y="71"/>
                      <a:pt x="27" y="71"/>
                    </a:cubicBezTo>
                    <a:cubicBezTo>
                      <a:pt x="28" y="71"/>
                      <a:pt x="29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2" y="71"/>
                      <a:pt x="33" y="72"/>
                      <a:pt x="33" y="73"/>
                    </a:cubicBezTo>
                    <a:cubicBezTo>
                      <a:pt x="33" y="75"/>
                      <a:pt x="33" y="76"/>
                      <a:pt x="33" y="77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80"/>
                      <a:pt x="32" y="80"/>
                      <a:pt x="32" y="80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2"/>
                      <a:pt x="32" y="82"/>
                      <a:pt x="32" y="82"/>
                    </a:cubicBezTo>
                    <a:cubicBezTo>
                      <a:pt x="34" y="82"/>
                      <a:pt x="34" y="82"/>
                      <a:pt x="34" y="82"/>
                    </a:cubicBezTo>
                    <a:cubicBezTo>
                      <a:pt x="36" y="82"/>
                      <a:pt x="36" y="79"/>
                      <a:pt x="36" y="78"/>
                    </a:cubicBezTo>
                    <a:cubicBezTo>
                      <a:pt x="36" y="77"/>
                      <a:pt x="36" y="76"/>
                      <a:pt x="36" y="76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7" y="76"/>
                      <a:pt x="37" y="76"/>
                      <a:pt x="37" y="76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37" y="74"/>
                      <a:pt x="37" y="73"/>
                      <a:pt x="38" y="73"/>
                    </a:cubicBezTo>
                    <a:cubicBezTo>
                      <a:pt x="38" y="73"/>
                      <a:pt x="38" y="73"/>
                      <a:pt x="38" y="73"/>
                    </a:cubicBezTo>
                    <a:cubicBezTo>
                      <a:pt x="39" y="73"/>
                      <a:pt x="39" y="73"/>
                      <a:pt x="39" y="73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0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41" y="69"/>
                      <a:pt x="42" y="69"/>
                      <a:pt x="42" y="68"/>
                    </a:cubicBezTo>
                    <a:cubicBezTo>
                      <a:pt x="42" y="68"/>
                      <a:pt x="42" y="68"/>
                      <a:pt x="42" y="68"/>
                    </a:cubicBezTo>
                    <a:cubicBezTo>
                      <a:pt x="42" y="68"/>
                      <a:pt x="43" y="67"/>
                      <a:pt x="43" y="67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5" y="67"/>
                      <a:pt x="45" y="67"/>
                      <a:pt x="45" y="67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5" y="66"/>
                      <a:pt x="45" y="65"/>
                      <a:pt x="44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6" y="63"/>
                      <a:pt x="46" y="63"/>
                      <a:pt x="46" y="63"/>
                    </a:cubicBezTo>
                    <a:cubicBezTo>
                      <a:pt x="47" y="63"/>
                      <a:pt x="47" y="63"/>
                      <a:pt x="47" y="62"/>
                    </a:cubicBezTo>
                    <a:cubicBezTo>
                      <a:pt x="48" y="62"/>
                      <a:pt x="48" y="61"/>
                      <a:pt x="49" y="60"/>
                    </a:cubicBezTo>
                    <a:cubicBezTo>
                      <a:pt x="50" y="60"/>
                      <a:pt x="50" y="59"/>
                      <a:pt x="51" y="59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2" y="59"/>
                      <a:pt x="53" y="59"/>
                      <a:pt x="53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7"/>
                      <a:pt x="54" y="57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6" y="56"/>
                      <a:pt x="56" y="56"/>
                      <a:pt x="56" y="55"/>
                    </a:cubicBezTo>
                    <a:cubicBezTo>
                      <a:pt x="56" y="54"/>
                      <a:pt x="56" y="54"/>
                      <a:pt x="56" y="54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56" y="52"/>
                      <a:pt x="57" y="52"/>
                      <a:pt x="57" y="51"/>
                    </a:cubicBezTo>
                    <a:cubicBezTo>
                      <a:pt x="58" y="50"/>
                      <a:pt x="59" y="48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2" y="47"/>
                      <a:pt x="62" y="47"/>
                      <a:pt x="62" y="47"/>
                    </a:cubicBezTo>
                    <a:cubicBezTo>
                      <a:pt x="63" y="47"/>
                      <a:pt x="63" y="47"/>
                      <a:pt x="63" y="46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7" y="46"/>
                      <a:pt x="68" y="45"/>
                      <a:pt x="68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69" y="43"/>
                      <a:pt x="69" y="42"/>
                      <a:pt x="69" y="42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1" y="39"/>
                      <a:pt x="71" y="39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3" y="37"/>
                      <a:pt x="73" y="37"/>
                      <a:pt x="73" y="37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7" y="36"/>
                      <a:pt x="78" y="35"/>
                      <a:pt x="78" y="35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80" y="35"/>
                      <a:pt x="80" y="35"/>
                      <a:pt x="80" y="35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5"/>
                      <a:pt x="82" y="34"/>
                      <a:pt x="82" y="34"/>
                    </a:cubicBezTo>
                    <a:cubicBezTo>
                      <a:pt x="82" y="33"/>
                      <a:pt x="82" y="33"/>
                      <a:pt x="82" y="33"/>
                    </a:cubicBezTo>
                    <a:cubicBezTo>
                      <a:pt x="83" y="33"/>
                      <a:pt x="83" y="32"/>
                      <a:pt x="83" y="31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79" y="30"/>
                      <a:pt x="79" y="30"/>
                      <a:pt x="79" y="31"/>
                    </a:cubicBezTo>
                    <a:cubicBezTo>
                      <a:pt x="78" y="31"/>
                      <a:pt x="78" y="31"/>
                      <a:pt x="78" y="31"/>
                    </a:cubicBezTo>
                    <a:cubicBezTo>
                      <a:pt x="78" y="31"/>
                      <a:pt x="78" y="31"/>
                      <a:pt x="78" y="31"/>
                    </a:cubicBezTo>
                    <a:cubicBezTo>
                      <a:pt x="77" y="31"/>
                      <a:pt x="77" y="31"/>
                      <a:pt x="77" y="31"/>
                    </a:cubicBezTo>
                    <a:cubicBezTo>
                      <a:pt x="76" y="30"/>
                      <a:pt x="76" y="30"/>
                      <a:pt x="76" y="30"/>
                    </a:cubicBezTo>
                    <a:cubicBezTo>
                      <a:pt x="76" y="30"/>
                      <a:pt x="76" y="30"/>
                      <a:pt x="76" y="30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4" y="26"/>
                      <a:pt x="94" y="26"/>
                      <a:pt x="94" y="26"/>
                    </a:cubicBezTo>
                    <a:cubicBezTo>
                      <a:pt x="95" y="26"/>
                      <a:pt x="95" y="26"/>
                      <a:pt x="95" y="26"/>
                    </a:cubicBezTo>
                    <a:cubicBezTo>
                      <a:pt x="95" y="25"/>
                      <a:pt x="95" y="25"/>
                      <a:pt x="95" y="25"/>
                    </a:cubicBezTo>
                    <a:cubicBezTo>
                      <a:pt x="95" y="25"/>
                      <a:pt x="95" y="25"/>
                      <a:pt x="95" y="25"/>
                    </a:cubicBezTo>
                    <a:cubicBezTo>
                      <a:pt x="95" y="25"/>
                      <a:pt x="95" y="25"/>
                      <a:pt x="95" y="25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8" y="23"/>
                    </a:cubicBezTo>
                    <a:cubicBezTo>
                      <a:pt x="98" y="23"/>
                      <a:pt x="99" y="23"/>
                      <a:pt x="99" y="23"/>
                    </a:cubicBezTo>
                    <a:cubicBezTo>
                      <a:pt x="100" y="23"/>
                      <a:pt x="100" y="23"/>
                      <a:pt x="101" y="23"/>
                    </a:cubicBezTo>
                    <a:cubicBezTo>
                      <a:pt x="101" y="23"/>
                      <a:pt x="101" y="23"/>
                      <a:pt x="101" y="23"/>
                    </a:cubicBezTo>
                    <a:cubicBezTo>
                      <a:pt x="101" y="23"/>
                      <a:pt x="101" y="23"/>
                      <a:pt x="101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3" y="23"/>
                      <a:pt x="103" y="22"/>
                      <a:pt x="103" y="22"/>
                    </a:cubicBezTo>
                    <a:cubicBezTo>
                      <a:pt x="104" y="21"/>
                      <a:pt x="104" y="21"/>
                      <a:pt x="104" y="20"/>
                    </a:cubicBezTo>
                    <a:cubicBezTo>
                      <a:pt x="103" y="19"/>
                      <a:pt x="103" y="18"/>
                      <a:pt x="103" y="18"/>
                    </a:cubicBezTo>
                    <a:cubicBezTo>
                      <a:pt x="103" y="18"/>
                      <a:pt x="103" y="18"/>
                      <a:pt x="103" y="18"/>
                    </a:cubicBezTo>
                    <a:cubicBezTo>
                      <a:pt x="102" y="17"/>
                      <a:pt x="102" y="17"/>
                      <a:pt x="102" y="16"/>
                    </a:cubicBezTo>
                    <a:cubicBezTo>
                      <a:pt x="102" y="11"/>
                      <a:pt x="102" y="11"/>
                      <a:pt x="102" y="11"/>
                    </a:cubicBezTo>
                    <a:cubicBezTo>
                      <a:pt x="101" y="11"/>
                      <a:pt x="101" y="11"/>
                      <a:pt x="101" y="11"/>
                    </a:cubicBezTo>
                    <a:cubicBezTo>
                      <a:pt x="100" y="11"/>
                      <a:pt x="100" y="12"/>
                      <a:pt x="99" y="12"/>
                    </a:cubicBezTo>
                    <a:cubicBezTo>
                      <a:pt x="99" y="12"/>
                      <a:pt x="99" y="12"/>
                      <a:pt x="99" y="12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8" y="12"/>
                      <a:pt x="98" y="12"/>
                      <a:pt x="98" y="12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8" y="9"/>
                      <a:pt x="97" y="8"/>
                      <a:pt x="96" y="8"/>
                    </a:cubicBezTo>
                    <a:cubicBezTo>
                      <a:pt x="96" y="8"/>
                      <a:pt x="96" y="8"/>
                      <a:pt x="96" y="8"/>
                    </a:cubicBezTo>
                    <a:cubicBezTo>
                      <a:pt x="96" y="8"/>
                      <a:pt x="96" y="8"/>
                      <a:pt x="96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89" y="8"/>
                      <a:pt x="89" y="9"/>
                      <a:pt x="88" y="9"/>
                    </a:cubicBezTo>
                    <a:cubicBezTo>
                      <a:pt x="88" y="10"/>
                      <a:pt x="88" y="11"/>
                      <a:pt x="87" y="11"/>
                    </a:cubicBezTo>
                    <a:cubicBezTo>
                      <a:pt x="87" y="11"/>
                      <a:pt x="86" y="11"/>
                      <a:pt x="86" y="11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2" y="14"/>
                      <a:pt x="82" y="15"/>
                      <a:pt x="81" y="15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80" y="16"/>
                      <a:pt x="80" y="16"/>
                      <a:pt x="80" y="17"/>
                    </a:cubicBezTo>
                    <a:cubicBezTo>
                      <a:pt x="80" y="17"/>
                      <a:pt x="80" y="17"/>
                      <a:pt x="80" y="17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79" y="18"/>
                      <a:pt x="79" y="18"/>
                      <a:pt x="79" y="18"/>
                    </a:cubicBezTo>
                    <a:cubicBezTo>
                      <a:pt x="79" y="18"/>
                      <a:pt x="79" y="18"/>
                      <a:pt x="79" y="18"/>
                    </a:cubicBezTo>
                    <a:cubicBezTo>
                      <a:pt x="78" y="18"/>
                      <a:pt x="77" y="19"/>
                      <a:pt x="76" y="19"/>
                    </a:cubicBezTo>
                    <a:cubicBezTo>
                      <a:pt x="75" y="20"/>
                      <a:pt x="75" y="20"/>
                      <a:pt x="75" y="20"/>
                    </a:cubicBezTo>
                    <a:cubicBezTo>
                      <a:pt x="75" y="21"/>
                      <a:pt x="74" y="21"/>
                      <a:pt x="74" y="21"/>
                    </a:cubicBezTo>
                    <a:cubicBezTo>
                      <a:pt x="73" y="21"/>
                      <a:pt x="73" y="22"/>
                      <a:pt x="73" y="23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72" y="22"/>
                      <a:pt x="73" y="22"/>
                      <a:pt x="73" y="21"/>
                    </a:cubicBezTo>
                    <a:cubicBezTo>
                      <a:pt x="73" y="20"/>
                      <a:pt x="73" y="19"/>
                      <a:pt x="72" y="18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7"/>
                      <a:pt x="72" y="17"/>
                      <a:pt x="72" y="17"/>
                    </a:cubicBezTo>
                    <a:cubicBezTo>
                      <a:pt x="72" y="17"/>
                      <a:pt x="72" y="16"/>
                      <a:pt x="72" y="16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75" y="14"/>
                      <a:pt x="75" y="13"/>
                      <a:pt x="75" y="13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6" y="10"/>
                      <a:pt x="76" y="10"/>
                      <a:pt x="76" y="10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81" y="9"/>
                      <a:pt x="82" y="8"/>
                      <a:pt x="82" y="8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5" y="7"/>
                      <a:pt x="85" y="7"/>
                      <a:pt x="85" y="7"/>
                    </a:cubicBezTo>
                    <a:cubicBezTo>
                      <a:pt x="86" y="7"/>
                      <a:pt x="86" y="7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7" y="6"/>
                      <a:pt x="87" y="6"/>
                      <a:pt x="87" y="6"/>
                    </a:cubicBezTo>
                    <a:cubicBezTo>
                      <a:pt x="87" y="6"/>
                      <a:pt x="87" y="6"/>
                      <a:pt x="87" y="6"/>
                    </a:cubicBezTo>
                    <a:cubicBezTo>
                      <a:pt x="88" y="5"/>
                      <a:pt x="88" y="5"/>
                      <a:pt x="88" y="4"/>
                    </a:cubicBezTo>
                    <a:cubicBezTo>
                      <a:pt x="89" y="3"/>
                      <a:pt x="89" y="2"/>
                      <a:pt x="89" y="2"/>
                    </a:cubicBezTo>
                    <a:cubicBezTo>
                      <a:pt x="88" y="0"/>
                      <a:pt x="87" y="0"/>
                      <a:pt x="86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43"/>
              <p:cNvSpPr>
                <a:spLocks noEditPoints="1"/>
              </p:cNvSpPr>
              <p:nvPr/>
            </p:nvSpPr>
            <p:spPr bwMode="auto">
              <a:xfrm>
                <a:off x="4164" y="2301"/>
                <a:ext cx="31" cy="55"/>
              </a:xfrm>
              <a:custGeom>
                <a:avLst/>
                <a:gdLst>
                  <a:gd name="T0" fmla="*/ 12 w 13"/>
                  <a:gd name="T1" fmla="*/ 0 h 23"/>
                  <a:gd name="T2" fmla="*/ 12 w 13"/>
                  <a:gd name="T3" fmla="*/ 0 h 23"/>
                  <a:gd name="T4" fmla="*/ 12 w 13"/>
                  <a:gd name="T5" fmla="*/ 0 h 23"/>
                  <a:gd name="T6" fmla="*/ 12 w 13"/>
                  <a:gd name="T7" fmla="*/ 0 h 23"/>
                  <a:gd name="T8" fmla="*/ 9 w 13"/>
                  <a:gd name="T9" fmla="*/ 0 h 23"/>
                  <a:gd name="T10" fmla="*/ 7 w 13"/>
                  <a:gd name="T11" fmla="*/ 2 h 23"/>
                  <a:gd name="T12" fmla="*/ 6 w 13"/>
                  <a:gd name="T13" fmla="*/ 4 h 23"/>
                  <a:gd name="T14" fmla="*/ 5 w 13"/>
                  <a:gd name="T15" fmla="*/ 6 h 23"/>
                  <a:gd name="T16" fmla="*/ 5 w 13"/>
                  <a:gd name="T17" fmla="*/ 6 h 23"/>
                  <a:gd name="T18" fmla="*/ 4 w 13"/>
                  <a:gd name="T19" fmla="*/ 7 h 23"/>
                  <a:gd name="T20" fmla="*/ 3 w 13"/>
                  <a:gd name="T21" fmla="*/ 9 h 23"/>
                  <a:gd name="T22" fmla="*/ 3 w 13"/>
                  <a:gd name="T23" fmla="*/ 9 h 23"/>
                  <a:gd name="T24" fmla="*/ 3 w 13"/>
                  <a:gd name="T25" fmla="*/ 10 h 23"/>
                  <a:gd name="T26" fmla="*/ 2 w 13"/>
                  <a:gd name="T27" fmla="*/ 14 h 23"/>
                  <a:gd name="T28" fmla="*/ 2 w 13"/>
                  <a:gd name="T29" fmla="*/ 14 h 23"/>
                  <a:gd name="T30" fmla="*/ 1 w 13"/>
                  <a:gd name="T31" fmla="*/ 14 h 23"/>
                  <a:gd name="T32" fmla="*/ 0 w 13"/>
                  <a:gd name="T33" fmla="*/ 19 h 23"/>
                  <a:gd name="T34" fmla="*/ 1 w 13"/>
                  <a:gd name="T35" fmla="*/ 21 h 23"/>
                  <a:gd name="T36" fmla="*/ 0 w 13"/>
                  <a:gd name="T37" fmla="*/ 22 h 23"/>
                  <a:gd name="T38" fmla="*/ 1 w 13"/>
                  <a:gd name="T39" fmla="*/ 23 h 23"/>
                  <a:gd name="T40" fmla="*/ 2 w 13"/>
                  <a:gd name="T41" fmla="*/ 23 h 23"/>
                  <a:gd name="T42" fmla="*/ 6 w 13"/>
                  <a:gd name="T43" fmla="*/ 19 h 23"/>
                  <a:gd name="T44" fmla="*/ 6 w 13"/>
                  <a:gd name="T45" fmla="*/ 18 h 23"/>
                  <a:gd name="T46" fmla="*/ 7 w 13"/>
                  <a:gd name="T47" fmla="*/ 18 h 23"/>
                  <a:gd name="T48" fmla="*/ 7 w 13"/>
                  <a:gd name="T49" fmla="*/ 16 h 23"/>
                  <a:gd name="T50" fmla="*/ 7 w 13"/>
                  <a:gd name="T51" fmla="*/ 14 h 23"/>
                  <a:gd name="T52" fmla="*/ 7 w 13"/>
                  <a:gd name="T53" fmla="*/ 14 h 23"/>
                  <a:gd name="T54" fmla="*/ 7 w 13"/>
                  <a:gd name="T55" fmla="*/ 13 h 23"/>
                  <a:gd name="T56" fmla="*/ 7 w 13"/>
                  <a:gd name="T57" fmla="*/ 12 h 23"/>
                  <a:gd name="T58" fmla="*/ 7 w 13"/>
                  <a:gd name="T59" fmla="*/ 12 h 23"/>
                  <a:gd name="T60" fmla="*/ 8 w 13"/>
                  <a:gd name="T61" fmla="*/ 10 h 23"/>
                  <a:gd name="T62" fmla="*/ 8 w 13"/>
                  <a:gd name="T63" fmla="*/ 10 h 23"/>
                  <a:gd name="T64" fmla="*/ 8 w 13"/>
                  <a:gd name="T65" fmla="*/ 9 h 23"/>
                  <a:gd name="T66" fmla="*/ 8 w 13"/>
                  <a:gd name="T67" fmla="*/ 9 h 23"/>
                  <a:gd name="T68" fmla="*/ 9 w 13"/>
                  <a:gd name="T69" fmla="*/ 9 h 23"/>
                  <a:gd name="T70" fmla="*/ 12 w 13"/>
                  <a:gd name="T71" fmla="*/ 2 h 23"/>
                  <a:gd name="T72" fmla="*/ 12 w 13"/>
                  <a:gd name="T73" fmla="*/ 3 h 23"/>
                  <a:gd name="T74" fmla="*/ 11 w 13"/>
                  <a:gd name="T75" fmla="*/ 3 h 23"/>
                  <a:gd name="T76" fmla="*/ 11 w 13"/>
                  <a:gd name="T77" fmla="*/ 2 h 23"/>
                  <a:gd name="T78" fmla="*/ 10 w 13"/>
                  <a:gd name="T79" fmla="*/ 1 h 23"/>
                  <a:gd name="T80" fmla="*/ 10 w 13"/>
                  <a:gd name="T81" fmla="*/ 0 h 23"/>
                  <a:gd name="T82" fmla="*/ 9 w 13"/>
                  <a:gd name="T8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" h="23">
                    <a:moveTo>
                      <a:pt x="12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moveTo>
                      <a:pt x="9" y="0"/>
                    </a:moveTo>
                    <a:cubicBezTo>
                      <a:pt x="9" y="1"/>
                      <a:pt x="8" y="1"/>
                      <a:pt x="7" y="2"/>
                    </a:cubicBezTo>
                    <a:cubicBezTo>
                      <a:pt x="7" y="3"/>
                      <a:pt x="6" y="3"/>
                      <a:pt x="6" y="4"/>
                    </a:cubicBezTo>
                    <a:cubicBezTo>
                      <a:pt x="5" y="4"/>
                      <a:pt x="5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7"/>
                      <a:pt x="3" y="8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1"/>
                      <a:pt x="2" y="12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5"/>
                      <a:pt x="0" y="17"/>
                      <a:pt x="0" y="19"/>
                    </a:cubicBezTo>
                    <a:cubicBezTo>
                      <a:pt x="1" y="20"/>
                      <a:pt x="1" y="21"/>
                      <a:pt x="1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5" y="23"/>
                      <a:pt x="5" y="20"/>
                      <a:pt x="6" y="19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7"/>
                      <a:pt x="7" y="16"/>
                      <a:pt x="7" y="16"/>
                    </a:cubicBezTo>
                    <a:cubicBezTo>
                      <a:pt x="7" y="15"/>
                      <a:pt x="7" y="15"/>
                      <a:pt x="7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2"/>
                      <a:pt x="8" y="11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1" y="8"/>
                      <a:pt x="13" y="5"/>
                      <a:pt x="12" y="2"/>
                    </a:cubicBezTo>
                    <a:cubicBezTo>
                      <a:pt x="12" y="2"/>
                      <a:pt x="12" y="2"/>
                      <a:pt x="12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0" y="2"/>
                      <a:pt x="10" y="1"/>
                      <a:pt x="10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44"/>
              <p:cNvSpPr/>
              <p:nvPr/>
            </p:nvSpPr>
            <p:spPr bwMode="auto">
              <a:xfrm>
                <a:off x="4188" y="2298"/>
                <a:ext cx="7" cy="10"/>
              </a:xfrm>
              <a:custGeom>
                <a:avLst/>
                <a:gdLst>
                  <a:gd name="T0" fmla="*/ 1 w 3"/>
                  <a:gd name="T1" fmla="*/ 0 h 4"/>
                  <a:gd name="T2" fmla="*/ 0 w 3"/>
                  <a:gd name="T3" fmla="*/ 1 h 4"/>
                  <a:gd name="T4" fmla="*/ 0 w 3"/>
                  <a:gd name="T5" fmla="*/ 2 h 4"/>
                  <a:gd name="T6" fmla="*/ 1 w 3"/>
                  <a:gd name="T7" fmla="*/ 3 h 4"/>
                  <a:gd name="T8" fmla="*/ 1 w 3"/>
                  <a:gd name="T9" fmla="*/ 4 h 4"/>
                  <a:gd name="T10" fmla="*/ 2 w 3"/>
                  <a:gd name="T11" fmla="*/ 4 h 4"/>
                  <a:gd name="T12" fmla="*/ 2 w 3"/>
                  <a:gd name="T13" fmla="*/ 3 h 4"/>
                  <a:gd name="T14" fmla="*/ 3 w 3"/>
                  <a:gd name="T15" fmla="*/ 2 h 4"/>
                  <a:gd name="T16" fmla="*/ 2 w 3"/>
                  <a:gd name="T17" fmla="*/ 1 h 4"/>
                  <a:gd name="T18" fmla="*/ 2 w 3"/>
                  <a:gd name="T19" fmla="*/ 1 h 4"/>
                  <a:gd name="T20" fmla="*/ 1 w 3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3" y="2"/>
                      <a:pt x="2" y="2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0" name="Group 8"/>
          <p:cNvGrpSpPr>
            <a:grpSpLocks noChangeAspect="1"/>
          </p:cNvGrpSpPr>
          <p:nvPr/>
        </p:nvGrpSpPr>
        <p:grpSpPr bwMode="auto">
          <a:xfrm>
            <a:off x="1284939" y="2296526"/>
            <a:ext cx="339791" cy="372316"/>
            <a:chOff x="3437" y="2282"/>
            <a:chExt cx="679" cy="744"/>
          </a:xfrm>
          <a:solidFill>
            <a:srgbClr val="FFB850"/>
          </a:solidFill>
        </p:grpSpPr>
        <p:sp>
          <p:nvSpPr>
            <p:cNvPr id="31" name="Freeform 9"/>
            <p:cNvSpPr/>
            <p:nvPr/>
          </p:nvSpPr>
          <p:spPr bwMode="auto">
            <a:xfrm>
              <a:off x="3595" y="2282"/>
              <a:ext cx="364" cy="379"/>
            </a:xfrm>
            <a:custGeom>
              <a:avLst/>
              <a:gdLst>
                <a:gd name="T0" fmla="*/ 50 w 152"/>
                <a:gd name="T1" fmla="*/ 147 h 159"/>
                <a:gd name="T2" fmla="*/ 39 w 152"/>
                <a:gd name="T3" fmla="*/ 147 h 159"/>
                <a:gd name="T4" fmla="*/ 76 w 152"/>
                <a:gd name="T5" fmla="*/ 159 h 159"/>
                <a:gd name="T6" fmla="*/ 114 w 152"/>
                <a:gd name="T7" fmla="*/ 147 h 159"/>
                <a:gd name="T8" fmla="*/ 103 w 152"/>
                <a:gd name="T9" fmla="*/ 147 h 159"/>
                <a:gd name="T10" fmla="*/ 152 w 152"/>
                <a:gd name="T11" fmla="*/ 76 h 159"/>
                <a:gd name="T12" fmla="*/ 76 w 152"/>
                <a:gd name="T13" fmla="*/ 0 h 159"/>
                <a:gd name="T14" fmla="*/ 0 w 152"/>
                <a:gd name="T15" fmla="*/ 76 h 159"/>
                <a:gd name="T16" fmla="*/ 50 w 152"/>
                <a:gd name="T17" fmla="*/ 14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159">
                  <a:moveTo>
                    <a:pt x="50" y="147"/>
                  </a:moveTo>
                  <a:cubicBezTo>
                    <a:pt x="39" y="147"/>
                    <a:pt x="39" y="147"/>
                    <a:pt x="39" y="147"/>
                  </a:cubicBezTo>
                  <a:cubicBezTo>
                    <a:pt x="39" y="152"/>
                    <a:pt x="53" y="159"/>
                    <a:pt x="76" y="159"/>
                  </a:cubicBezTo>
                  <a:cubicBezTo>
                    <a:pt x="99" y="159"/>
                    <a:pt x="113" y="152"/>
                    <a:pt x="114" y="147"/>
                  </a:cubicBezTo>
                  <a:cubicBezTo>
                    <a:pt x="103" y="147"/>
                    <a:pt x="103" y="147"/>
                    <a:pt x="103" y="147"/>
                  </a:cubicBezTo>
                  <a:cubicBezTo>
                    <a:pt x="131" y="136"/>
                    <a:pt x="152" y="108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ubicBezTo>
                    <a:pt x="34" y="0"/>
                    <a:pt x="0" y="34"/>
                    <a:pt x="0" y="76"/>
                  </a:cubicBezTo>
                  <a:cubicBezTo>
                    <a:pt x="0" y="108"/>
                    <a:pt x="21" y="136"/>
                    <a:pt x="50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32" name="Freeform 10"/>
            <p:cNvSpPr/>
            <p:nvPr/>
          </p:nvSpPr>
          <p:spPr bwMode="auto">
            <a:xfrm>
              <a:off x="3437" y="2633"/>
              <a:ext cx="679" cy="393"/>
            </a:xfrm>
            <a:custGeom>
              <a:avLst/>
              <a:gdLst>
                <a:gd name="T0" fmla="*/ 222 w 284"/>
                <a:gd name="T1" fmla="*/ 0 h 165"/>
                <a:gd name="T2" fmla="*/ 188 w 284"/>
                <a:gd name="T3" fmla="*/ 0 h 165"/>
                <a:gd name="T4" fmla="*/ 154 w 284"/>
                <a:gd name="T5" fmla="*/ 19 h 165"/>
                <a:gd name="T6" fmla="*/ 154 w 284"/>
                <a:gd name="T7" fmla="*/ 134 h 165"/>
                <a:gd name="T8" fmla="*/ 143 w 284"/>
                <a:gd name="T9" fmla="*/ 146 h 165"/>
                <a:gd name="T10" fmla="*/ 131 w 284"/>
                <a:gd name="T11" fmla="*/ 134 h 165"/>
                <a:gd name="T12" fmla="*/ 131 w 284"/>
                <a:gd name="T13" fmla="*/ 19 h 165"/>
                <a:gd name="T14" fmla="*/ 97 w 284"/>
                <a:gd name="T15" fmla="*/ 0 h 165"/>
                <a:gd name="T16" fmla="*/ 63 w 284"/>
                <a:gd name="T17" fmla="*/ 0 h 165"/>
                <a:gd name="T18" fmla="*/ 0 w 284"/>
                <a:gd name="T19" fmla="*/ 86 h 165"/>
                <a:gd name="T20" fmla="*/ 0 w 284"/>
                <a:gd name="T21" fmla="*/ 165 h 165"/>
                <a:gd name="T22" fmla="*/ 284 w 284"/>
                <a:gd name="T23" fmla="*/ 165 h 165"/>
                <a:gd name="T24" fmla="*/ 284 w 284"/>
                <a:gd name="T25" fmla="*/ 86 h 165"/>
                <a:gd name="T26" fmla="*/ 222 w 284"/>
                <a:gd name="T2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4" h="165">
                  <a:moveTo>
                    <a:pt x="222" y="0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88" y="10"/>
                    <a:pt x="172" y="17"/>
                    <a:pt x="154" y="19"/>
                  </a:cubicBezTo>
                  <a:cubicBezTo>
                    <a:pt x="154" y="134"/>
                    <a:pt x="154" y="134"/>
                    <a:pt x="154" y="134"/>
                  </a:cubicBezTo>
                  <a:cubicBezTo>
                    <a:pt x="154" y="140"/>
                    <a:pt x="149" y="146"/>
                    <a:pt x="143" y="146"/>
                  </a:cubicBezTo>
                  <a:cubicBezTo>
                    <a:pt x="136" y="146"/>
                    <a:pt x="131" y="140"/>
                    <a:pt x="131" y="134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13" y="17"/>
                    <a:pt x="97" y="11"/>
                    <a:pt x="9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39"/>
                    <a:pt x="0" y="86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84" y="86"/>
                    <a:pt x="284" y="86"/>
                    <a:pt x="284" y="86"/>
                  </a:cubicBezTo>
                  <a:cubicBezTo>
                    <a:pt x="284" y="39"/>
                    <a:pt x="256" y="0"/>
                    <a:pt x="2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33" name="Group 13"/>
          <p:cNvGrpSpPr>
            <a:grpSpLocks noChangeAspect="1"/>
          </p:cNvGrpSpPr>
          <p:nvPr/>
        </p:nvGrpSpPr>
        <p:grpSpPr bwMode="auto">
          <a:xfrm>
            <a:off x="2584401" y="2311238"/>
            <a:ext cx="411555" cy="416417"/>
            <a:chOff x="2426" y="2781"/>
            <a:chExt cx="593" cy="600"/>
          </a:xfrm>
          <a:solidFill>
            <a:srgbClr val="01ACBE"/>
          </a:solidFill>
        </p:grpSpPr>
        <p:sp>
          <p:nvSpPr>
            <p:cNvPr id="34" name="Freeform 14"/>
            <p:cNvSpPr/>
            <p:nvPr/>
          </p:nvSpPr>
          <p:spPr bwMode="auto">
            <a:xfrm>
              <a:off x="2442" y="2805"/>
              <a:ext cx="577" cy="576"/>
            </a:xfrm>
            <a:custGeom>
              <a:avLst/>
              <a:gdLst>
                <a:gd name="T0" fmla="*/ 0 w 241"/>
                <a:gd name="T1" fmla="*/ 115 h 241"/>
                <a:gd name="T2" fmla="*/ 0 w 241"/>
                <a:gd name="T3" fmla="*/ 121 h 241"/>
                <a:gd name="T4" fmla="*/ 121 w 241"/>
                <a:gd name="T5" fmla="*/ 241 h 241"/>
                <a:gd name="T6" fmla="*/ 241 w 241"/>
                <a:gd name="T7" fmla="*/ 121 h 241"/>
                <a:gd name="T8" fmla="*/ 121 w 241"/>
                <a:gd name="T9" fmla="*/ 0 h 241"/>
                <a:gd name="T10" fmla="*/ 121 w 241"/>
                <a:gd name="T11" fmla="*/ 115 h 241"/>
                <a:gd name="T12" fmla="*/ 0 w 241"/>
                <a:gd name="T13" fmla="*/ 115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1" h="241">
                  <a:moveTo>
                    <a:pt x="0" y="115"/>
                  </a:moveTo>
                  <a:cubicBezTo>
                    <a:pt x="0" y="117"/>
                    <a:pt x="0" y="119"/>
                    <a:pt x="0" y="121"/>
                  </a:cubicBezTo>
                  <a:cubicBezTo>
                    <a:pt x="0" y="187"/>
                    <a:pt x="54" y="241"/>
                    <a:pt x="121" y="241"/>
                  </a:cubicBezTo>
                  <a:cubicBezTo>
                    <a:pt x="187" y="241"/>
                    <a:pt x="241" y="187"/>
                    <a:pt x="241" y="121"/>
                  </a:cubicBezTo>
                  <a:cubicBezTo>
                    <a:pt x="241" y="54"/>
                    <a:pt x="187" y="0"/>
                    <a:pt x="121" y="0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0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auto">
            <a:xfrm>
              <a:off x="2426" y="2781"/>
              <a:ext cx="275" cy="273"/>
            </a:xfrm>
            <a:custGeom>
              <a:avLst/>
              <a:gdLst>
                <a:gd name="T0" fmla="*/ 0 w 115"/>
                <a:gd name="T1" fmla="*/ 114 h 114"/>
                <a:gd name="T2" fmla="*/ 115 w 115"/>
                <a:gd name="T3" fmla="*/ 114 h 114"/>
                <a:gd name="T4" fmla="*/ 115 w 115"/>
                <a:gd name="T5" fmla="*/ 0 h 114"/>
                <a:gd name="T6" fmla="*/ 0 w 115"/>
                <a:gd name="T7" fmla="*/ 114 h 114"/>
                <a:gd name="T8" fmla="*/ 15 w 115"/>
                <a:gd name="T9" fmla="*/ 104 h 114"/>
                <a:gd name="T10" fmla="*/ 104 w 115"/>
                <a:gd name="T11" fmla="*/ 14 h 114"/>
                <a:gd name="T12" fmla="*/ 104 w 115"/>
                <a:gd name="T13" fmla="*/ 104 h 114"/>
                <a:gd name="T14" fmla="*/ 15 w 115"/>
                <a:gd name="T15" fmla="*/ 10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" h="114">
                  <a:moveTo>
                    <a:pt x="0" y="114"/>
                  </a:moveTo>
                  <a:cubicBezTo>
                    <a:pt x="115" y="114"/>
                    <a:pt x="115" y="114"/>
                    <a:pt x="115" y="114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51" y="0"/>
                    <a:pt x="0" y="51"/>
                    <a:pt x="0" y="114"/>
                  </a:cubicBezTo>
                  <a:close/>
                  <a:moveTo>
                    <a:pt x="15" y="104"/>
                  </a:moveTo>
                  <a:cubicBezTo>
                    <a:pt x="15" y="54"/>
                    <a:pt x="55" y="14"/>
                    <a:pt x="104" y="14"/>
                  </a:cubicBezTo>
                  <a:cubicBezTo>
                    <a:pt x="104" y="104"/>
                    <a:pt x="104" y="104"/>
                    <a:pt x="104" y="104"/>
                  </a:cubicBezTo>
                  <a:lnTo>
                    <a:pt x="15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36" name="Group 18"/>
          <p:cNvGrpSpPr>
            <a:grpSpLocks noChangeAspect="1"/>
          </p:cNvGrpSpPr>
          <p:nvPr/>
        </p:nvGrpSpPr>
        <p:grpSpPr bwMode="auto">
          <a:xfrm>
            <a:off x="6157770" y="2310694"/>
            <a:ext cx="360265" cy="335699"/>
            <a:chOff x="3802" y="2858"/>
            <a:chExt cx="616" cy="574"/>
          </a:xfrm>
          <a:solidFill>
            <a:srgbClr val="E87071"/>
          </a:solidFill>
        </p:grpSpPr>
        <p:sp>
          <p:nvSpPr>
            <p:cNvPr id="37" name="Rectangle 19"/>
            <p:cNvSpPr>
              <a:spLocks noChangeArrowheads="1"/>
            </p:cNvSpPr>
            <p:nvPr/>
          </p:nvSpPr>
          <p:spPr bwMode="auto">
            <a:xfrm>
              <a:off x="3802" y="3205"/>
              <a:ext cx="129" cy="2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3964" y="3174"/>
              <a:ext cx="129" cy="2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4129" y="3131"/>
              <a:ext cx="129" cy="3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40" name="Rectangle 22"/>
            <p:cNvSpPr>
              <a:spLocks noChangeArrowheads="1"/>
            </p:cNvSpPr>
            <p:nvPr/>
          </p:nvSpPr>
          <p:spPr bwMode="auto">
            <a:xfrm>
              <a:off x="4289" y="3078"/>
              <a:ext cx="129" cy="3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41" name="Freeform 23"/>
            <p:cNvSpPr/>
            <p:nvPr/>
          </p:nvSpPr>
          <p:spPr bwMode="auto">
            <a:xfrm>
              <a:off x="3888" y="2858"/>
              <a:ext cx="370" cy="270"/>
            </a:xfrm>
            <a:custGeom>
              <a:avLst/>
              <a:gdLst>
                <a:gd name="T0" fmla="*/ 94 w 155"/>
                <a:gd name="T1" fmla="*/ 21 h 113"/>
                <a:gd name="T2" fmla="*/ 0 w 155"/>
                <a:gd name="T3" fmla="*/ 72 h 113"/>
                <a:gd name="T4" fmla="*/ 114 w 155"/>
                <a:gd name="T5" fmla="*/ 63 h 113"/>
                <a:gd name="T6" fmla="*/ 122 w 155"/>
                <a:gd name="T7" fmla="*/ 82 h 113"/>
                <a:gd name="T8" fmla="*/ 155 w 155"/>
                <a:gd name="T9" fmla="*/ 0 h 113"/>
                <a:gd name="T10" fmla="*/ 85 w 155"/>
                <a:gd name="T11" fmla="*/ 2 h 113"/>
                <a:gd name="T12" fmla="*/ 94 w 155"/>
                <a:gd name="T13" fmla="*/ 2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5" h="113">
                  <a:moveTo>
                    <a:pt x="94" y="21"/>
                  </a:moveTo>
                  <a:cubicBezTo>
                    <a:pt x="85" y="33"/>
                    <a:pt x="53" y="68"/>
                    <a:pt x="0" y="72"/>
                  </a:cubicBezTo>
                  <a:cubicBezTo>
                    <a:pt x="0" y="72"/>
                    <a:pt x="31" y="113"/>
                    <a:pt x="114" y="63"/>
                  </a:cubicBezTo>
                  <a:cubicBezTo>
                    <a:pt x="122" y="82"/>
                    <a:pt x="122" y="82"/>
                    <a:pt x="122" y="8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85" y="2"/>
                    <a:pt x="85" y="2"/>
                    <a:pt x="85" y="2"/>
                  </a:cubicBezTo>
                  <a:lnTo>
                    <a:pt x="94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42" name="Group 26"/>
          <p:cNvGrpSpPr>
            <a:grpSpLocks noChangeAspect="1"/>
          </p:cNvGrpSpPr>
          <p:nvPr/>
        </p:nvGrpSpPr>
        <p:grpSpPr bwMode="auto">
          <a:xfrm>
            <a:off x="7421054" y="2351908"/>
            <a:ext cx="564107" cy="279661"/>
            <a:chOff x="5676" y="2597"/>
            <a:chExt cx="1061" cy="526"/>
          </a:xfrm>
          <a:solidFill>
            <a:srgbClr val="00AF92"/>
          </a:solidFill>
        </p:grpSpPr>
        <p:sp>
          <p:nvSpPr>
            <p:cNvPr id="43" name="Freeform 27"/>
            <p:cNvSpPr/>
            <p:nvPr/>
          </p:nvSpPr>
          <p:spPr bwMode="auto">
            <a:xfrm>
              <a:off x="5747" y="2597"/>
              <a:ext cx="181" cy="115"/>
            </a:xfrm>
            <a:custGeom>
              <a:avLst/>
              <a:gdLst>
                <a:gd name="T0" fmla="*/ 25 w 76"/>
                <a:gd name="T1" fmla="*/ 48 h 48"/>
                <a:gd name="T2" fmla="*/ 64 w 76"/>
                <a:gd name="T3" fmla="*/ 44 h 48"/>
                <a:gd name="T4" fmla="*/ 76 w 76"/>
                <a:gd name="T5" fmla="*/ 13 h 48"/>
                <a:gd name="T6" fmla="*/ 39 w 76"/>
                <a:gd name="T7" fmla="*/ 15 h 48"/>
                <a:gd name="T8" fmla="*/ 23 w 76"/>
                <a:gd name="T9" fmla="*/ 10 h 48"/>
                <a:gd name="T10" fmla="*/ 7 w 76"/>
                <a:gd name="T11" fmla="*/ 20 h 48"/>
                <a:gd name="T12" fmla="*/ 25 w 76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48">
                  <a:moveTo>
                    <a:pt x="25" y="48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6" y="36"/>
                    <a:pt x="69" y="26"/>
                    <a:pt x="76" y="13"/>
                  </a:cubicBezTo>
                  <a:cubicBezTo>
                    <a:pt x="76" y="13"/>
                    <a:pt x="70" y="0"/>
                    <a:pt x="39" y="15"/>
                  </a:cubicBezTo>
                  <a:cubicBezTo>
                    <a:pt x="39" y="15"/>
                    <a:pt x="32" y="14"/>
                    <a:pt x="23" y="10"/>
                  </a:cubicBezTo>
                  <a:cubicBezTo>
                    <a:pt x="23" y="10"/>
                    <a:pt x="0" y="4"/>
                    <a:pt x="7" y="20"/>
                  </a:cubicBezTo>
                  <a:lnTo>
                    <a:pt x="25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2" name="Freeform 28"/>
            <p:cNvSpPr>
              <a:spLocks noEditPoints="1"/>
            </p:cNvSpPr>
            <p:nvPr/>
          </p:nvSpPr>
          <p:spPr bwMode="auto">
            <a:xfrm>
              <a:off x="5759" y="2613"/>
              <a:ext cx="169" cy="101"/>
            </a:xfrm>
            <a:custGeom>
              <a:avLst/>
              <a:gdLst>
                <a:gd name="T0" fmla="*/ 20 w 71"/>
                <a:gd name="T1" fmla="*/ 42 h 42"/>
                <a:gd name="T2" fmla="*/ 2 w 71"/>
                <a:gd name="T3" fmla="*/ 13 h 42"/>
                <a:gd name="T4" fmla="*/ 1 w 71"/>
                <a:gd name="T5" fmla="*/ 4 h 42"/>
                <a:gd name="T6" fmla="*/ 10 w 71"/>
                <a:gd name="T7" fmla="*/ 1 h 42"/>
                <a:gd name="T8" fmla="*/ 18 w 71"/>
                <a:gd name="T9" fmla="*/ 2 h 42"/>
                <a:gd name="T10" fmla="*/ 18 w 71"/>
                <a:gd name="T11" fmla="*/ 2 h 42"/>
                <a:gd name="T12" fmla="*/ 34 w 71"/>
                <a:gd name="T13" fmla="*/ 8 h 42"/>
                <a:gd name="T14" fmla="*/ 59 w 71"/>
                <a:gd name="T15" fmla="*/ 0 h 42"/>
                <a:gd name="T16" fmla="*/ 71 w 71"/>
                <a:gd name="T17" fmla="*/ 6 h 42"/>
                <a:gd name="T18" fmla="*/ 71 w 71"/>
                <a:gd name="T19" fmla="*/ 6 h 42"/>
                <a:gd name="T20" fmla="*/ 71 w 71"/>
                <a:gd name="T21" fmla="*/ 6 h 42"/>
                <a:gd name="T22" fmla="*/ 60 w 71"/>
                <a:gd name="T23" fmla="*/ 37 h 42"/>
                <a:gd name="T24" fmla="*/ 60 w 71"/>
                <a:gd name="T25" fmla="*/ 37 h 42"/>
                <a:gd name="T26" fmla="*/ 20 w 71"/>
                <a:gd name="T27" fmla="*/ 42 h 42"/>
                <a:gd name="T28" fmla="*/ 10 w 71"/>
                <a:gd name="T29" fmla="*/ 2 h 42"/>
                <a:gd name="T30" fmla="*/ 2 w 71"/>
                <a:gd name="T31" fmla="*/ 5 h 42"/>
                <a:gd name="T32" fmla="*/ 3 w 71"/>
                <a:gd name="T33" fmla="*/ 13 h 42"/>
                <a:gd name="T34" fmla="*/ 20 w 71"/>
                <a:gd name="T35" fmla="*/ 40 h 42"/>
                <a:gd name="T36" fmla="*/ 59 w 71"/>
                <a:gd name="T37" fmla="*/ 36 h 42"/>
                <a:gd name="T38" fmla="*/ 70 w 71"/>
                <a:gd name="T39" fmla="*/ 6 h 42"/>
                <a:gd name="T40" fmla="*/ 59 w 71"/>
                <a:gd name="T41" fmla="*/ 1 h 42"/>
                <a:gd name="T42" fmla="*/ 34 w 71"/>
                <a:gd name="T43" fmla="*/ 9 h 42"/>
                <a:gd name="T44" fmla="*/ 34 w 71"/>
                <a:gd name="T45" fmla="*/ 9 h 42"/>
                <a:gd name="T46" fmla="*/ 34 w 71"/>
                <a:gd name="T47" fmla="*/ 9 h 42"/>
                <a:gd name="T48" fmla="*/ 18 w 71"/>
                <a:gd name="T49" fmla="*/ 3 h 42"/>
                <a:gd name="T50" fmla="*/ 10 w 71"/>
                <a:gd name="T51" fmla="*/ 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42">
                  <a:moveTo>
                    <a:pt x="20" y="42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0" y="9"/>
                    <a:pt x="0" y="6"/>
                    <a:pt x="1" y="4"/>
                  </a:cubicBezTo>
                  <a:cubicBezTo>
                    <a:pt x="3" y="2"/>
                    <a:pt x="6" y="1"/>
                    <a:pt x="10" y="1"/>
                  </a:cubicBezTo>
                  <a:cubicBezTo>
                    <a:pt x="14" y="1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26" y="6"/>
                    <a:pt x="33" y="7"/>
                    <a:pt x="34" y="8"/>
                  </a:cubicBezTo>
                  <a:cubicBezTo>
                    <a:pt x="44" y="3"/>
                    <a:pt x="52" y="0"/>
                    <a:pt x="59" y="0"/>
                  </a:cubicBezTo>
                  <a:cubicBezTo>
                    <a:pt x="69" y="0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66" y="17"/>
                    <a:pt x="62" y="28"/>
                    <a:pt x="60" y="37"/>
                  </a:cubicBezTo>
                  <a:cubicBezTo>
                    <a:pt x="60" y="37"/>
                    <a:pt x="60" y="37"/>
                    <a:pt x="60" y="37"/>
                  </a:cubicBezTo>
                  <a:lnTo>
                    <a:pt x="20" y="42"/>
                  </a:lnTo>
                  <a:close/>
                  <a:moveTo>
                    <a:pt x="10" y="2"/>
                  </a:moveTo>
                  <a:cubicBezTo>
                    <a:pt x="7" y="2"/>
                    <a:pt x="4" y="3"/>
                    <a:pt x="2" y="5"/>
                  </a:cubicBezTo>
                  <a:cubicBezTo>
                    <a:pt x="1" y="7"/>
                    <a:pt x="1" y="9"/>
                    <a:pt x="3" y="13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61" y="27"/>
                    <a:pt x="64" y="17"/>
                    <a:pt x="70" y="6"/>
                  </a:cubicBezTo>
                  <a:cubicBezTo>
                    <a:pt x="70" y="5"/>
                    <a:pt x="67" y="1"/>
                    <a:pt x="59" y="1"/>
                  </a:cubicBezTo>
                  <a:cubicBezTo>
                    <a:pt x="52" y="1"/>
                    <a:pt x="44" y="4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27" y="8"/>
                    <a:pt x="18" y="3"/>
                  </a:cubicBezTo>
                  <a:cubicBezTo>
                    <a:pt x="17" y="3"/>
                    <a:pt x="14" y="2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9" name="Freeform 29"/>
            <p:cNvSpPr/>
            <p:nvPr/>
          </p:nvSpPr>
          <p:spPr bwMode="auto">
            <a:xfrm>
              <a:off x="5795" y="2709"/>
              <a:ext cx="119" cy="43"/>
            </a:xfrm>
            <a:custGeom>
              <a:avLst/>
              <a:gdLst>
                <a:gd name="T0" fmla="*/ 41 w 50"/>
                <a:gd name="T1" fmla="*/ 0 h 18"/>
                <a:gd name="T2" fmla="*/ 7 w 50"/>
                <a:gd name="T3" fmla="*/ 4 h 18"/>
                <a:gd name="T4" fmla="*/ 1 w 50"/>
                <a:gd name="T5" fmla="*/ 12 h 18"/>
                <a:gd name="T6" fmla="*/ 8 w 50"/>
                <a:gd name="T7" fmla="*/ 17 h 18"/>
                <a:gd name="T8" fmla="*/ 43 w 50"/>
                <a:gd name="T9" fmla="*/ 14 h 18"/>
                <a:gd name="T10" fmla="*/ 49 w 50"/>
                <a:gd name="T11" fmla="*/ 6 h 18"/>
                <a:gd name="T12" fmla="*/ 41 w 5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">
                  <a:moveTo>
                    <a:pt x="41" y="0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3" y="5"/>
                    <a:pt x="0" y="8"/>
                    <a:pt x="1" y="12"/>
                  </a:cubicBezTo>
                  <a:cubicBezTo>
                    <a:pt x="1" y="15"/>
                    <a:pt x="5" y="18"/>
                    <a:pt x="8" y="17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7" y="13"/>
                    <a:pt x="50" y="10"/>
                    <a:pt x="49" y="6"/>
                  </a:cubicBezTo>
                  <a:cubicBezTo>
                    <a:pt x="49" y="3"/>
                    <a:pt x="45" y="0"/>
                    <a:pt x="4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46" name="Freeform 30"/>
            <p:cNvSpPr>
              <a:spLocks noEditPoints="1"/>
            </p:cNvSpPr>
            <p:nvPr/>
          </p:nvSpPr>
          <p:spPr bwMode="auto">
            <a:xfrm>
              <a:off x="5795" y="2707"/>
              <a:ext cx="119" cy="45"/>
            </a:xfrm>
            <a:custGeom>
              <a:avLst/>
              <a:gdLst>
                <a:gd name="T0" fmla="*/ 8 w 50"/>
                <a:gd name="T1" fmla="*/ 19 h 19"/>
                <a:gd name="T2" fmla="*/ 0 w 50"/>
                <a:gd name="T3" fmla="*/ 13 h 19"/>
                <a:gd name="T4" fmla="*/ 2 w 50"/>
                <a:gd name="T5" fmla="*/ 7 h 19"/>
                <a:gd name="T6" fmla="*/ 7 w 50"/>
                <a:gd name="T7" fmla="*/ 5 h 19"/>
                <a:gd name="T8" fmla="*/ 41 w 50"/>
                <a:gd name="T9" fmla="*/ 1 h 19"/>
                <a:gd name="T10" fmla="*/ 50 w 50"/>
                <a:gd name="T11" fmla="*/ 7 h 19"/>
                <a:gd name="T12" fmla="*/ 48 w 50"/>
                <a:gd name="T13" fmla="*/ 12 h 19"/>
                <a:gd name="T14" fmla="*/ 43 w 50"/>
                <a:gd name="T15" fmla="*/ 15 h 19"/>
                <a:gd name="T16" fmla="*/ 9 w 50"/>
                <a:gd name="T17" fmla="*/ 19 h 19"/>
                <a:gd name="T18" fmla="*/ 8 w 50"/>
                <a:gd name="T19" fmla="*/ 19 h 19"/>
                <a:gd name="T20" fmla="*/ 42 w 50"/>
                <a:gd name="T21" fmla="*/ 2 h 19"/>
                <a:gd name="T22" fmla="*/ 41 w 50"/>
                <a:gd name="T23" fmla="*/ 2 h 19"/>
                <a:gd name="T24" fmla="*/ 7 w 50"/>
                <a:gd name="T25" fmla="*/ 6 h 19"/>
                <a:gd name="T26" fmla="*/ 3 w 50"/>
                <a:gd name="T27" fmla="*/ 8 h 19"/>
                <a:gd name="T28" fmla="*/ 1 w 50"/>
                <a:gd name="T29" fmla="*/ 12 h 19"/>
                <a:gd name="T30" fmla="*/ 8 w 50"/>
                <a:gd name="T31" fmla="*/ 18 h 19"/>
                <a:gd name="T32" fmla="*/ 43 w 50"/>
                <a:gd name="T33" fmla="*/ 14 h 19"/>
                <a:gd name="T34" fmla="*/ 47 w 50"/>
                <a:gd name="T35" fmla="*/ 12 h 19"/>
                <a:gd name="T36" fmla="*/ 49 w 50"/>
                <a:gd name="T37" fmla="*/ 7 h 19"/>
                <a:gd name="T38" fmla="*/ 42 w 50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19">
                  <a:moveTo>
                    <a:pt x="8" y="19"/>
                  </a:moveTo>
                  <a:cubicBezTo>
                    <a:pt x="4" y="19"/>
                    <a:pt x="0" y="16"/>
                    <a:pt x="0" y="13"/>
                  </a:cubicBezTo>
                  <a:cubicBezTo>
                    <a:pt x="0" y="11"/>
                    <a:pt x="0" y="9"/>
                    <a:pt x="2" y="7"/>
                  </a:cubicBezTo>
                  <a:cubicBezTo>
                    <a:pt x="3" y="6"/>
                    <a:pt x="5" y="5"/>
                    <a:pt x="7" y="5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5" y="0"/>
                    <a:pt x="49" y="3"/>
                    <a:pt x="50" y="7"/>
                  </a:cubicBezTo>
                  <a:cubicBezTo>
                    <a:pt x="50" y="9"/>
                    <a:pt x="49" y="11"/>
                    <a:pt x="48" y="12"/>
                  </a:cubicBezTo>
                  <a:cubicBezTo>
                    <a:pt x="47" y="14"/>
                    <a:pt x="45" y="15"/>
                    <a:pt x="43" y="15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lose/>
                  <a:moveTo>
                    <a:pt x="42" y="2"/>
                  </a:moveTo>
                  <a:cubicBezTo>
                    <a:pt x="42" y="2"/>
                    <a:pt x="42" y="2"/>
                    <a:pt x="41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5" y="6"/>
                    <a:pt x="4" y="7"/>
                    <a:pt x="3" y="8"/>
                  </a:cubicBezTo>
                  <a:cubicBezTo>
                    <a:pt x="1" y="9"/>
                    <a:pt x="1" y="11"/>
                    <a:pt x="1" y="12"/>
                  </a:cubicBezTo>
                  <a:cubicBezTo>
                    <a:pt x="2" y="16"/>
                    <a:pt x="5" y="18"/>
                    <a:pt x="8" y="18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5" y="14"/>
                    <a:pt x="46" y="13"/>
                    <a:pt x="47" y="12"/>
                  </a:cubicBezTo>
                  <a:cubicBezTo>
                    <a:pt x="48" y="10"/>
                    <a:pt x="49" y="9"/>
                    <a:pt x="49" y="7"/>
                  </a:cubicBezTo>
                  <a:cubicBezTo>
                    <a:pt x="48" y="4"/>
                    <a:pt x="45" y="2"/>
                    <a:pt x="4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47" name="Freeform 31"/>
            <p:cNvSpPr>
              <a:spLocks noEditPoints="1"/>
            </p:cNvSpPr>
            <p:nvPr/>
          </p:nvSpPr>
          <p:spPr bwMode="auto">
            <a:xfrm>
              <a:off x="5676" y="2752"/>
              <a:ext cx="424" cy="371"/>
            </a:xfrm>
            <a:custGeom>
              <a:avLst/>
              <a:gdLst>
                <a:gd name="T0" fmla="*/ 153 w 178"/>
                <a:gd name="T1" fmla="*/ 137 h 155"/>
                <a:gd name="T2" fmla="*/ 157 w 178"/>
                <a:gd name="T3" fmla="*/ 137 h 155"/>
                <a:gd name="T4" fmla="*/ 165 w 178"/>
                <a:gd name="T5" fmla="*/ 138 h 155"/>
                <a:gd name="T6" fmla="*/ 168 w 178"/>
                <a:gd name="T7" fmla="*/ 139 h 155"/>
                <a:gd name="T8" fmla="*/ 176 w 178"/>
                <a:gd name="T9" fmla="*/ 135 h 155"/>
                <a:gd name="T10" fmla="*/ 172 w 178"/>
                <a:gd name="T11" fmla="*/ 128 h 155"/>
                <a:gd name="T12" fmla="*/ 166 w 178"/>
                <a:gd name="T13" fmla="*/ 105 h 155"/>
                <a:gd name="T14" fmla="*/ 134 w 178"/>
                <a:gd name="T15" fmla="*/ 34 h 155"/>
                <a:gd name="T16" fmla="*/ 95 w 178"/>
                <a:gd name="T17" fmla="*/ 2 h 155"/>
                <a:gd name="T18" fmla="*/ 94 w 178"/>
                <a:gd name="T19" fmla="*/ 0 h 155"/>
                <a:gd name="T20" fmla="*/ 58 w 178"/>
                <a:gd name="T21" fmla="*/ 4 h 155"/>
                <a:gd name="T22" fmla="*/ 35 w 178"/>
                <a:gd name="T23" fmla="*/ 37 h 155"/>
                <a:gd name="T24" fmla="*/ 21 w 178"/>
                <a:gd name="T25" fmla="*/ 133 h 155"/>
                <a:gd name="T26" fmla="*/ 15 w 178"/>
                <a:gd name="T27" fmla="*/ 148 h 155"/>
                <a:gd name="T28" fmla="*/ 15 w 178"/>
                <a:gd name="T29" fmla="*/ 153 h 155"/>
                <a:gd name="T30" fmla="*/ 24 w 178"/>
                <a:gd name="T31" fmla="*/ 153 h 155"/>
                <a:gd name="T32" fmla="*/ 36 w 178"/>
                <a:gd name="T33" fmla="*/ 150 h 155"/>
                <a:gd name="T34" fmla="*/ 36 w 178"/>
                <a:gd name="T35" fmla="*/ 150 h 155"/>
                <a:gd name="T36" fmla="*/ 36 w 178"/>
                <a:gd name="T37" fmla="*/ 150 h 155"/>
                <a:gd name="T38" fmla="*/ 68 w 178"/>
                <a:gd name="T39" fmla="*/ 153 h 155"/>
                <a:gd name="T40" fmla="*/ 153 w 178"/>
                <a:gd name="T41" fmla="*/ 137 h 155"/>
                <a:gd name="T42" fmla="*/ 67 w 178"/>
                <a:gd name="T43" fmla="*/ 57 h 155"/>
                <a:gd name="T44" fmla="*/ 81 w 178"/>
                <a:gd name="T45" fmla="*/ 50 h 155"/>
                <a:gd name="T46" fmla="*/ 80 w 178"/>
                <a:gd name="T47" fmla="*/ 42 h 155"/>
                <a:gd name="T48" fmla="*/ 86 w 178"/>
                <a:gd name="T49" fmla="*/ 41 h 155"/>
                <a:gd name="T50" fmla="*/ 88 w 178"/>
                <a:gd name="T51" fmla="*/ 49 h 155"/>
                <a:gd name="T52" fmla="*/ 102 w 178"/>
                <a:gd name="T53" fmla="*/ 50 h 155"/>
                <a:gd name="T54" fmla="*/ 100 w 178"/>
                <a:gd name="T55" fmla="*/ 55 h 155"/>
                <a:gd name="T56" fmla="*/ 75 w 178"/>
                <a:gd name="T57" fmla="*/ 62 h 155"/>
                <a:gd name="T58" fmla="*/ 92 w 178"/>
                <a:gd name="T59" fmla="*/ 70 h 155"/>
                <a:gd name="T60" fmla="*/ 106 w 178"/>
                <a:gd name="T61" fmla="*/ 92 h 155"/>
                <a:gd name="T62" fmla="*/ 93 w 178"/>
                <a:gd name="T63" fmla="*/ 98 h 155"/>
                <a:gd name="T64" fmla="*/ 94 w 178"/>
                <a:gd name="T65" fmla="*/ 106 h 155"/>
                <a:gd name="T66" fmla="*/ 87 w 178"/>
                <a:gd name="T67" fmla="*/ 107 h 155"/>
                <a:gd name="T68" fmla="*/ 86 w 178"/>
                <a:gd name="T69" fmla="*/ 99 h 155"/>
                <a:gd name="T70" fmla="*/ 69 w 178"/>
                <a:gd name="T71" fmla="*/ 97 h 155"/>
                <a:gd name="T72" fmla="*/ 70 w 178"/>
                <a:gd name="T73" fmla="*/ 92 h 155"/>
                <a:gd name="T74" fmla="*/ 97 w 178"/>
                <a:gd name="T75" fmla="*/ 90 h 155"/>
                <a:gd name="T76" fmla="*/ 93 w 178"/>
                <a:gd name="T77" fmla="*/ 78 h 155"/>
                <a:gd name="T78" fmla="*/ 78 w 178"/>
                <a:gd name="T79" fmla="*/ 74 h 155"/>
                <a:gd name="T80" fmla="*/ 67 w 178"/>
                <a:gd name="T81" fmla="*/ 5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8" h="155">
                  <a:moveTo>
                    <a:pt x="153" y="137"/>
                  </a:moveTo>
                  <a:cubicBezTo>
                    <a:pt x="153" y="137"/>
                    <a:pt x="154" y="137"/>
                    <a:pt x="157" y="137"/>
                  </a:cubicBezTo>
                  <a:cubicBezTo>
                    <a:pt x="160" y="137"/>
                    <a:pt x="162" y="137"/>
                    <a:pt x="165" y="138"/>
                  </a:cubicBezTo>
                  <a:cubicBezTo>
                    <a:pt x="165" y="138"/>
                    <a:pt x="166" y="139"/>
                    <a:pt x="168" y="139"/>
                  </a:cubicBezTo>
                  <a:cubicBezTo>
                    <a:pt x="172" y="139"/>
                    <a:pt x="174" y="137"/>
                    <a:pt x="176" y="135"/>
                  </a:cubicBezTo>
                  <a:cubicBezTo>
                    <a:pt x="176" y="135"/>
                    <a:pt x="178" y="132"/>
                    <a:pt x="172" y="128"/>
                  </a:cubicBezTo>
                  <a:cubicBezTo>
                    <a:pt x="172" y="128"/>
                    <a:pt x="162" y="123"/>
                    <a:pt x="166" y="105"/>
                  </a:cubicBezTo>
                  <a:cubicBezTo>
                    <a:pt x="166" y="105"/>
                    <a:pt x="171" y="57"/>
                    <a:pt x="134" y="34"/>
                  </a:cubicBezTo>
                  <a:cubicBezTo>
                    <a:pt x="133" y="33"/>
                    <a:pt x="96" y="10"/>
                    <a:pt x="95" y="2"/>
                  </a:cubicBezTo>
                  <a:cubicBezTo>
                    <a:pt x="95" y="2"/>
                    <a:pt x="95" y="1"/>
                    <a:pt x="94" y="0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4" y="12"/>
                    <a:pt x="46" y="24"/>
                    <a:pt x="35" y="37"/>
                  </a:cubicBezTo>
                  <a:cubicBezTo>
                    <a:pt x="35" y="37"/>
                    <a:pt x="0" y="78"/>
                    <a:pt x="21" y="133"/>
                  </a:cubicBezTo>
                  <a:cubicBezTo>
                    <a:pt x="21" y="134"/>
                    <a:pt x="22" y="137"/>
                    <a:pt x="15" y="148"/>
                  </a:cubicBezTo>
                  <a:cubicBezTo>
                    <a:pt x="15" y="148"/>
                    <a:pt x="14" y="151"/>
                    <a:pt x="15" y="153"/>
                  </a:cubicBezTo>
                  <a:cubicBezTo>
                    <a:pt x="16" y="155"/>
                    <a:pt x="19" y="155"/>
                    <a:pt x="24" y="153"/>
                  </a:cubicBezTo>
                  <a:cubicBezTo>
                    <a:pt x="24" y="153"/>
                    <a:pt x="28" y="151"/>
                    <a:pt x="36" y="150"/>
                  </a:cubicBezTo>
                  <a:cubicBezTo>
                    <a:pt x="36" y="150"/>
                    <a:pt x="36" y="150"/>
                    <a:pt x="36" y="150"/>
                  </a:cubicBezTo>
                  <a:cubicBezTo>
                    <a:pt x="36" y="150"/>
                    <a:pt x="36" y="150"/>
                    <a:pt x="36" y="150"/>
                  </a:cubicBezTo>
                  <a:cubicBezTo>
                    <a:pt x="36" y="150"/>
                    <a:pt x="49" y="153"/>
                    <a:pt x="68" y="153"/>
                  </a:cubicBezTo>
                  <a:cubicBezTo>
                    <a:pt x="88" y="153"/>
                    <a:pt x="119" y="150"/>
                    <a:pt x="153" y="137"/>
                  </a:cubicBezTo>
                  <a:close/>
                  <a:moveTo>
                    <a:pt x="67" y="57"/>
                  </a:moveTo>
                  <a:cubicBezTo>
                    <a:pt x="67" y="57"/>
                    <a:pt x="69" y="52"/>
                    <a:pt x="81" y="50"/>
                  </a:cubicBezTo>
                  <a:cubicBezTo>
                    <a:pt x="80" y="42"/>
                    <a:pt x="80" y="42"/>
                    <a:pt x="80" y="42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88" y="49"/>
                    <a:pt x="96" y="48"/>
                    <a:pt x="102" y="50"/>
                  </a:cubicBezTo>
                  <a:cubicBezTo>
                    <a:pt x="100" y="55"/>
                    <a:pt x="100" y="55"/>
                    <a:pt x="100" y="55"/>
                  </a:cubicBezTo>
                  <a:cubicBezTo>
                    <a:pt x="100" y="55"/>
                    <a:pt x="78" y="52"/>
                    <a:pt x="75" y="62"/>
                  </a:cubicBezTo>
                  <a:cubicBezTo>
                    <a:pt x="75" y="62"/>
                    <a:pt x="73" y="69"/>
                    <a:pt x="92" y="70"/>
                  </a:cubicBezTo>
                  <a:cubicBezTo>
                    <a:pt x="92" y="70"/>
                    <a:pt x="119" y="73"/>
                    <a:pt x="106" y="92"/>
                  </a:cubicBezTo>
                  <a:cubicBezTo>
                    <a:pt x="106" y="92"/>
                    <a:pt x="102" y="97"/>
                    <a:pt x="93" y="98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87" y="107"/>
                    <a:pt x="87" y="107"/>
                    <a:pt x="87" y="107"/>
                  </a:cubicBezTo>
                  <a:cubicBezTo>
                    <a:pt x="86" y="99"/>
                    <a:pt x="86" y="99"/>
                    <a:pt x="86" y="99"/>
                  </a:cubicBezTo>
                  <a:cubicBezTo>
                    <a:pt x="86" y="99"/>
                    <a:pt x="75" y="100"/>
                    <a:pt x="69" y="97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70" y="92"/>
                    <a:pt x="84" y="98"/>
                    <a:pt x="97" y="90"/>
                  </a:cubicBezTo>
                  <a:cubicBezTo>
                    <a:pt x="97" y="90"/>
                    <a:pt x="108" y="82"/>
                    <a:pt x="93" y="78"/>
                  </a:cubicBezTo>
                  <a:cubicBezTo>
                    <a:pt x="93" y="78"/>
                    <a:pt x="85" y="76"/>
                    <a:pt x="78" y="74"/>
                  </a:cubicBezTo>
                  <a:cubicBezTo>
                    <a:pt x="78" y="74"/>
                    <a:pt x="60" y="70"/>
                    <a:pt x="67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433" y="2606"/>
              <a:ext cx="176" cy="108"/>
            </a:xfrm>
            <a:custGeom>
              <a:avLst/>
              <a:gdLst>
                <a:gd name="T0" fmla="*/ 21 w 74"/>
                <a:gd name="T1" fmla="*/ 45 h 45"/>
                <a:gd name="T2" fmla="*/ 60 w 74"/>
                <a:gd name="T3" fmla="*/ 44 h 45"/>
                <a:gd name="T4" fmla="*/ 74 w 74"/>
                <a:gd name="T5" fmla="*/ 15 h 45"/>
                <a:gd name="T6" fmla="*/ 38 w 74"/>
                <a:gd name="T7" fmla="*/ 14 h 45"/>
                <a:gd name="T8" fmla="*/ 23 w 74"/>
                <a:gd name="T9" fmla="*/ 8 h 45"/>
                <a:gd name="T10" fmla="*/ 6 w 74"/>
                <a:gd name="T11" fmla="*/ 17 h 45"/>
                <a:gd name="T12" fmla="*/ 21 w 74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45">
                  <a:moveTo>
                    <a:pt x="21" y="45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2" y="37"/>
                    <a:pt x="66" y="27"/>
                    <a:pt x="74" y="15"/>
                  </a:cubicBezTo>
                  <a:cubicBezTo>
                    <a:pt x="74" y="15"/>
                    <a:pt x="69" y="2"/>
                    <a:pt x="38" y="14"/>
                  </a:cubicBezTo>
                  <a:cubicBezTo>
                    <a:pt x="38" y="14"/>
                    <a:pt x="31" y="13"/>
                    <a:pt x="23" y="8"/>
                  </a:cubicBezTo>
                  <a:cubicBezTo>
                    <a:pt x="23" y="8"/>
                    <a:pt x="0" y="0"/>
                    <a:pt x="6" y="17"/>
                  </a:cubicBezTo>
                  <a:lnTo>
                    <a:pt x="2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49" name="Freeform 33"/>
            <p:cNvSpPr>
              <a:spLocks noEditPoints="1"/>
            </p:cNvSpPr>
            <p:nvPr/>
          </p:nvSpPr>
          <p:spPr bwMode="auto">
            <a:xfrm>
              <a:off x="6442" y="2621"/>
              <a:ext cx="167" cy="95"/>
            </a:xfrm>
            <a:custGeom>
              <a:avLst/>
              <a:gdLst>
                <a:gd name="T0" fmla="*/ 17 w 70"/>
                <a:gd name="T1" fmla="*/ 40 h 40"/>
                <a:gd name="T2" fmla="*/ 2 w 70"/>
                <a:gd name="T3" fmla="*/ 11 h 40"/>
                <a:gd name="T4" fmla="*/ 2 w 70"/>
                <a:gd name="T5" fmla="*/ 2 h 40"/>
                <a:gd name="T6" fmla="*/ 9 w 70"/>
                <a:gd name="T7" fmla="*/ 0 h 40"/>
                <a:gd name="T8" fmla="*/ 19 w 70"/>
                <a:gd name="T9" fmla="*/ 1 h 40"/>
                <a:gd name="T10" fmla="*/ 19 w 70"/>
                <a:gd name="T11" fmla="*/ 1 h 40"/>
                <a:gd name="T12" fmla="*/ 34 w 70"/>
                <a:gd name="T13" fmla="*/ 8 h 40"/>
                <a:gd name="T14" fmla="*/ 56 w 70"/>
                <a:gd name="T15" fmla="*/ 2 h 40"/>
                <a:gd name="T16" fmla="*/ 70 w 70"/>
                <a:gd name="T17" fmla="*/ 9 h 40"/>
                <a:gd name="T18" fmla="*/ 70 w 70"/>
                <a:gd name="T19" fmla="*/ 9 h 40"/>
                <a:gd name="T20" fmla="*/ 70 w 70"/>
                <a:gd name="T21" fmla="*/ 10 h 40"/>
                <a:gd name="T22" fmla="*/ 56 w 70"/>
                <a:gd name="T23" fmla="*/ 39 h 40"/>
                <a:gd name="T24" fmla="*/ 56 w 70"/>
                <a:gd name="T25" fmla="*/ 39 h 40"/>
                <a:gd name="T26" fmla="*/ 17 w 70"/>
                <a:gd name="T27" fmla="*/ 40 h 40"/>
                <a:gd name="T28" fmla="*/ 9 w 70"/>
                <a:gd name="T29" fmla="*/ 1 h 40"/>
                <a:gd name="T30" fmla="*/ 3 w 70"/>
                <a:gd name="T31" fmla="*/ 3 h 40"/>
                <a:gd name="T32" fmla="*/ 3 w 70"/>
                <a:gd name="T33" fmla="*/ 11 h 40"/>
                <a:gd name="T34" fmla="*/ 17 w 70"/>
                <a:gd name="T35" fmla="*/ 39 h 40"/>
                <a:gd name="T36" fmla="*/ 55 w 70"/>
                <a:gd name="T37" fmla="*/ 38 h 40"/>
                <a:gd name="T38" fmla="*/ 69 w 70"/>
                <a:gd name="T39" fmla="*/ 9 h 40"/>
                <a:gd name="T40" fmla="*/ 56 w 70"/>
                <a:gd name="T41" fmla="*/ 4 h 40"/>
                <a:gd name="T42" fmla="*/ 34 w 70"/>
                <a:gd name="T43" fmla="*/ 9 h 40"/>
                <a:gd name="T44" fmla="*/ 34 w 70"/>
                <a:gd name="T45" fmla="*/ 9 h 40"/>
                <a:gd name="T46" fmla="*/ 34 w 70"/>
                <a:gd name="T47" fmla="*/ 9 h 40"/>
                <a:gd name="T48" fmla="*/ 18 w 70"/>
                <a:gd name="T49" fmla="*/ 2 h 40"/>
                <a:gd name="T50" fmla="*/ 9 w 70"/>
                <a:gd name="T51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0" h="40">
                  <a:moveTo>
                    <a:pt x="17" y="40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3" y="0"/>
                    <a:pt x="5" y="0"/>
                    <a:pt x="9" y="0"/>
                  </a:cubicBezTo>
                  <a:cubicBezTo>
                    <a:pt x="14" y="0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26" y="6"/>
                    <a:pt x="33" y="8"/>
                    <a:pt x="34" y="8"/>
                  </a:cubicBezTo>
                  <a:cubicBezTo>
                    <a:pt x="43" y="4"/>
                    <a:pt x="50" y="2"/>
                    <a:pt x="56" y="2"/>
                  </a:cubicBezTo>
                  <a:cubicBezTo>
                    <a:pt x="68" y="2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64" y="20"/>
                    <a:pt x="59" y="30"/>
                    <a:pt x="56" y="39"/>
                  </a:cubicBezTo>
                  <a:cubicBezTo>
                    <a:pt x="56" y="39"/>
                    <a:pt x="56" y="39"/>
                    <a:pt x="56" y="39"/>
                  </a:cubicBezTo>
                  <a:lnTo>
                    <a:pt x="17" y="40"/>
                  </a:lnTo>
                  <a:close/>
                  <a:moveTo>
                    <a:pt x="9" y="1"/>
                  </a:moveTo>
                  <a:cubicBezTo>
                    <a:pt x="6" y="1"/>
                    <a:pt x="4" y="1"/>
                    <a:pt x="3" y="3"/>
                  </a:cubicBezTo>
                  <a:cubicBezTo>
                    <a:pt x="1" y="4"/>
                    <a:pt x="1" y="7"/>
                    <a:pt x="3" y="11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8" y="29"/>
                    <a:pt x="63" y="19"/>
                    <a:pt x="69" y="9"/>
                  </a:cubicBezTo>
                  <a:cubicBezTo>
                    <a:pt x="69" y="8"/>
                    <a:pt x="66" y="4"/>
                    <a:pt x="56" y="4"/>
                  </a:cubicBezTo>
                  <a:cubicBezTo>
                    <a:pt x="50" y="4"/>
                    <a:pt x="43" y="5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3" y="9"/>
                    <a:pt x="27" y="8"/>
                    <a:pt x="18" y="2"/>
                  </a:cubicBezTo>
                  <a:cubicBezTo>
                    <a:pt x="18" y="2"/>
                    <a:pt x="13" y="1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6471" y="2721"/>
              <a:ext cx="114" cy="34"/>
            </a:xfrm>
            <a:custGeom>
              <a:avLst/>
              <a:gdLst>
                <a:gd name="T0" fmla="*/ 40 w 48"/>
                <a:gd name="T1" fmla="*/ 0 h 14"/>
                <a:gd name="T2" fmla="*/ 6 w 48"/>
                <a:gd name="T3" fmla="*/ 1 h 14"/>
                <a:gd name="T4" fmla="*/ 0 w 48"/>
                <a:gd name="T5" fmla="*/ 7 h 14"/>
                <a:gd name="T6" fmla="*/ 7 w 48"/>
                <a:gd name="T7" fmla="*/ 14 h 14"/>
                <a:gd name="T8" fmla="*/ 41 w 48"/>
                <a:gd name="T9" fmla="*/ 13 h 14"/>
                <a:gd name="T10" fmla="*/ 48 w 48"/>
                <a:gd name="T11" fmla="*/ 6 h 14"/>
                <a:gd name="T12" fmla="*/ 40 w 48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4">
                  <a:moveTo>
                    <a:pt x="40" y="0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3" y="1"/>
                    <a:pt x="0" y="4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5" y="12"/>
                    <a:pt x="48" y="10"/>
                    <a:pt x="48" y="6"/>
                  </a:cubicBezTo>
                  <a:cubicBezTo>
                    <a:pt x="47" y="2"/>
                    <a:pt x="44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1" name="Freeform 35"/>
            <p:cNvSpPr>
              <a:spLocks noEditPoints="1"/>
            </p:cNvSpPr>
            <p:nvPr/>
          </p:nvSpPr>
          <p:spPr bwMode="auto">
            <a:xfrm>
              <a:off x="6468" y="2719"/>
              <a:ext cx="117" cy="36"/>
            </a:xfrm>
            <a:custGeom>
              <a:avLst/>
              <a:gdLst>
                <a:gd name="T0" fmla="*/ 8 w 49"/>
                <a:gd name="T1" fmla="*/ 15 h 15"/>
                <a:gd name="T2" fmla="*/ 0 w 49"/>
                <a:gd name="T3" fmla="*/ 8 h 15"/>
                <a:gd name="T4" fmla="*/ 2 w 49"/>
                <a:gd name="T5" fmla="*/ 3 h 15"/>
                <a:gd name="T6" fmla="*/ 7 w 49"/>
                <a:gd name="T7" fmla="*/ 1 h 15"/>
                <a:gd name="T8" fmla="*/ 42 w 49"/>
                <a:gd name="T9" fmla="*/ 0 h 15"/>
                <a:gd name="T10" fmla="*/ 49 w 49"/>
                <a:gd name="T11" fmla="*/ 7 h 15"/>
                <a:gd name="T12" fmla="*/ 42 w 49"/>
                <a:gd name="T13" fmla="*/ 14 h 15"/>
                <a:gd name="T14" fmla="*/ 8 w 49"/>
                <a:gd name="T15" fmla="*/ 15 h 15"/>
                <a:gd name="T16" fmla="*/ 42 w 49"/>
                <a:gd name="T17" fmla="*/ 1 h 15"/>
                <a:gd name="T18" fmla="*/ 41 w 49"/>
                <a:gd name="T19" fmla="*/ 1 h 15"/>
                <a:gd name="T20" fmla="*/ 7 w 49"/>
                <a:gd name="T21" fmla="*/ 2 h 15"/>
                <a:gd name="T22" fmla="*/ 3 w 49"/>
                <a:gd name="T23" fmla="*/ 4 h 15"/>
                <a:gd name="T24" fmla="*/ 1 w 49"/>
                <a:gd name="T25" fmla="*/ 8 h 15"/>
                <a:gd name="T26" fmla="*/ 8 w 49"/>
                <a:gd name="T27" fmla="*/ 14 h 15"/>
                <a:gd name="T28" fmla="*/ 8 w 49"/>
                <a:gd name="T29" fmla="*/ 14 h 15"/>
                <a:gd name="T30" fmla="*/ 42 w 49"/>
                <a:gd name="T31" fmla="*/ 13 h 15"/>
                <a:gd name="T32" fmla="*/ 48 w 49"/>
                <a:gd name="T33" fmla="*/ 7 h 15"/>
                <a:gd name="T34" fmla="*/ 42 w 49"/>
                <a:gd name="T3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9" h="15">
                  <a:moveTo>
                    <a:pt x="8" y="15"/>
                  </a:moveTo>
                  <a:cubicBezTo>
                    <a:pt x="4" y="15"/>
                    <a:pt x="0" y="12"/>
                    <a:pt x="0" y="8"/>
                  </a:cubicBezTo>
                  <a:cubicBezTo>
                    <a:pt x="0" y="6"/>
                    <a:pt x="1" y="5"/>
                    <a:pt x="2" y="3"/>
                  </a:cubicBezTo>
                  <a:cubicBezTo>
                    <a:pt x="4" y="2"/>
                    <a:pt x="5" y="1"/>
                    <a:pt x="7" y="1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9" y="3"/>
                    <a:pt x="49" y="7"/>
                  </a:cubicBezTo>
                  <a:cubicBezTo>
                    <a:pt x="49" y="11"/>
                    <a:pt x="46" y="14"/>
                    <a:pt x="42" y="14"/>
                  </a:cubicBezTo>
                  <a:lnTo>
                    <a:pt x="8" y="15"/>
                  </a:lnTo>
                  <a:close/>
                  <a:moveTo>
                    <a:pt x="42" y="1"/>
                  </a:moveTo>
                  <a:cubicBezTo>
                    <a:pt x="41" y="1"/>
                    <a:pt x="41" y="1"/>
                    <a:pt x="41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4" y="3"/>
                    <a:pt x="3" y="4"/>
                  </a:cubicBezTo>
                  <a:cubicBezTo>
                    <a:pt x="2" y="5"/>
                    <a:pt x="1" y="7"/>
                    <a:pt x="1" y="8"/>
                  </a:cubicBezTo>
                  <a:cubicBezTo>
                    <a:pt x="1" y="12"/>
                    <a:pt x="4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5" y="13"/>
                    <a:pt x="48" y="10"/>
                    <a:pt x="48" y="7"/>
                  </a:cubicBezTo>
                  <a:cubicBezTo>
                    <a:pt x="48" y="4"/>
                    <a:pt x="45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2" name="Freeform 36"/>
            <p:cNvSpPr>
              <a:spLocks noEditPoints="1"/>
            </p:cNvSpPr>
            <p:nvPr/>
          </p:nvSpPr>
          <p:spPr bwMode="auto">
            <a:xfrm>
              <a:off x="6335" y="2762"/>
              <a:ext cx="402" cy="354"/>
            </a:xfrm>
            <a:custGeom>
              <a:avLst/>
              <a:gdLst>
                <a:gd name="T0" fmla="*/ 163 w 169"/>
                <a:gd name="T1" fmla="*/ 131 h 148"/>
                <a:gd name="T2" fmla="*/ 159 w 169"/>
                <a:gd name="T3" fmla="*/ 108 h 148"/>
                <a:gd name="T4" fmla="*/ 135 w 169"/>
                <a:gd name="T5" fmla="*/ 36 h 148"/>
                <a:gd name="T6" fmla="*/ 99 w 169"/>
                <a:gd name="T7" fmla="*/ 2 h 148"/>
                <a:gd name="T8" fmla="*/ 99 w 169"/>
                <a:gd name="T9" fmla="*/ 0 h 148"/>
                <a:gd name="T10" fmla="*/ 63 w 169"/>
                <a:gd name="T11" fmla="*/ 1 h 148"/>
                <a:gd name="T12" fmla="*/ 38 w 169"/>
                <a:gd name="T13" fmla="*/ 31 h 148"/>
                <a:gd name="T14" fmla="*/ 15 w 169"/>
                <a:gd name="T15" fmla="*/ 124 h 148"/>
                <a:gd name="T16" fmla="*/ 8 w 169"/>
                <a:gd name="T17" fmla="*/ 139 h 148"/>
                <a:gd name="T18" fmla="*/ 8 w 169"/>
                <a:gd name="T19" fmla="*/ 139 h 148"/>
                <a:gd name="T20" fmla="*/ 7 w 169"/>
                <a:gd name="T21" fmla="*/ 143 h 148"/>
                <a:gd name="T22" fmla="*/ 16 w 169"/>
                <a:gd name="T23" fmla="*/ 144 h 148"/>
                <a:gd name="T24" fmla="*/ 28 w 169"/>
                <a:gd name="T25" fmla="*/ 142 h 148"/>
                <a:gd name="T26" fmla="*/ 28 w 169"/>
                <a:gd name="T27" fmla="*/ 142 h 148"/>
                <a:gd name="T28" fmla="*/ 29 w 169"/>
                <a:gd name="T29" fmla="*/ 142 h 148"/>
                <a:gd name="T30" fmla="*/ 78 w 169"/>
                <a:gd name="T31" fmla="*/ 148 h 148"/>
                <a:gd name="T32" fmla="*/ 143 w 169"/>
                <a:gd name="T33" fmla="*/ 139 h 148"/>
                <a:gd name="T34" fmla="*/ 155 w 169"/>
                <a:gd name="T35" fmla="*/ 141 h 148"/>
                <a:gd name="T36" fmla="*/ 159 w 169"/>
                <a:gd name="T37" fmla="*/ 142 h 148"/>
                <a:gd name="T38" fmla="*/ 167 w 169"/>
                <a:gd name="T39" fmla="*/ 138 h 148"/>
                <a:gd name="T40" fmla="*/ 163 w 169"/>
                <a:gd name="T41" fmla="*/ 131 h 148"/>
                <a:gd name="T42" fmla="*/ 107 w 169"/>
                <a:gd name="T43" fmla="*/ 101 h 148"/>
                <a:gd name="T44" fmla="*/ 56 w 169"/>
                <a:gd name="T45" fmla="*/ 100 h 148"/>
                <a:gd name="T46" fmla="*/ 56 w 169"/>
                <a:gd name="T47" fmla="*/ 96 h 148"/>
                <a:gd name="T48" fmla="*/ 70 w 169"/>
                <a:gd name="T49" fmla="*/ 79 h 148"/>
                <a:gd name="T50" fmla="*/ 70 w 169"/>
                <a:gd name="T51" fmla="*/ 73 h 148"/>
                <a:gd name="T52" fmla="*/ 57 w 169"/>
                <a:gd name="T53" fmla="*/ 73 h 148"/>
                <a:gd name="T54" fmla="*/ 57 w 169"/>
                <a:gd name="T55" fmla="*/ 67 h 148"/>
                <a:gd name="T56" fmla="*/ 68 w 169"/>
                <a:gd name="T57" fmla="*/ 67 h 148"/>
                <a:gd name="T58" fmla="*/ 67 w 169"/>
                <a:gd name="T59" fmla="*/ 57 h 148"/>
                <a:gd name="T60" fmla="*/ 91 w 169"/>
                <a:gd name="T61" fmla="*/ 39 h 148"/>
                <a:gd name="T62" fmla="*/ 104 w 169"/>
                <a:gd name="T63" fmla="*/ 41 h 148"/>
                <a:gd name="T64" fmla="*/ 102 w 169"/>
                <a:gd name="T65" fmla="*/ 47 h 148"/>
                <a:gd name="T66" fmla="*/ 91 w 169"/>
                <a:gd name="T67" fmla="*/ 45 h 148"/>
                <a:gd name="T68" fmla="*/ 77 w 169"/>
                <a:gd name="T69" fmla="*/ 57 h 148"/>
                <a:gd name="T70" fmla="*/ 79 w 169"/>
                <a:gd name="T71" fmla="*/ 67 h 148"/>
                <a:gd name="T72" fmla="*/ 97 w 169"/>
                <a:gd name="T73" fmla="*/ 67 h 148"/>
                <a:gd name="T74" fmla="*/ 96 w 169"/>
                <a:gd name="T75" fmla="*/ 73 h 148"/>
                <a:gd name="T76" fmla="*/ 80 w 169"/>
                <a:gd name="T77" fmla="*/ 73 h 148"/>
                <a:gd name="T78" fmla="*/ 79 w 169"/>
                <a:gd name="T79" fmla="*/ 83 h 148"/>
                <a:gd name="T80" fmla="*/ 71 w 169"/>
                <a:gd name="T81" fmla="*/ 93 h 148"/>
                <a:gd name="T82" fmla="*/ 71 w 169"/>
                <a:gd name="T83" fmla="*/ 94 h 148"/>
                <a:gd name="T84" fmla="*/ 107 w 169"/>
                <a:gd name="T85" fmla="*/ 94 h 148"/>
                <a:gd name="T86" fmla="*/ 107 w 169"/>
                <a:gd name="T87" fmla="*/ 10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9" h="148">
                  <a:moveTo>
                    <a:pt x="163" y="131"/>
                  </a:moveTo>
                  <a:cubicBezTo>
                    <a:pt x="163" y="131"/>
                    <a:pt x="154" y="125"/>
                    <a:pt x="159" y="108"/>
                  </a:cubicBezTo>
                  <a:cubicBezTo>
                    <a:pt x="159" y="108"/>
                    <a:pt x="168" y="62"/>
                    <a:pt x="135" y="36"/>
                  </a:cubicBezTo>
                  <a:cubicBezTo>
                    <a:pt x="133" y="35"/>
                    <a:pt x="100" y="10"/>
                    <a:pt x="99" y="2"/>
                  </a:cubicBezTo>
                  <a:cubicBezTo>
                    <a:pt x="99" y="2"/>
                    <a:pt x="99" y="1"/>
                    <a:pt x="99" y="0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58" y="9"/>
                    <a:pt x="50" y="19"/>
                    <a:pt x="38" y="31"/>
                  </a:cubicBezTo>
                  <a:cubicBezTo>
                    <a:pt x="37" y="32"/>
                    <a:pt x="0" y="69"/>
                    <a:pt x="15" y="124"/>
                  </a:cubicBezTo>
                  <a:cubicBezTo>
                    <a:pt x="15" y="125"/>
                    <a:pt x="16" y="128"/>
                    <a:pt x="8" y="139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8" y="139"/>
                    <a:pt x="6" y="142"/>
                    <a:pt x="7" y="143"/>
                  </a:cubicBezTo>
                  <a:cubicBezTo>
                    <a:pt x="9" y="145"/>
                    <a:pt x="12" y="145"/>
                    <a:pt x="16" y="144"/>
                  </a:cubicBezTo>
                  <a:cubicBezTo>
                    <a:pt x="16" y="144"/>
                    <a:pt x="21" y="143"/>
                    <a:pt x="28" y="142"/>
                  </a:cubicBezTo>
                  <a:cubicBezTo>
                    <a:pt x="28" y="142"/>
                    <a:pt x="28" y="142"/>
                    <a:pt x="28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9" y="142"/>
                    <a:pt x="48" y="148"/>
                    <a:pt x="78" y="148"/>
                  </a:cubicBezTo>
                  <a:cubicBezTo>
                    <a:pt x="100" y="148"/>
                    <a:pt x="122" y="145"/>
                    <a:pt x="143" y="139"/>
                  </a:cubicBezTo>
                  <a:cubicBezTo>
                    <a:pt x="143" y="139"/>
                    <a:pt x="149" y="138"/>
                    <a:pt x="155" y="141"/>
                  </a:cubicBezTo>
                  <a:cubicBezTo>
                    <a:pt x="155" y="141"/>
                    <a:pt x="157" y="142"/>
                    <a:pt x="159" y="142"/>
                  </a:cubicBezTo>
                  <a:cubicBezTo>
                    <a:pt x="162" y="142"/>
                    <a:pt x="165" y="140"/>
                    <a:pt x="167" y="138"/>
                  </a:cubicBezTo>
                  <a:cubicBezTo>
                    <a:pt x="167" y="138"/>
                    <a:pt x="169" y="135"/>
                    <a:pt x="163" y="131"/>
                  </a:cubicBezTo>
                  <a:close/>
                  <a:moveTo>
                    <a:pt x="107" y="101"/>
                  </a:moveTo>
                  <a:cubicBezTo>
                    <a:pt x="56" y="100"/>
                    <a:pt x="56" y="100"/>
                    <a:pt x="56" y="100"/>
                  </a:cubicBezTo>
                  <a:cubicBezTo>
                    <a:pt x="56" y="96"/>
                    <a:pt x="56" y="96"/>
                    <a:pt x="56" y="96"/>
                  </a:cubicBezTo>
                  <a:cubicBezTo>
                    <a:pt x="64" y="93"/>
                    <a:pt x="70" y="86"/>
                    <a:pt x="70" y="79"/>
                  </a:cubicBezTo>
                  <a:cubicBezTo>
                    <a:pt x="70" y="77"/>
                    <a:pt x="70" y="75"/>
                    <a:pt x="70" y="73"/>
                  </a:cubicBezTo>
                  <a:cubicBezTo>
                    <a:pt x="57" y="73"/>
                    <a:pt x="57" y="73"/>
                    <a:pt x="57" y="73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68" y="64"/>
                    <a:pt x="67" y="61"/>
                    <a:pt x="67" y="57"/>
                  </a:cubicBezTo>
                  <a:cubicBezTo>
                    <a:pt x="67" y="46"/>
                    <a:pt x="77" y="39"/>
                    <a:pt x="91" y="39"/>
                  </a:cubicBezTo>
                  <a:cubicBezTo>
                    <a:pt x="97" y="39"/>
                    <a:pt x="102" y="40"/>
                    <a:pt x="104" y="41"/>
                  </a:cubicBezTo>
                  <a:cubicBezTo>
                    <a:pt x="102" y="47"/>
                    <a:pt x="102" y="47"/>
                    <a:pt x="102" y="47"/>
                  </a:cubicBezTo>
                  <a:cubicBezTo>
                    <a:pt x="100" y="46"/>
                    <a:pt x="96" y="45"/>
                    <a:pt x="91" y="45"/>
                  </a:cubicBezTo>
                  <a:cubicBezTo>
                    <a:pt x="81" y="45"/>
                    <a:pt x="77" y="50"/>
                    <a:pt x="77" y="57"/>
                  </a:cubicBezTo>
                  <a:cubicBezTo>
                    <a:pt x="77" y="61"/>
                    <a:pt x="78" y="64"/>
                    <a:pt x="79" y="67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80" y="73"/>
                    <a:pt x="80" y="73"/>
                    <a:pt x="80" y="73"/>
                  </a:cubicBezTo>
                  <a:cubicBezTo>
                    <a:pt x="80" y="76"/>
                    <a:pt x="80" y="80"/>
                    <a:pt x="79" y="83"/>
                  </a:cubicBezTo>
                  <a:cubicBezTo>
                    <a:pt x="78" y="87"/>
                    <a:pt x="75" y="91"/>
                    <a:pt x="71" y="93"/>
                  </a:cubicBezTo>
                  <a:cubicBezTo>
                    <a:pt x="71" y="94"/>
                    <a:pt x="71" y="94"/>
                    <a:pt x="71" y="94"/>
                  </a:cubicBezTo>
                  <a:cubicBezTo>
                    <a:pt x="107" y="94"/>
                    <a:pt x="107" y="94"/>
                    <a:pt x="107" y="94"/>
                  </a:cubicBezTo>
                  <a:lnTo>
                    <a:pt x="107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3" name="Freeform 37"/>
            <p:cNvSpPr/>
            <p:nvPr/>
          </p:nvSpPr>
          <p:spPr bwMode="auto">
            <a:xfrm>
              <a:off x="6147" y="2633"/>
              <a:ext cx="129" cy="81"/>
            </a:xfrm>
            <a:custGeom>
              <a:avLst/>
              <a:gdLst>
                <a:gd name="T0" fmla="*/ 14 w 54"/>
                <a:gd name="T1" fmla="*/ 34 h 34"/>
                <a:gd name="T2" fmla="*/ 43 w 54"/>
                <a:gd name="T3" fmla="*/ 34 h 34"/>
                <a:gd name="T4" fmla="*/ 54 w 54"/>
                <a:gd name="T5" fmla="*/ 13 h 34"/>
                <a:gd name="T6" fmla="*/ 28 w 54"/>
                <a:gd name="T7" fmla="*/ 12 h 34"/>
                <a:gd name="T8" fmla="*/ 16 w 54"/>
                <a:gd name="T9" fmla="*/ 6 h 34"/>
                <a:gd name="T10" fmla="*/ 4 w 54"/>
                <a:gd name="T11" fmla="*/ 13 h 34"/>
                <a:gd name="T12" fmla="*/ 14 w 54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34">
                  <a:moveTo>
                    <a:pt x="14" y="34"/>
                  </a:moveTo>
                  <a:cubicBezTo>
                    <a:pt x="43" y="34"/>
                    <a:pt x="43" y="34"/>
                    <a:pt x="43" y="34"/>
                  </a:cubicBezTo>
                  <a:cubicBezTo>
                    <a:pt x="45" y="29"/>
                    <a:pt x="48" y="22"/>
                    <a:pt x="54" y="13"/>
                  </a:cubicBezTo>
                  <a:cubicBezTo>
                    <a:pt x="54" y="13"/>
                    <a:pt x="51" y="3"/>
                    <a:pt x="28" y="12"/>
                  </a:cubicBezTo>
                  <a:cubicBezTo>
                    <a:pt x="28" y="12"/>
                    <a:pt x="22" y="11"/>
                    <a:pt x="16" y="6"/>
                  </a:cubicBezTo>
                  <a:cubicBezTo>
                    <a:pt x="16" y="6"/>
                    <a:pt x="0" y="0"/>
                    <a:pt x="4" y="13"/>
                  </a:cubicBezTo>
                  <a:lnTo>
                    <a:pt x="1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4" name="Freeform 38"/>
            <p:cNvSpPr>
              <a:spLocks noEditPoints="1"/>
            </p:cNvSpPr>
            <p:nvPr/>
          </p:nvSpPr>
          <p:spPr bwMode="auto">
            <a:xfrm>
              <a:off x="6152" y="2642"/>
              <a:ext cx="126" cy="74"/>
            </a:xfrm>
            <a:custGeom>
              <a:avLst/>
              <a:gdLst>
                <a:gd name="T0" fmla="*/ 12 w 53"/>
                <a:gd name="T1" fmla="*/ 31 h 31"/>
                <a:gd name="T2" fmla="*/ 1 w 53"/>
                <a:gd name="T3" fmla="*/ 9 h 31"/>
                <a:gd name="T4" fmla="*/ 2 w 53"/>
                <a:gd name="T5" fmla="*/ 2 h 31"/>
                <a:gd name="T6" fmla="*/ 7 w 53"/>
                <a:gd name="T7" fmla="*/ 0 h 31"/>
                <a:gd name="T8" fmla="*/ 15 w 53"/>
                <a:gd name="T9" fmla="*/ 2 h 31"/>
                <a:gd name="T10" fmla="*/ 15 w 53"/>
                <a:gd name="T11" fmla="*/ 2 h 31"/>
                <a:gd name="T12" fmla="*/ 25 w 53"/>
                <a:gd name="T13" fmla="*/ 7 h 31"/>
                <a:gd name="T14" fmla="*/ 42 w 53"/>
                <a:gd name="T15" fmla="*/ 3 h 31"/>
                <a:gd name="T16" fmla="*/ 53 w 53"/>
                <a:gd name="T17" fmla="*/ 9 h 31"/>
                <a:gd name="T18" fmla="*/ 53 w 53"/>
                <a:gd name="T19" fmla="*/ 9 h 31"/>
                <a:gd name="T20" fmla="*/ 53 w 53"/>
                <a:gd name="T21" fmla="*/ 9 h 31"/>
                <a:gd name="T22" fmla="*/ 42 w 53"/>
                <a:gd name="T23" fmla="*/ 31 h 31"/>
                <a:gd name="T24" fmla="*/ 42 w 53"/>
                <a:gd name="T25" fmla="*/ 31 h 31"/>
                <a:gd name="T26" fmla="*/ 12 w 53"/>
                <a:gd name="T27" fmla="*/ 31 h 31"/>
                <a:gd name="T28" fmla="*/ 7 w 53"/>
                <a:gd name="T29" fmla="*/ 1 h 31"/>
                <a:gd name="T30" fmla="*/ 2 w 53"/>
                <a:gd name="T31" fmla="*/ 3 h 31"/>
                <a:gd name="T32" fmla="*/ 2 w 53"/>
                <a:gd name="T33" fmla="*/ 9 h 31"/>
                <a:gd name="T34" fmla="*/ 13 w 53"/>
                <a:gd name="T35" fmla="*/ 30 h 31"/>
                <a:gd name="T36" fmla="*/ 41 w 53"/>
                <a:gd name="T37" fmla="*/ 30 h 31"/>
                <a:gd name="T38" fmla="*/ 52 w 53"/>
                <a:gd name="T39" fmla="*/ 9 h 31"/>
                <a:gd name="T40" fmla="*/ 42 w 53"/>
                <a:gd name="T41" fmla="*/ 4 h 31"/>
                <a:gd name="T42" fmla="*/ 26 w 53"/>
                <a:gd name="T43" fmla="*/ 8 h 31"/>
                <a:gd name="T44" fmla="*/ 26 w 53"/>
                <a:gd name="T45" fmla="*/ 8 h 31"/>
                <a:gd name="T46" fmla="*/ 25 w 53"/>
                <a:gd name="T47" fmla="*/ 8 h 31"/>
                <a:gd name="T48" fmla="*/ 14 w 53"/>
                <a:gd name="T49" fmla="*/ 3 h 31"/>
                <a:gd name="T50" fmla="*/ 7 w 53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3" h="31">
                  <a:moveTo>
                    <a:pt x="12" y="31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1"/>
                    <a:pt x="4" y="0"/>
                    <a:pt x="7" y="0"/>
                  </a:cubicBezTo>
                  <a:cubicBezTo>
                    <a:pt x="10" y="0"/>
                    <a:pt x="14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20" y="6"/>
                    <a:pt x="25" y="7"/>
                    <a:pt x="25" y="7"/>
                  </a:cubicBezTo>
                  <a:cubicBezTo>
                    <a:pt x="32" y="5"/>
                    <a:pt x="37" y="3"/>
                    <a:pt x="42" y="3"/>
                  </a:cubicBezTo>
                  <a:cubicBezTo>
                    <a:pt x="51" y="3"/>
                    <a:pt x="53" y="9"/>
                    <a:pt x="53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48" y="17"/>
                    <a:pt x="44" y="24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lnTo>
                    <a:pt x="12" y="31"/>
                  </a:lnTo>
                  <a:close/>
                  <a:moveTo>
                    <a:pt x="7" y="1"/>
                  </a:moveTo>
                  <a:cubicBezTo>
                    <a:pt x="5" y="1"/>
                    <a:pt x="3" y="2"/>
                    <a:pt x="2" y="3"/>
                  </a:cubicBezTo>
                  <a:cubicBezTo>
                    <a:pt x="1" y="4"/>
                    <a:pt x="1" y="6"/>
                    <a:pt x="2" y="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3" y="23"/>
                    <a:pt x="47" y="16"/>
                    <a:pt x="52" y="9"/>
                  </a:cubicBezTo>
                  <a:cubicBezTo>
                    <a:pt x="51" y="8"/>
                    <a:pt x="49" y="4"/>
                    <a:pt x="42" y="4"/>
                  </a:cubicBezTo>
                  <a:cubicBezTo>
                    <a:pt x="37" y="4"/>
                    <a:pt x="32" y="6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0" y="7"/>
                    <a:pt x="14" y="3"/>
                  </a:cubicBezTo>
                  <a:cubicBezTo>
                    <a:pt x="14" y="3"/>
                    <a:pt x="10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5" name="Freeform 39"/>
            <p:cNvSpPr/>
            <p:nvPr/>
          </p:nvSpPr>
          <p:spPr bwMode="auto">
            <a:xfrm>
              <a:off x="6171" y="2721"/>
              <a:ext cx="86" cy="24"/>
            </a:xfrm>
            <a:custGeom>
              <a:avLst/>
              <a:gdLst>
                <a:gd name="T0" fmla="*/ 31 w 36"/>
                <a:gd name="T1" fmla="*/ 0 h 10"/>
                <a:gd name="T2" fmla="*/ 5 w 36"/>
                <a:gd name="T3" fmla="*/ 0 h 10"/>
                <a:gd name="T4" fmla="*/ 0 w 36"/>
                <a:gd name="T5" fmla="*/ 5 h 10"/>
                <a:gd name="T6" fmla="*/ 5 w 36"/>
                <a:gd name="T7" fmla="*/ 10 h 10"/>
                <a:gd name="T8" fmla="*/ 31 w 36"/>
                <a:gd name="T9" fmla="*/ 10 h 10"/>
                <a:gd name="T10" fmla="*/ 36 w 36"/>
                <a:gd name="T11" fmla="*/ 5 h 10"/>
                <a:gd name="T12" fmla="*/ 31 w 36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0">
                  <a:moveTo>
                    <a:pt x="3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10"/>
                    <a:pt x="5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4" y="10"/>
                    <a:pt x="36" y="7"/>
                    <a:pt x="36" y="5"/>
                  </a:cubicBezTo>
                  <a:cubicBezTo>
                    <a:pt x="36" y="2"/>
                    <a:pt x="34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6" name="Freeform 40"/>
            <p:cNvSpPr>
              <a:spLocks noEditPoints="1"/>
            </p:cNvSpPr>
            <p:nvPr/>
          </p:nvSpPr>
          <p:spPr bwMode="auto">
            <a:xfrm>
              <a:off x="6171" y="2719"/>
              <a:ext cx="86" cy="26"/>
            </a:xfrm>
            <a:custGeom>
              <a:avLst/>
              <a:gdLst>
                <a:gd name="T0" fmla="*/ 5 w 36"/>
                <a:gd name="T1" fmla="*/ 11 h 11"/>
                <a:gd name="T2" fmla="*/ 0 w 36"/>
                <a:gd name="T3" fmla="*/ 6 h 11"/>
                <a:gd name="T4" fmla="*/ 1 w 36"/>
                <a:gd name="T5" fmla="*/ 2 h 11"/>
                <a:gd name="T6" fmla="*/ 5 w 36"/>
                <a:gd name="T7" fmla="*/ 0 h 11"/>
                <a:gd name="T8" fmla="*/ 31 w 36"/>
                <a:gd name="T9" fmla="*/ 0 h 11"/>
                <a:gd name="T10" fmla="*/ 36 w 36"/>
                <a:gd name="T11" fmla="*/ 6 h 11"/>
                <a:gd name="T12" fmla="*/ 31 w 36"/>
                <a:gd name="T13" fmla="*/ 11 h 11"/>
                <a:gd name="T14" fmla="*/ 5 w 36"/>
                <a:gd name="T15" fmla="*/ 11 h 11"/>
                <a:gd name="T16" fmla="*/ 31 w 36"/>
                <a:gd name="T17" fmla="*/ 1 h 11"/>
                <a:gd name="T18" fmla="*/ 5 w 36"/>
                <a:gd name="T19" fmla="*/ 1 h 11"/>
                <a:gd name="T20" fmla="*/ 2 w 36"/>
                <a:gd name="T21" fmla="*/ 3 h 11"/>
                <a:gd name="T22" fmla="*/ 1 w 36"/>
                <a:gd name="T23" fmla="*/ 6 h 11"/>
                <a:gd name="T24" fmla="*/ 5 w 36"/>
                <a:gd name="T25" fmla="*/ 10 h 11"/>
                <a:gd name="T26" fmla="*/ 5 w 36"/>
                <a:gd name="T27" fmla="*/ 11 h 11"/>
                <a:gd name="T28" fmla="*/ 5 w 36"/>
                <a:gd name="T29" fmla="*/ 10 h 11"/>
                <a:gd name="T30" fmla="*/ 31 w 36"/>
                <a:gd name="T31" fmla="*/ 10 h 11"/>
                <a:gd name="T32" fmla="*/ 35 w 36"/>
                <a:gd name="T33" fmla="*/ 6 h 11"/>
                <a:gd name="T34" fmla="*/ 31 w 36"/>
                <a:gd name="T3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11">
                  <a:moveTo>
                    <a:pt x="5" y="11"/>
                  </a:moveTo>
                  <a:cubicBezTo>
                    <a:pt x="2" y="11"/>
                    <a:pt x="0" y="9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1"/>
                    <a:pt x="31" y="11"/>
                  </a:cubicBezTo>
                  <a:lnTo>
                    <a:pt x="5" y="11"/>
                  </a:lnTo>
                  <a:close/>
                  <a:moveTo>
                    <a:pt x="31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3" y="2"/>
                    <a:pt x="2" y="3"/>
                  </a:cubicBezTo>
                  <a:cubicBezTo>
                    <a:pt x="1" y="3"/>
                    <a:pt x="1" y="5"/>
                    <a:pt x="1" y="6"/>
                  </a:cubicBezTo>
                  <a:cubicBezTo>
                    <a:pt x="1" y="8"/>
                    <a:pt x="3" y="10"/>
                    <a:pt x="5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3" y="10"/>
                    <a:pt x="35" y="8"/>
                    <a:pt x="35" y="6"/>
                  </a:cubicBezTo>
                  <a:cubicBezTo>
                    <a:pt x="35" y="3"/>
                    <a:pt x="33" y="1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57" name="Freeform 41"/>
            <p:cNvSpPr>
              <a:spLocks noEditPoints="1"/>
            </p:cNvSpPr>
            <p:nvPr/>
          </p:nvSpPr>
          <p:spPr bwMode="auto">
            <a:xfrm>
              <a:off x="6066" y="2752"/>
              <a:ext cx="300" cy="264"/>
            </a:xfrm>
            <a:custGeom>
              <a:avLst/>
              <a:gdLst>
                <a:gd name="T0" fmla="*/ 120 w 126"/>
                <a:gd name="T1" fmla="*/ 99 h 110"/>
                <a:gd name="T2" fmla="*/ 118 w 126"/>
                <a:gd name="T3" fmla="*/ 82 h 110"/>
                <a:gd name="T4" fmla="*/ 101 w 126"/>
                <a:gd name="T5" fmla="*/ 28 h 110"/>
                <a:gd name="T6" fmla="*/ 76 w 126"/>
                <a:gd name="T7" fmla="*/ 2 h 110"/>
                <a:gd name="T8" fmla="*/ 75 w 126"/>
                <a:gd name="T9" fmla="*/ 0 h 110"/>
                <a:gd name="T10" fmla="*/ 48 w 126"/>
                <a:gd name="T11" fmla="*/ 0 h 110"/>
                <a:gd name="T12" fmla="*/ 29 w 126"/>
                <a:gd name="T13" fmla="*/ 22 h 110"/>
                <a:gd name="T14" fmla="*/ 10 w 126"/>
                <a:gd name="T15" fmla="*/ 91 h 110"/>
                <a:gd name="T16" fmla="*/ 4 w 126"/>
                <a:gd name="T17" fmla="*/ 102 h 110"/>
                <a:gd name="T18" fmla="*/ 4 w 126"/>
                <a:gd name="T19" fmla="*/ 105 h 110"/>
                <a:gd name="T20" fmla="*/ 10 w 126"/>
                <a:gd name="T21" fmla="*/ 106 h 110"/>
                <a:gd name="T22" fmla="*/ 19 w 126"/>
                <a:gd name="T23" fmla="*/ 105 h 110"/>
                <a:gd name="T24" fmla="*/ 19 w 126"/>
                <a:gd name="T25" fmla="*/ 105 h 110"/>
                <a:gd name="T26" fmla="*/ 20 w 126"/>
                <a:gd name="T27" fmla="*/ 105 h 110"/>
                <a:gd name="T28" fmla="*/ 61 w 126"/>
                <a:gd name="T29" fmla="*/ 110 h 110"/>
                <a:gd name="T30" fmla="*/ 105 w 126"/>
                <a:gd name="T31" fmla="*/ 104 h 110"/>
                <a:gd name="T32" fmla="*/ 107 w 126"/>
                <a:gd name="T33" fmla="*/ 104 h 110"/>
                <a:gd name="T34" fmla="*/ 114 w 126"/>
                <a:gd name="T35" fmla="*/ 106 h 110"/>
                <a:gd name="T36" fmla="*/ 118 w 126"/>
                <a:gd name="T37" fmla="*/ 107 h 110"/>
                <a:gd name="T38" fmla="*/ 123 w 126"/>
                <a:gd name="T39" fmla="*/ 104 h 110"/>
                <a:gd name="T40" fmla="*/ 120 w 126"/>
                <a:gd name="T41" fmla="*/ 99 h 110"/>
                <a:gd name="T42" fmla="*/ 81 w 126"/>
                <a:gd name="T43" fmla="*/ 55 h 110"/>
                <a:gd name="T44" fmla="*/ 81 w 126"/>
                <a:gd name="T45" fmla="*/ 58 h 110"/>
                <a:gd name="T46" fmla="*/ 53 w 126"/>
                <a:gd name="T47" fmla="*/ 57 h 110"/>
                <a:gd name="T48" fmla="*/ 53 w 126"/>
                <a:gd name="T49" fmla="*/ 62 h 110"/>
                <a:gd name="T50" fmla="*/ 81 w 126"/>
                <a:gd name="T51" fmla="*/ 62 h 110"/>
                <a:gd name="T52" fmla="*/ 81 w 126"/>
                <a:gd name="T53" fmla="*/ 66 h 110"/>
                <a:gd name="T54" fmla="*/ 53 w 126"/>
                <a:gd name="T55" fmla="*/ 65 h 110"/>
                <a:gd name="T56" fmla="*/ 67 w 126"/>
                <a:gd name="T57" fmla="*/ 80 h 110"/>
                <a:gd name="T58" fmla="*/ 83 w 126"/>
                <a:gd name="T59" fmla="*/ 78 h 110"/>
                <a:gd name="T60" fmla="*/ 85 w 126"/>
                <a:gd name="T61" fmla="*/ 83 h 110"/>
                <a:gd name="T62" fmla="*/ 54 w 126"/>
                <a:gd name="T63" fmla="*/ 81 h 110"/>
                <a:gd name="T64" fmla="*/ 45 w 126"/>
                <a:gd name="T65" fmla="*/ 65 h 110"/>
                <a:gd name="T66" fmla="*/ 38 w 126"/>
                <a:gd name="T67" fmla="*/ 65 h 110"/>
                <a:gd name="T68" fmla="*/ 39 w 126"/>
                <a:gd name="T69" fmla="*/ 61 h 110"/>
                <a:gd name="T70" fmla="*/ 44 w 126"/>
                <a:gd name="T71" fmla="*/ 61 h 110"/>
                <a:gd name="T72" fmla="*/ 45 w 126"/>
                <a:gd name="T73" fmla="*/ 58 h 110"/>
                <a:gd name="T74" fmla="*/ 39 w 126"/>
                <a:gd name="T75" fmla="*/ 57 h 110"/>
                <a:gd name="T76" fmla="*/ 39 w 126"/>
                <a:gd name="T77" fmla="*/ 53 h 110"/>
                <a:gd name="T78" fmla="*/ 45 w 126"/>
                <a:gd name="T79" fmla="*/ 53 h 110"/>
                <a:gd name="T80" fmla="*/ 67 w 126"/>
                <a:gd name="T81" fmla="*/ 35 h 110"/>
                <a:gd name="T82" fmla="*/ 86 w 126"/>
                <a:gd name="T83" fmla="*/ 38 h 110"/>
                <a:gd name="T84" fmla="*/ 83 w 126"/>
                <a:gd name="T85" fmla="*/ 43 h 110"/>
                <a:gd name="T86" fmla="*/ 54 w 126"/>
                <a:gd name="T87" fmla="*/ 54 h 110"/>
                <a:gd name="T88" fmla="*/ 81 w 126"/>
                <a:gd name="T89" fmla="*/ 5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6" h="110">
                  <a:moveTo>
                    <a:pt x="120" y="99"/>
                  </a:moveTo>
                  <a:cubicBezTo>
                    <a:pt x="120" y="99"/>
                    <a:pt x="114" y="94"/>
                    <a:pt x="118" y="82"/>
                  </a:cubicBezTo>
                  <a:cubicBezTo>
                    <a:pt x="118" y="82"/>
                    <a:pt x="126" y="48"/>
                    <a:pt x="101" y="28"/>
                  </a:cubicBezTo>
                  <a:cubicBezTo>
                    <a:pt x="99" y="26"/>
                    <a:pt x="76" y="7"/>
                    <a:pt x="76" y="2"/>
                  </a:cubicBezTo>
                  <a:cubicBezTo>
                    <a:pt x="76" y="1"/>
                    <a:pt x="75" y="1"/>
                    <a:pt x="75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5" y="6"/>
                    <a:pt x="38" y="13"/>
                    <a:pt x="29" y="22"/>
                  </a:cubicBezTo>
                  <a:cubicBezTo>
                    <a:pt x="29" y="22"/>
                    <a:pt x="0" y="49"/>
                    <a:pt x="10" y="91"/>
                  </a:cubicBezTo>
                  <a:cubicBezTo>
                    <a:pt x="10" y="92"/>
                    <a:pt x="10" y="94"/>
                    <a:pt x="4" y="102"/>
                  </a:cubicBezTo>
                  <a:cubicBezTo>
                    <a:pt x="4" y="102"/>
                    <a:pt x="3" y="104"/>
                    <a:pt x="4" y="105"/>
                  </a:cubicBezTo>
                  <a:cubicBezTo>
                    <a:pt x="5" y="106"/>
                    <a:pt x="7" y="107"/>
                    <a:pt x="10" y="106"/>
                  </a:cubicBezTo>
                  <a:cubicBezTo>
                    <a:pt x="10" y="106"/>
                    <a:pt x="14" y="105"/>
                    <a:pt x="19" y="105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105"/>
                    <a:pt x="36" y="110"/>
                    <a:pt x="61" y="110"/>
                  </a:cubicBezTo>
                  <a:cubicBezTo>
                    <a:pt x="76" y="110"/>
                    <a:pt x="91" y="108"/>
                    <a:pt x="105" y="104"/>
                  </a:cubicBezTo>
                  <a:cubicBezTo>
                    <a:pt x="105" y="104"/>
                    <a:pt x="106" y="104"/>
                    <a:pt x="107" y="104"/>
                  </a:cubicBezTo>
                  <a:cubicBezTo>
                    <a:pt x="109" y="104"/>
                    <a:pt x="112" y="105"/>
                    <a:pt x="114" y="106"/>
                  </a:cubicBezTo>
                  <a:cubicBezTo>
                    <a:pt x="114" y="106"/>
                    <a:pt x="116" y="107"/>
                    <a:pt x="118" y="107"/>
                  </a:cubicBezTo>
                  <a:cubicBezTo>
                    <a:pt x="119" y="107"/>
                    <a:pt x="121" y="106"/>
                    <a:pt x="123" y="104"/>
                  </a:cubicBezTo>
                  <a:cubicBezTo>
                    <a:pt x="123" y="104"/>
                    <a:pt x="125" y="102"/>
                    <a:pt x="120" y="99"/>
                  </a:cubicBezTo>
                  <a:close/>
                  <a:moveTo>
                    <a:pt x="81" y="55"/>
                  </a:moveTo>
                  <a:cubicBezTo>
                    <a:pt x="81" y="58"/>
                    <a:pt x="81" y="58"/>
                    <a:pt x="81" y="58"/>
                  </a:cubicBezTo>
                  <a:cubicBezTo>
                    <a:pt x="53" y="57"/>
                    <a:pt x="53" y="57"/>
                    <a:pt x="53" y="57"/>
                  </a:cubicBezTo>
                  <a:cubicBezTo>
                    <a:pt x="53" y="57"/>
                    <a:pt x="52" y="61"/>
                    <a:pt x="53" y="62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81" y="66"/>
                    <a:pt x="81" y="66"/>
                    <a:pt x="81" y="66"/>
                  </a:cubicBezTo>
                  <a:cubicBezTo>
                    <a:pt x="53" y="65"/>
                    <a:pt x="53" y="65"/>
                    <a:pt x="53" y="65"/>
                  </a:cubicBezTo>
                  <a:cubicBezTo>
                    <a:pt x="53" y="65"/>
                    <a:pt x="54" y="78"/>
                    <a:pt x="67" y="80"/>
                  </a:cubicBezTo>
                  <a:cubicBezTo>
                    <a:pt x="67" y="80"/>
                    <a:pt x="76" y="82"/>
                    <a:pt x="83" y="78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3"/>
                    <a:pt x="71" y="91"/>
                    <a:pt x="54" y="81"/>
                  </a:cubicBezTo>
                  <a:cubicBezTo>
                    <a:pt x="54" y="81"/>
                    <a:pt x="46" y="76"/>
                    <a:pt x="45" y="6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0"/>
                    <a:pt x="45" y="58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8" y="37"/>
                    <a:pt x="67" y="35"/>
                  </a:cubicBezTo>
                  <a:cubicBezTo>
                    <a:pt x="67" y="35"/>
                    <a:pt x="81" y="33"/>
                    <a:pt x="86" y="38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3"/>
                    <a:pt x="61" y="33"/>
                    <a:pt x="54" y="54"/>
                  </a:cubicBezTo>
                  <a:lnTo>
                    <a:pt x="81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34835" name="组合 57"/>
          <p:cNvGrpSpPr/>
          <p:nvPr/>
        </p:nvGrpSpPr>
        <p:grpSpPr>
          <a:xfrm>
            <a:off x="1895475" y="2468563"/>
            <a:ext cx="282575" cy="46037"/>
            <a:chOff x="2490242" y="3398543"/>
            <a:chExt cx="375275" cy="60914"/>
          </a:xfrm>
        </p:grpSpPr>
        <p:sp>
          <p:nvSpPr>
            <p:cNvPr id="59" name="椭圆 58"/>
            <p:cNvSpPr/>
            <p:nvPr/>
          </p:nvSpPr>
          <p:spPr>
            <a:xfrm>
              <a:off x="2490242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2804603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cxnSp>
          <p:nvCxnSpPr>
            <p:cNvPr id="61" name="直接连接符 60"/>
            <p:cNvCxnSpPr>
              <a:stCxn id="59" idx="6"/>
              <a:endCxn id="60" idx="2"/>
            </p:cNvCxnSpPr>
            <p:nvPr/>
          </p:nvCxnSpPr>
          <p:spPr>
            <a:xfrm>
              <a:off x="2551156" y="3429000"/>
              <a:ext cx="253447" cy="0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39" name="组合 61"/>
          <p:cNvGrpSpPr/>
          <p:nvPr/>
        </p:nvGrpSpPr>
        <p:grpSpPr>
          <a:xfrm>
            <a:off x="3406775" y="2468563"/>
            <a:ext cx="282575" cy="46037"/>
            <a:chOff x="2490242" y="3398543"/>
            <a:chExt cx="375275" cy="60914"/>
          </a:xfrm>
        </p:grpSpPr>
        <p:sp>
          <p:nvSpPr>
            <p:cNvPr id="63" name="椭圆 62"/>
            <p:cNvSpPr/>
            <p:nvPr/>
          </p:nvSpPr>
          <p:spPr>
            <a:xfrm>
              <a:off x="2490242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2804603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cxnSp>
          <p:nvCxnSpPr>
            <p:cNvPr id="65" name="直接连接符 64"/>
            <p:cNvCxnSpPr>
              <a:stCxn id="63" idx="6"/>
              <a:endCxn id="64" idx="2"/>
            </p:cNvCxnSpPr>
            <p:nvPr/>
          </p:nvCxnSpPr>
          <p:spPr>
            <a:xfrm>
              <a:off x="2551156" y="3429000"/>
              <a:ext cx="253447" cy="0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43" name="组合 65"/>
          <p:cNvGrpSpPr/>
          <p:nvPr/>
        </p:nvGrpSpPr>
        <p:grpSpPr>
          <a:xfrm>
            <a:off x="5454650" y="2468563"/>
            <a:ext cx="280988" cy="46037"/>
            <a:chOff x="2490242" y="3398543"/>
            <a:chExt cx="375275" cy="60914"/>
          </a:xfrm>
        </p:grpSpPr>
        <p:sp>
          <p:nvSpPr>
            <p:cNvPr id="67" name="椭圆 66"/>
            <p:cNvSpPr/>
            <p:nvPr/>
          </p:nvSpPr>
          <p:spPr>
            <a:xfrm>
              <a:off x="2490242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>
              <a:off x="2804603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cxnSp>
          <p:nvCxnSpPr>
            <p:cNvPr id="69" name="直接连接符 68"/>
            <p:cNvCxnSpPr>
              <a:stCxn id="67" idx="6"/>
              <a:endCxn id="68" idx="2"/>
            </p:cNvCxnSpPr>
            <p:nvPr/>
          </p:nvCxnSpPr>
          <p:spPr>
            <a:xfrm>
              <a:off x="2551156" y="3429000"/>
              <a:ext cx="253447" cy="0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47" name="组合 69"/>
          <p:cNvGrpSpPr/>
          <p:nvPr/>
        </p:nvGrpSpPr>
        <p:grpSpPr>
          <a:xfrm>
            <a:off x="6965950" y="2468563"/>
            <a:ext cx="280988" cy="46037"/>
            <a:chOff x="2490242" y="3398543"/>
            <a:chExt cx="375275" cy="60914"/>
          </a:xfrm>
        </p:grpSpPr>
        <p:sp>
          <p:nvSpPr>
            <p:cNvPr id="71" name="椭圆 70"/>
            <p:cNvSpPr/>
            <p:nvPr/>
          </p:nvSpPr>
          <p:spPr>
            <a:xfrm>
              <a:off x="2490242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2804603" y="3398543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cxnSp>
          <p:nvCxnSpPr>
            <p:cNvPr id="73" name="直接连接符 72"/>
            <p:cNvCxnSpPr>
              <a:stCxn id="71" idx="6"/>
              <a:endCxn id="72" idx="2"/>
            </p:cNvCxnSpPr>
            <p:nvPr/>
          </p:nvCxnSpPr>
          <p:spPr>
            <a:xfrm>
              <a:off x="2551156" y="3429000"/>
              <a:ext cx="253447" cy="0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51" name="组合 73"/>
          <p:cNvGrpSpPr/>
          <p:nvPr/>
        </p:nvGrpSpPr>
        <p:grpSpPr>
          <a:xfrm>
            <a:off x="1778000" y="2462213"/>
            <a:ext cx="515938" cy="1404937"/>
            <a:chOff x="2371020" y="3294392"/>
            <a:chExt cx="686878" cy="1873713"/>
          </a:xfrm>
        </p:grpSpPr>
        <p:sp>
          <p:nvSpPr>
            <p:cNvPr id="75" name="椭圆 74"/>
            <p:cNvSpPr/>
            <p:nvPr/>
          </p:nvSpPr>
          <p:spPr>
            <a:xfrm>
              <a:off x="2684061" y="3294392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grpSp>
          <p:nvGrpSpPr>
            <p:cNvPr id="34853" name="组合 75"/>
            <p:cNvGrpSpPr/>
            <p:nvPr/>
          </p:nvGrpSpPr>
          <p:grpSpPr>
            <a:xfrm>
              <a:off x="2371020" y="3355306"/>
              <a:ext cx="686878" cy="1812799"/>
              <a:chOff x="2371020" y="3355306"/>
              <a:chExt cx="686878" cy="1812799"/>
            </a:xfrm>
          </p:grpSpPr>
          <p:cxnSp>
            <p:nvCxnSpPr>
              <p:cNvPr id="77" name="直接连接符 76"/>
              <p:cNvCxnSpPr>
                <a:stCxn id="75" idx="4"/>
                <a:endCxn id="72" idx="2"/>
              </p:cNvCxnSpPr>
              <p:nvPr/>
            </p:nvCxnSpPr>
            <p:spPr>
              <a:xfrm>
                <a:off x="2714518" y="3355306"/>
                <a:ext cx="0" cy="1118939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椭圆 77"/>
              <p:cNvSpPr/>
              <p:nvPr/>
            </p:nvSpPr>
            <p:spPr>
              <a:xfrm>
                <a:off x="2371020" y="4481227"/>
                <a:ext cx="686878" cy="686878"/>
              </a:xfrm>
              <a:prstGeom prst="ellipse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2687273" y="4441608"/>
                <a:ext cx="60914" cy="609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34857" name="组合 79"/>
          <p:cNvGrpSpPr/>
          <p:nvPr/>
        </p:nvGrpSpPr>
        <p:grpSpPr>
          <a:xfrm>
            <a:off x="6843713" y="2470150"/>
            <a:ext cx="515937" cy="1406525"/>
            <a:chOff x="9125624" y="3294392"/>
            <a:chExt cx="686878" cy="1873713"/>
          </a:xfrm>
        </p:grpSpPr>
        <p:sp>
          <p:nvSpPr>
            <p:cNvPr id="81" name="椭圆 80"/>
            <p:cNvSpPr/>
            <p:nvPr/>
          </p:nvSpPr>
          <p:spPr>
            <a:xfrm>
              <a:off x="9438105" y="3294392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cxnSp>
          <p:nvCxnSpPr>
            <p:cNvPr id="82" name="直接连接符 81"/>
            <p:cNvCxnSpPr>
              <a:stCxn id="81" idx="4"/>
              <a:endCxn id="72" idx="2"/>
            </p:cNvCxnSpPr>
            <p:nvPr/>
          </p:nvCxnSpPr>
          <p:spPr>
            <a:xfrm>
              <a:off x="9468562" y="3355306"/>
              <a:ext cx="0" cy="1118939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椭圆 82"/>
            <p:cNvSpPr/>
            <p:nvPr/>
          </p:nvSpPr>
          <p:spPr>
            <a:xfrm>
              <a:off x="9125624" y="4481227"/>
              <a:ext cx="686878" cy="686878"/>
            </a:xfrm>
            <a:prstGeom prst="ellipse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9441877" y="4441608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34862" name="文本框 85"/>
          <p:cNvSpPr txBox="1"/>
          <p:nvPr/>
        </p:nvSpPr>
        <p:spPr>
          <a:xfrm>
            <a:off x="2292350" y="3494088"/>
            <a:ext cx="1293813" cy="2746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200" dirty="0">
                <a:solidFill>
                  <a:srgbClr val="FFC165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客户</a:t>
            </a:r>
            <a:endParaRPr lang="zh-CN" altLang="en-US" sz="1200" dirty="0">
              <a:solidFill>
                <a:srgbClr val="FFC165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34863" name="文本框 88"/>
          <p:cNvSpPr txBox="1"/>
          <p:nvPr/>
        </p:nvSpPr>
        <p:spPr>
          <a:xfrm>
            <a:off x="5548313" y="3494088"/>
            <a:ext cx="1293812" cy="2746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r"/>
            <a:r>
              <a:rPr lang="zh-CN" altLang="en-US" sz="1200" dirty="0">
                <a:solidFill>
                  <a:srgbClr val="02B3C1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团队</a:t>
            </a:r>
            <a:endParaRPr lang="zh-CN" altLang="en-US" sz="1200" dirty="0">
              <a:solidFill>
                <a:srgbClr val="02B3C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34864" name="组合 93"/>
          <p:cNvGrpSpPr/>
          <p:nvPr/>
        </p:nvGrpSpPr>
        <p:grpSpPr>
          <a:xfrm>
            <a:off x="5373688" y="3394075"/>
            <a:ext cx="442912" cy="441325"/>
            <a:chOff x="9176287" y="4519292"/>
            <a:chExt cx="589490" cy="589490"/>
          </a:xfrm>
        </p:grpSpPr>
        <p:sp>
          <p:nvSpPr>
            <p:cNvPr id="95" name="椭圆 94"/>
            <p:cNvSpPr/>
            <p:nvPr/>
          </p:nvSpPr>
          <p:spPr>
            <a:xfrm>
              <a:off x="9176287" y="4519292"/>
              <a:ext cx="589490" cy="589490"/>
            </a:xfrm>
            <a:prstGeom prst="ellipse">
              <a:avLst/>
            </a:prstGeom>
            <a:gradFill>
              <a:gsLst>
                <a:gs pos="100000">
                  <a:schemeClr val="bg1">
                    <a:lumMod val="97000"/>
                  </a:schemeClr>
                </a:gs>
                <a:gs pos="0">
                  <a:schemeClr val="bg1">
                    <a:lumMod val="80000"/>
                  </a:schemeClr>
                </a:gs>
              </a:gsLst>
              <a:lin ang="2700000" scaled="1"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srgbClr val="02B3C1"/>
                </a:solidFill>
              </a:endParaRPr>
            </a:p>
          </p:txBody>
        </p:sp>
        <p:sp>
          <p:nvSpPr>
            <p:cNvPr id="34866" name="文本框 95"/>
            <p:cNvSpPr txBox="1"/>
            <p:nvPr/>
          </p:nvSpPr>
          <p:spPr>
            <a:xfrm>
              <a:off x="9183619" y="4595660"/>
              <a:ext cx="580087" cy="49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02B3C1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03</a:t>
              </a:r>
              <a:endParaRPr lang="zh-CN" altLang="en-US" sz="1800" dirty="0">
                <a:solidFill>
                  <a:srgbClr val="02B3C1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7" name="弧形 96"/>
          <p:cNvSpPr/>
          <p:nvPr/>
        </p:nvSpPr>
        <p:spPr>
          <a:xfrm>
            <a:off x="3662363" y="1589088"/>
            <a:ext cx="1812925" cy="1806575"/>
          </a:xfrm>
          <a:prstGeom prst="arc">
            <a:avLst>
              <a:gd name="adj1" fmla="val 49290"/>
              <a:gd name="adj2" fmla="val 16215601"/>
            </a:avLst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black"/>
              </a:solidFill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4311650" y="650875"/>
            <a:ext cx="514350" cy="515938"/>
          </a:xfrm>
          <a:prstGeom prst="ellipse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grpSp>
        <p:nvGrpSpPr>
          <p:cNvPr id="34869" name="组合 102"/>
          <p:cNvGrpSpPr/>
          <p:nvPr/>
        </p:nvGrpSpPr>
        <p:grpSpPr>
          <a:xfrm>
            <a:off x="4348163" y="687388"/>
            <a:ext cx="444500" cy="442912"/>
            <a:chOff x="7690948" y="1834246"/>
            <a:chExt cx="593127" cy="589490"/>
          </a:xfrm>
        </p:grpSpPr>
        <p:sp>
          <p:nvSpPr>
            <p:cNvPr id="104" name="椭圆 103"/>
            <p:cNvSpPr/>
            <p:nvPr/>
          </p:nvSpPr>
          <p:spPr>
            <a:xfrm>
              <a:off x="7690948" y="1834246"/>
              <a:ext cx="589490" cy="589490"/>
            </a:xfrm>
            <a:prstGeom prst="ellipse">
              <a:avLst/>
            </a:prstGeom>
            <a:gradFill>
              <a:gsLst>
                <a:gs pos="100000">
                  <a:schemeClr val="bg1">
                    <a:lumMod val="97000"/>
                  </a:schemeClr>
                </a:gs>
                <a:gs pos="0">
                  <a:schemeClr val="bg1">
                    <a:lumMod val="80000"/>
                  </a:schemeClr>
                </a:gs>
              </a:gsLst>
              <a:lin ang="2700000" scaled="1"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srgbClr val="E45C5B"/>
                </a:solidFill>
              </a:endParaRPr>
            </a:p>
          </p:txBody>
        </p:sp>
        <p:sp>
          <p:nvSpPr>
            <p:cNvPr id="34871" name="文本框 104"/>
            <p:cNvSpPr txBox="1"/>
            <p:nvPr/>
          </p:nvSpPr>
          <p:spPr>
            <a:xfrm>
              <a:off x="7703988" y="1899151"/>
              <a:ext cx="580087" cy="49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E45C5B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00</a:t>
              </a:r>
              <a:endParaRPr lang="zh-CN" altLang="en-US" sz="1800" dirty="0">
                <a:solidFill>
                  <a:srgbClr val="E45C5B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872" name="文本框 106"/>
          <p:cNvSpPr txBox="1"/>
          <p:nvPr/>
        </p:nvSpPr>
        <p:spPr>
          <a:xfrm>
            <a:off x="4864100" y="782638"/>
            <a:ext cx="1293813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200" dirty="0">
                <a:solidFill>
                  <a:srgbClr val="E45C5B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处理者</a:t>
            </a:r>
            <a:endParaRPr lang="zh-CN" altLang="en-US" sz="1200" dirty="0">
              <a:solidFill>
                <a:srgbClr val="E45C5B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34873" name="组合 90"/>
          <p:cNvGrpSpPr/>
          <p:nvPr/>
        </p:nvGrpSpPr>
        <p:grpSpPr>
          <a:xfrm>
            <a:off x="1816100" y="3397250"/>
            <a:ext cx="442913" cy="441325"/>
            <a:chOff x="2420240" y="4519292"/>
            <a:chExt cx="590933" cy="589490"/>
          </a:xfrm>
        </p:grpSpPr>
        <p:sp>
          <p:nvSpPr>
            <p:cNvPr id="123" name="椭圆 91"/>
            <p:cNvSpPr/>
            <p:nvPr/>
          </p:nvSpPr>
          <p:spPr>
            <a:xfrm>
              <a:off x="2421683" y="4519292"/>
              <a:ext cx="589490" cy="589490"/>
            </a:xfrm>
            <a:prstGeom prst="ellipse">
              <a:avLst/>
            </a:prstGeom>
            <a:gradFill>
              <a:gsLst>
                <a:gs pos="100000">
                  <a:schemeClr val="bg1">
                    <a:lumMod val="97000"/>
                  </a:schemeClr>
                </a:gs>
                <a:gs pos="0">
                  <a:schemeClr val="bg1">
                    <a:lumMod val="80000"/>
                  </a:schemeClr>
                </a:gs>
              </a:gsLst>
              <a:lin ang="2700000" scaled="1"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srgbClr val="FFC165"/>
                </a:solidFill>
              </a:endParaRPr>
            </a:p>
          </p:txBody>
        </p:sp>
        <p:sp>
          <p:nvSpPr>
            <p:cNvPr id="34875" name="文本框 92"/>
            <p:cNvSpPr txBox="1"/>
            <p:nvPr/>
          </p:nvSpPr>
          <p:spPr>
            <a:xfrm>
              <a:off x="2420240" y="4568567"/>
              <a:ext cx="580087" cy="492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FFC165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01</a:t>
              </a:r>
              <a:endParaRPr lang="zh-CN" altLang="en-US" sz="1800" dirty="0">
                <a:solidFill>
                  <a:srgbClr val="FFC165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876" name="组合 79"/>
          <p:cNvGrpSpPr/>
          <p:nvPr/>
        </p:nvGrpSpPr>
        <p:grpSpPr>
          <a:xfrm>
            <a:off x="5338763" y="2466975"/>
            <a:ext cx="514350" cy="1406525"/>
            <a:chOff x="9125624" y="3294392"/>
            <a:chExt cx="686878" cy="1873713"/>
          </a:xfrm>
        </p:grpSpPr>
        <p:sp>
          <p:nvSpPr>
            <p:cNvPr id="130" name="椭圆 80"/>
            <p:cNvSpPr/>
            <p:nvPr/>
          </p:nvSpPr>
          <p:spPr>
            <a:xfrm>
              <a:off x="9438105" y="3294392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cxnSp>
          <p:nvCxnSpPr>
            <p:cNvPr id="131" name="直接连接符 81"/>
            <p:cNvCxnSpPr>
              <a:stCxn id="130" idx="4"/>
              <a:endCxn id="72" idx="2"/>
            </p:cNvCxnSpPr>
            <p:nvPr/>
          </p:nvCxnSpPr>
          <p:spPr>
            <a:xfrm>
              <a:off x="9468562" y="3355306"/>
              <a:ext cx="0" cy="1118939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椭圆 82"/>
            <p:cNvSpPr/>
            <p:nvPr/>
          </p:nvSpPr>
          <p:spPr>
            <a:xfrm>
              <a:off x="9125624" y="4481227"/>
              <a:ext cx="686878" cy="686878"/>
            </a:xfrm>
            <a:prstGeom prst="ellipse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33" name="椭圆 83"/>
            <p:cNvSpPr/>
            <p:nvPr/>
          </p:nvSpPr>
          <p:spPr>
            <a:xfrm>
              <a:off x="9441877" y="4441608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34881" name="组合 93"/>
          <p:cNvGrpSpPr/>
          <p:nvPr/>
        </p:nvGrpSpPr>
        <p:grpSpPr>
          <a:xfrm>
            <a:off x="6880225" y="3397250"/>
            <a:ext cx="442913" cy="442913"/>
            <a:chOff x="9176287" y="4519292"/>
            <a:chExt cx="589490" cy="589490"/>
          </a:xfrm>
        </p:grpSpPr>
        <p:sp>
          <p:nvSpPr>
            <p:cNvPr id="136" name="椭圆 94"/>
            <p:cNvSpPr/>
            <p:nvPr/>
          </p:nvSpPr>
          <p:spPr>
            <a:xfrm>
              <a:off x="9176287" y="4519292"/>
              <a:ext cx="589490" cy="589490"/>
            </a:xfrm>
            <a:prstGeom prst="ellipse">
              <a:avLst/>
            </a:prstGeom>
            <a:gradFill>
              <a:gsLst>
                <a:gs pos="100000">
                  <a:schemeClr val="bg1">
                    <a:lumMod val="97000"/>
                  </a:schemeClr>
                </a:gs>
                <a:gs pos="0">
                  <a:schemeClr val="bg1">
                    <a:lumMod val="80000"/>
                  </a:schemeClr>
                </a:gs>
              </a:gsLst>
              <a:lin ang="2700000" scaled="1"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srgbClr val="02B3C1"/>
                </a:solidFill>
              </a:endParaRPr>
            </a:p>
          </p:txBody>
        </p:sp>
        <p:sp>
          <p:nvSpPr>
            <p:cNvPr id="34883" name="文本框 95"/>
            <p:cNvSpPr txBox="1"/>
            <p:nvPr/>
          </p:nvSpPr>
          <p:spPr>
            <a:xfrm>
              <a:off x="9183619" y="4595660"/>
              <a:ext cx="580087" cy="49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02B3C1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04</a:t>
              </a:r>
              <a:endParaRPr lang="zh-CN" altLang="en-US" sz="1800" dirty="0">
                <a:solidFill>
                  <a:srgbClr val="02B3C1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884" name="组合 73"/>
          <p:cNvGrpSpPr/>
          <p:nvPr/>
        </p:nvGrpSpPr>
        <p:grpSpPr>
          <a:xfrm>
            <a:off x="3286125" y="2478088"/>
            <a:ext cx="514350" cy="1404937"/>
            <a:chOff x="2371020" y="3294392"/>
            <a:chExt cx="686878" cy="1873713"/>
          </a:xfrm>
        </p:grpSpPr>
        <p:sp>
          <p:nvSpPr>
            <p:cNvPr id="140" name="椭圆 74"/>
            <p:cNvSpPr/>
            <p:nvPr/>
          </p:nvSpPr>
          <p:spPr>
            <a:xfrm>
              <a:off x="2684061" y="3294392"/>
              <a:ext cx="60914" cy="609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grpSp>
          <p:nvGrpSpPr>
            <p:cNvPr id="34886" name="组合 75"/>
            <p:cNvGrpSpPr/>
            <p:nvPr/>
          </p:nvGrpSpPr>
          <p:grpSpPr>
            <a:xfrm>
              <a:off x="2371020" y="3355306"/>
              <a:ext cx="686878" cy="1812799"/>
              <a:chOff x="2371020" y="3355306"/>
              <a:chExt cx="686878" cy="1812799"/>
            </a:xfrm>
          </p:grpSpPr>
          <p:cxnSp>
            <p:nvCxnSpPr>
              <p:cNvPr id="142" name="直接连接符 76"/>
              <p:cNvCxnSpPr>
                <a:stCxn id="140" idx="4"/>
                <a:endCxn id="72" idx="2"/>
              </p:cNvCxnSpPr>
              <p:nvPr/>
            </p:nvCxnSpPr>
            <p:spPr>
              <a:xfrm>
                <a:off x="2714518" y="3355306"/>
                <a:ext cx="0" cy="1118939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椭圆 77"/>
              <p:cNvSpPr/>
              <p:nvPr/>
            </p:nvSpPr>
            <p:spPr>
              <a:xfrm>
                <a:off x="2371020" y="4481227"/>
                <a:ext cx="686878" cy="686878"/>
              </a:xfrm>
              <a:prstGeom prst="ellipse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144" name="椭圆 78"/>
              <p:cNvSpPr/>
              <p:nvPr/>
            </p:nvSpPr>
            <p:spPr>
              <a:xfrm>
                <a:off x="2687273" y="4441608"/>
                <a:ext cx="60914" cy="609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34890" name="组合 90"/>
          <p:cNvGrpSpPr/>
          <p:nvPr/>
        </p:nvGrpSpPr>
        <p:grpSpPr>
          <a:xfrm>
            <a:off x="3322638" y="3394075"/>
            <a:ext cx="442912" cy="441325"/>
            <a:chOff x="2405597" y="4531992"/>
            <a:chExt cx="591343" cy="589490"/>
          </a:xfrm>
        </p:grpSpPr>
        <p:sp>
          <p:nvSpPr>
            <p:cNvPr id="146" name="椭圆 91"/>
            <p:cNvSpPr/>
            <p:nvPr/>
          </p:nvSpPr>
          <p:spPr>
            <a:xfrm>
              <a:off x="2405597" y="4531992"/>
              <a:ext cx="589490" cy="589490"/>
            </a:xfrm>
            <a:prstGeom prst="ellipse">
              <a:avLst/>
            </a:prstGeom>
            <a:gradFill>
              <a:gsLst>
                <a:gs pos="100000">
                  <a:schemeClr val="bg1">
                    <a:lumMod val="97000"/>
                  </a:schemeClr>
                </a:gs>
                <a:gs pos="0">
                  <a:schemeClr val="bg1">
                    <a:lumMod val="80000"/>
                  </a:schemeClr>
                </a:gs>
              </a:gsLst>
              <a:lin ang="2700000" scaled="1"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srgbClr val="FFC165"/>
                </a:solidFill>
              </a:endParaRPr>
            </a:p>
          </p:txBody>
        </p:sp>
        <p:sp>
          <p:nvSpPr>
            <p:cNvPr id="34892" name="文本框 92"/>
            <p:cNvSpPr txBox="1"/>
            <p:nvPr/>
          </p:nvSpPr>
          <p:spPr>
            <a:xfrm>
              <a:off x="2416853" y="4595660"/>
              <a:ext cx="580087" cy="49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FFC165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02</a:t>
              </a:r>
              <a:endParaRPr lang="zh-CN" altLang="en-US" sz="1800" dirty="0">
                <a:solidFill>
                  <a:srgbClr val="FFC165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893" name="文本框 85"/>
          <p:cNvSpPr txBox="1"/>
          <p:nvPr/>
        </p:nvSpPr>
        <p:spPr>
          <a:xfrm>
            <a:off x="3800475" y="3502025"/>
            <a:ext cx="1293813" cy="274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200" dirty="0">
                <a:solidFill>
                  <a:srgbClr val="FFC165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交付</a:t>
            </a:r>
            <a:endParaRPr lang="zh-CN" altLang="en-US" sz="1200" dirty="0">
              <a:solidFill>
                <a:srgbClr val="FFC165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34894" name="文本框 88"/>
          <p:cNvSpPr txBox="1"/>
          <p:nvPr/>
        </p:nvSpPr>
        <p:spPr>
          <a:xfrm>
            <a:off x="4054475" y="3471863"/>
            <a:ext cx="1292225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r"/>
            <a:r>
              <a:rPr lang="en-US" altLang="zh-CN" sz="1200" dirty="0">
                <a:solidFill>
                  <a:srgbClr val="02B3C1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PM</a:t>
            </a:r>
            <a:endParaRPr lang="en-US" altLang="zh-CN" sz="1200" dirty="0">
              <a:solidFill>
                <a:srgbClr val="02B3C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34895" name="Text Box 149"/>
          <p:cNvSpPr txBox="1"/>
          <p:nvPr/>
        </p:nvSpPr>
        <p:spPr>
          <a:xfrm>
            <a:off x="481013" y="2147888"/>
            <a:ext cx="376237" cy="6746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问题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96" name="Text Box 150"/>
          <p:cNvSpPr txBox="1"/>
          <p:nvPr/>
        </p:nvSpPr>
        <p:spPr>
          <a:xfrm>
            <a:off x="8255000" y="2190750"/>
            <a:ext cx="376238" cy="6746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价值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52" name="直接连接符 76"/>
          <p:cNvCxnSpPr>
            <a:stCxn id="140" idx="4"/>
            <a:endCxn id="72" idx="2"/>
          </p:cNvCxnSpPr>
          <p:nvPr/>
        </p:nvCxnSpPr>
        <p:spPr>
          <a:xfrm>
            <a:off x="4559300" y="1152525"/>
            <a:ext cx="0" cy="43180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椭圆 58"/>
          <p:cNvSpPr/>
          <p:nvPr/>
        </p:nvSpPr>
        <p:spPr>
          <a:xfrm>
            <a:off x="4537075" y="1543050"/>
            <a:ext cx="44450" cy="444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154" name="椭圆 58"/>
          <p:cNvSpPr/>
          <p:nvPr/>
        </p:nvSpPr>
        <p:spPr>
          <a:xfrm>
            <a:off x="4537075" y="1152525"/>
            <a:ext cx="44450" cy="444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15" strike="noStrike" noProof="1">
              <a:solidFill>
                <a:prstClr val="white"/>
              </a:solidFill>
            </a:endParaRPr>
          </a:p>
        </p:txBody>
      </p:sp>
      <p:sp>
        <p:nvSpPr>
          <p:cNvPr id="34900" name="文本框 86"/>
          <p:cNvSpPr txBox="1"/>
          <p:nvPr/>
        </p:nvSpPr>
        <p:spPr>
          <a:xfrm>
            <a:off x="4870450" y="1130300"/>
            <a:ext cx="14779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just"/>
            <a:r>
              <a:rPr lang="zh-CN" altLang="en-US" sz="8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知己</a:t>
            </a:r>
            <a:r>
              <a:rPr lang="en-US" altLang="zh-CN" sz="8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8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直面产品缺陷</a:t>
            </a:r>
            <a:endParaRPr lang="zh-CN" altLang="en-US" sz="800" dirty="0">
              <a:solidFill>
                <a:srgbClr val="80808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just"/>
            <a:endParaRPr lang="zh-CN" altLang="en-US" sz="800" dirty="0">
              <a:solidFill>
                <a:srgbClr val="80808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just"/>
            <a:r>
              <a:rPr lang="zh-CN" altLang="en-US" sz="8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知彼</a:t>
            </a:r>
            <a:r>
              <a:rPr lang="en-US" altLang="zh-CN" sz="8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8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收集客户需求</a:t>
            </a:r>
            <a:endParaRPr lang="zh-CN" altLang="en-US" sz="800" dirty="0">
              <a:solidFill>
                <a:srgbClr val="80808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36869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处理客户问题的意义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1829" name="Content Placeholder 43" descr="客户需求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50888" y="977900"/>
            <a:ext cx="3489325" cy="3802063"/>
          </a:xfrm>
        </p:spPr>
      </p:pic>
      <p:pic>
        <p:nvPicPr>
          <p:cNvPr id="31830" name="Content Placeholder 57" descr="优化建议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60963" y="977900"/>
            <a:ext cx="3309937" cy="3802063"/>
          </a:xfr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38917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工作中可以做的更好的地方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3798" name="组合 9"/>
          <p:cNvGrpSpPr/>
          <p:nvPr/>
        </p:nvGrpSpPr>
        <p:grpSpPr>
          <a:xfrm>
            <a:off x="1560513" y="1435100"/>
            <a:ext cx="303212" cy="641350"/>
            <a:chOff x="7097769" y="2557319"/>
            <a:chExt cx="404812" cy="855663"/>
          </a:xfrm>
        </p:grpSpPr>
        <p:sp>
          <p:nvSpPr>
            <p:cNvPr id="168" name="MH_Other_3"/>
            <p:cNvSpPr/>
            <p:nvPr>
              <p:custDataLst>
                <p:tags r:id="rId1"/>
              </p:custDataLst>
            </p:nvPr>
          </p:nvSpPr>
          <p:spPr>
            <a:xfrm>
              <a:off x="7097769" y="2557319"/>
              <a:ext cx="190500" cy="855663"/>
            </a:xfrm>
            <a:custGeom>
              <a:avLst/>
              <a:gdLst>
                <a:gd name="connsiteX0" fmla="*/ 0 w 200069"/>
                <a:gd name="connsiteY0" fmla="*/ 0 h 904875"/>
                <a:gd name="connsiteX1" fmla="*/ 200025 w 200069"/>
                <a:gd name="connsiteY1" fmla="*/ 490538 h 904875"/>
                <a:gd name="connsiteX2" fmla="*/ 14288 w 200069"/>
                <a:gd name="connsiteY2" fmla="*/ 904875 h 904875"/>
                <a:gd name="connsiteX0-1" fmla="*/ 0 w 202450"/>
                <a:gd name="connsiteY0-2" fmla="*/ 0 h 904875"/>
                <a:gd name="connsiteX1-3" fmla="*/ 202407 w 202450"/>
                <a:gd name="connsiteY1-4" fmla="*/ 471488 h 904875"/>
                <a:gd name="connsiteX2-5" fmla="*/ 14288 w 202450"/>
                <a:gd name="connsiteY2-6" fmla="*/ 904875 h 904875"/>
                <a:gd name="connsiteX0-7" fmla="*/ 0 w 202558"/>
                <a:gd name="connsiteY0-8" fmla="*/ 0 h 904875"/>
                <a:gd name="connsiteX1-9" fmla="*/ 202407 w 202558"/>
                <a:gd name="connsiteY1-10" fmla="*/ 471488 h 904875"/>
                <a:gd name="connsiteX2-11" fmla="*/ 14288 w 202558"/>
                <a:gd name="connsiteY2-12" fmla="*/ 904875 h 904875"/>
                <a:gd name="connsiteX0-13" fmla="*/ 0 w 204846"/>
                <a:gd name="connsiteY0-14" fmla="*/ 0 h 897731"/>
                <a:gd name="connsiteX1-15" fmla="*/ 204788 w 204846"/>
                <a:gd name="connsiteY1-16" fmla="*/ 464344 h 897731"/>
                <a:gd name="connsiteX2-17" fmla="*/ 16669 w 204846"/>
                <a:gd name="connsiteY2-18" fmla="*/ 897731 h 897731"/>
                <a:gd name="connsiteX0-19" fmla="*/ 0 w 204846"/>
                <a:gd name="connsiteY0-20" fmla="*/ 0 h 897731"/>
                <a:gd name="connsiteX1-21" fmla="*/ 204788 w 204846"/>
                <a:gd name="connsiteY1-22" fmla="*/ 464344 h 897731"/>
                <a:gd name="connsiteX2-23" fmla="*/ 16669 w 204846"/>
                <a:gd name="connsiteY2-24" fmla="*/ 897731 h 897731"/>
                <a:gd name="connsiteX0-25" fmla="*/ 0 w 204798"/>
                <a:gd name="connsiteY0-26" fmla="*/ 0 h 916781"/>
                <a:gd name="connsiteX1-27" fmla="*/ 204788 w 204798"/>
                <a:gd name="connsiteY1-28" fmla="*/ 464344 h 916781"/>
                <a:gd name="connsiteX2-29" fmla="*/ 7144 w 204798"/>
                <a:gd name="connsiteY2-30" fmla="*/ 916781 h 916781"/>
                <a:gd name="connsiteX0-31" fmla="*/ 0 w 204800"/>
                <a:gd name="connsiteY0-32" fmla="*/ 0 h 916781"/>
                <a:gd name="connsiteX1-33" fmla="*/ 204788 w 204800"/>
                <a:gd name="connsiteY1-34" fmla="*/ 464344 h 916781"/>
                <a:gd name="connsiteX2-35" fmla="*/ 7144 w 204800"/>
                <a:gd name="connsiteY2-36" fmla="*/ 916781 h 9167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04800" h="916781">
                  <a:moveTo>
                    <a:pt x="0" y="0"/>
                  </a:moveTo>
                  <a:cubicBezTo>
                    <a:pt x="158353" y="148432"/>
                    <a:pt x="203597" y="311547"/>
                    <a:pt x="204788" y="464344"/>
                  </a:cubicBezTo>
                  <a:cubicBezTo>
                    <a:pt x="205979" y="617141"/>
                    <a:pt x="120253" y="789782"/>
                    <a:pt x="7144" y="916781"/>
                  </a:cubicBezTo>
                </a:path>
              </a:pathLst>
            </a:custGeom>
            <a:noFill/>
            <a:ln w="25400">
              <a:solidFill>
                <a:srgbClr val="02B3C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69" name="MH_Other_4"/>
            <p:cNvCxnSpPr/>
            <p:nvPr>
              <p:custDataLst>
                <p:tags r:id="rId2"/>
              </p:custDataLst>
            </p:nvPr>
          </p:nvCxnSpPr>
          <p:spPr>
            <a:xfrm>
              <a:off x="7286681" y="2982769"/>
              <a:ext cx="215900" cy="0"/>
            </a:xfrm>
            <a:prstGeom prst="line">
              <a:avLst/>
            </a:prstGeom>
            <a:ln w="25400">
              <a:solidFill>
                <a:srgbClr val="02B3C1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MH_Other_5"/>
            <p:cNvSpPr/>
            <p:nvPr>
              <p:custDataLst>
                <p:tags r:id="rId3"/>
              </p:custDataLst>
            </p:nvPr>
          </p:nvSpPr>
          <p:spPr>
            <a:xfrm>
              <a:off x="7227944" y="2924032"/>
              <a:ext cx="117475" cy="117475"/>
            </a:xfrm>
            <a:prstGeom prst="ellipse">
              <a:avLst/>
            </a:prstGeom>
            <a:solidFill>
              <a:srgbClr val="02B3C1"/>
            </a:solidFill>
            <a:ln>
              <a:solidFill>
                <a:srgbClr val="02B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33802" name="组合 25"/>
          <p:cNvGrpSpPr/>
          <p:nvPr/>
        </p:nvGrpSpPr>
        <p:grpSpPr>
          <a:xfrm>
            <a:off x="1568450" y="2870200"/>
            <a:ext cx="303213" cy="642938"/>
            <a:chOff x="7604182" y="4462547"/>
            <a:chExt cx="404812" cy="855663"/>
          </a:xfrm>
        </p:grpSpPr>
        <p:sp>
          <p:nvSpPr>
            <p:cNvPr id="184" name="MH_Other_3"/>
            <p:cNvSpPr/>
            <p:nvPr>
              <p:custDataLst>
                <p:tags r:id="rId4"/>
              </p:custDataLst>
            </p:nvPr>
          </p:nvSpPr>
          <p:spPr>
            <a:xfrm>
              <a:off x="7604182" y="4462547"/>
              <a:ext cx="190500" cy="855663"/>
            </a:xfrm>
            <a:custGeom>
              <a:avLst/>
              <a:gdLst>
                <a:gd name="connsiteX0" fmla="*/ 0 w 200069"/>
                <a:gd name="connsiteY0" fmla="*/ 0 h 904875"/>
                <a:gd name="connsiteX1" fmla="*/ 200025 w 200069"/>
                <a:gd name="connsiteY1" fmla="*/ 490538 h 904875"/>
                <a:gd name="connsiteX2" fmla="*/ 14288 w 200069"/>
                <a:gd name="connsiteY2" fmla="*/ 904875 h 904875"/>
                <a:gd name="connsiteX0-1" fmla="*/ 0 w 202450"/>
                <a:gd name="connsiteY0-2" fmla="*/ 0 h 904875"/>
                <a:gd name="connsiteX1-3" fmla="*/ 202407 w 202450"/>
                <a:gd name="connsiteY1-4" fmla="*/ 471488 h 904875"/>
                <a:gd name="connsiteX2-5" fmla="*/ 14288 w 202450"/>
                <a:gd name="connsiteY2-6" fmla="*/ 904875 h 904875"/>
                <a:gd name="connsiteX0-7" fmla="*/ 0 w 202558"/>
                <a:gd name="connsiteY0-8" fmla="*/ 0 h 904875"/>
                <a:gd name="connsiteX1-9" fmla="*/ 202407 w 202558"/>
                <a:gd name="connsiteY1-10" fmla="*/ 471488 h 904875"/>
                <a:gd name="connsiteX2-11" fmla="*/ 14288 w 202558"/>
                <a:gd name="connsiteY2-12" fmla="*/ 904875 h 904875"/>
                <a:gd name="connsiteX0-13" fmla="*/ 0 w 204846"/>
                <a:gd name="connsiteY0-14" fmla="*/ 0 h 897731"/>
                <a:gd name="connsiteX1-15" fmla="*/ 204788 w 204846"/>
                <a:gd name="connsiteY1-16" fmla="*/ 464344 h 897731"/>
                <a:gd name="connsiteX2-17" fmla="*/ 16669 w 204846"/>
                <a:gd name="connsiteY2-18" fmla="*/ 897731 h 897731"/>
                <a:gd name="connsiteX0-19" fmla="*/ 0 w 204846"/>
                <a:gd name="connsiteY0-20" fmla="*/ 0 h 897731"/>
                <a:gd name="connsiteX1-21" fmla="*/ 204788 w 204846"/>
                <a:gd name="connsiteY1-22" fmla="*/ 464344 h 897731"/>
                <a:gd name="connsiteX2-23" fmla="*/ 16669 w 204846"/>
                <a:gd name="connsiteY2-24" fmla="*/ 897731 h 897731"/>
                <a:gd name="connsiteX0-25" fmla="*/ 0 w 204798"/>
                <a:gd name="connsiteY0-26" fmla="*/ 0 h 916781"/>
                <a:gd name="connsiteX1-27" fmla="*/ 204788 w 204798"/>
                <a:gd name="connsiteY1-28" fmla="*/ 464344 h 916781"/>
                <a:gd name="connsiteX2-29" fmla="*/ 7144 w 204798"/>
                <a:gd name="connsiteY2-30" fmla="*/ 916781 h 916781"/>
                <a:gd name="connsiteX0-31" fmla="*/ 0 w 204800"/>
                <a:gd name="connsiteY0-32" fmla="*/ 0 h 916781"/>
                <a:gd name="connsiteX1-33" fmla="*/ 204788 w 204800"/>
                <a:gd name="connsiteY1-34" fmla="*/ 464344 h 916781"/>
                <a:gd name="connsiteX2-35" fmla="*/ 7144 w 204800"/>
                <a:gd name="connsiteY2-36" fmla="*/ 916781 h 91678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04800" h="916781">
                  <a:moveTo>
                    <a:pt x="0" y="0"/>
                  </a:moveTo>
                  <a:cubicBezTo>
                    <a:pt x="158353" y="148432"/>
                    <a:pt x="203597" y="311547"/>
                    <a:pt x="204788" y="464344"/>
                  </a:cubicBezTo>
                  <a:cubicBezTo>
                    <a:pt x="205979" y="617141"/>
                    <a:pt x="120253" y="789782"/>
                    <a:pt x="7144" y="916781"/>
                  </a:cubicBezTo>
                </a:path>
              </a:pathLst>
            </a:custGeom>
            <a:noFill/>
            <a:ln w="25400">
              <a:solidFill>
                <a:schemeClr val="accent4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85" name="MH_Other_4"/>
            <p:cNvCxnSpPr/>
            <p:nvPr>
              <p:custDataLst>
                <p:tags r:id="rId5"/>
              </p:custDataLst>
            </p:nvPr>
          </p:nvCxnSpPr>
          <p:spPr>
            <a:xfrm>
              <a:off x="7793094" y="4887997"/>
              <a:ext cx="215900" cy="0"/>
            </a:xfrm>
            <a:prstGeom prst="line">
              <a:avLst/>
            </a:prstGeom>
            <a:ln w="25400">
              <a:solidFill>
                <a:schemeClr val="accent4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MH_Other_5"/>
            <p:cNvSpPr/>
            <p:nvPr>
              <p:custDataLst>
                <p:tags r:id="rId6"/>
              </p:custDataLst>
            </p:nvPr>
          </p:nvSpPr>
          <p:spPr>
            <a:xfrm>
              <a:off x="7734357" y="4829260"/>
              <a:ext cx="117475" cy="1174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33806" name="组合 35"/>
          <p:cNvGrpSpPr/>
          <p:nvPr/>
        </p:nvGrpSpPr>
        <p:grpSpPr>
          <a:xfrm>
            <a:off x="1898650" y="1595438"/>
            <a:ext cx="2397125" cy="1146175"/>
            <a:chOff x="7548619" y="2771632"/>
            <a:chExt cx="3197225" cy="1527926"/>
          </a:xfrm>
        </p:grpSpPr>
        <p:sp>
          <p:nvSpPr>
            <p:cNvPr id="38927" name="MH_SubTitle_2"/>
            <p:cNvSpPr/>
            <p:nvPr>
              <p:custDataLst>
                <p:tags r:id="rId7"/>
              </p:custDataLst>
            </p:nvPr>
          </p:nvSpPr>
          <p:spPr>
            <a:xfrm>
              <a:off x="7548619" y="2771632"/>
              <a:ext cx="3197225" cy="422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p>
              <a:r>
                <a:rPr lang="zh-CN" altLang="en-US" sz="1500" dirty="0">
                  <a:solidFill>
                    <a:srgbClr val="02B3C1"/>
                  </a:solidFill>
                  <a:latin typeface="造字工房悦黑体验版细体" pitchFamily="50" charset="-122"/>
                  <a:ea typeface="造字工房悦黑体验版细体" pitchFamily="50" charset="-122"/>
                </a:rPr>
                <a:t>前期处理流程不够规范化</a:t>
              </a:r>
              <a:endParaRPr lang="zh-CN" altLang="en-US" sz="1500" dirty="0">
                <a:solidFill>
                  <a:srgbClr val="02B3C1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38928" name="Rectangle 5"/>
            <p:cNvSpPr/>
            <p:nvPr/>
          </p:nvSpPr>
          <p:spPr>
            <a:xfrm>
              <a:off x="7632814" y="3193907"/>
              <a:ext cx="3113030" cy="11056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pPr marL="171450" indent="-171450">
                <a:lnSpc>
                  <a:spcPct val="15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Lato Light" charset="0"/>
                </a:rPr>
                <a:t>和客户反馈不及时，损害了客户观感</a:t>
              </a:r>
              <a:endParaRPr lang="zh-CN" altLang="en-US" sz="9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Lato Light" charset="0"/>
              </a:endParaRPr>
            </a:p>
            <a:p>
              <a:pPr marL="171450" indent="-171450">
                <a:lnSpc>
                  <a:spcPct val="15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Lato Light" charset="0"/>
                </a:rPr>
                <a:t>处理问题效率不高</a:t>
              </a:r>
              <a:endParaRPr lang="zh-CN" altLang="en-US" sz="9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Lato Light" charset="0"/>
              </a:endParaRPr>
            </a:p>
          </p:txBody>
        </p:sp>
      </p:grpSp>
      <p:grpSp>
        <p:nvGrpSpPr>
          <p:cNvPr id="33809" name="组合 38"/>
          <p:cNvGrpSpPr/>
          <p:nvPr/>
        </p:nvGrpSpPr>
        <p:grpSpPr>
          <a:xfrm>
            <a:off x="1906588" y="3032125"/>
            <a:ext cx="2397125" cy="1146175"/>
            <a:chOff x="8055032" y="4676860"/>
            <a:chExt cx="3197225" cy="1527926"/>
          </a:xfrm>
        </p:grpSpPr>
        <p:sp>
          <p:nvSpPr>
            <p:cNvPr id="197" name="MH_SubTitle_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055032" y="4676860"/>
              <a:ext cx="3197225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fontAlgn="base" hangingPunct="1"/>
              <a:r>
                <a:rPr lang="zh-CN" altLang="en-US" sz="1500" strike="noStrike" noProof="1" dirty="0">
                  <a:solidFill>
                    <a:schemeClr val="accent4"/>
                  </a:solidFill>
                  <a:latin typeface="造字工房悦黑体验版细体" pitchFamily="50" charset="-122"/>
                  <a:ea typeface="造字工房悦黑体验版细体" pitchFamily="50" charset="-122"/>
                  <a:cs typeface="+mn-cs"/>
                </a:rPr>
                <a:t>对于产品的优化重构缺乏勇气</a:t>
              </a:r>
              <a:endParaRPr lang="zh-CN" altLang="en-US" sz="1500" strike="noStrike" noProof="1" dirty="0">
                <a:solidFill>
                  <a:schemeClr val="accent4"/>
                </a:solidFill>
                <a:latin typeface="造字工房悦黑体验版细体" pitchFamily="50" charset="-122"/>
                <a:ea typeface="造字工房悦黑体验版细体" pitchFamily="50" charset="-122"/>
                <a:cs typeface="+mn-cs"/>
              </a:endParaRPr>
            </a:p>
          </p:txBody>
        </p:sp>
        <p:sp>
          <p:nvSpPr>
            <p:cNvPr id="38931" name="Rectangle 5"/>
            <p:cNvSpPr/>
            <p:nvPr/>
          </p:nvSpPr>
          <p:spPr>
            <a:xfrm>
              <a:off x="8097129" y="5099135"/>
              <a:ext cx="3113030" cy="11056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pPr marL="171450" indent="-171450">
                <a:lnSpc>
                  <a:spcPct val="15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Lato Light" charset="0"/>
                </a:rPr>
                <a:t>历史包袱重、重构成本大</a:t>
              </a:r>
              <a:endParaRPr lang="zh-CN" altLang="en-US" sz="9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Lato Light" charset="0"/>
              </a:endParaRPr>
            </a:p>
            <a:p>
              <a:pPr marL="171450" indent="-171450">
                <a:lnSpc>
                  <a:spcPct val="15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Lato Light" charset="0"/>
                </a:rPr>
                <a:t>逐渐遇到的性能和安全问题</a:t>
              </a:r>
              <a:endParaRPr lang="zh-CN" altLang="en-US" sz="900" dirty="0">
                <a:solidFill>
                  <a:srgbClr val="80808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Lato Light" charset="0"/>
              </a:endParaRPr>
            </a:p>
          </p:txBody>
        </p:sp>
      </p:grpSp>
      <p:grpSp>
        <p:nvGrpSpPr>
          <p:cNvPr id="33812" name="组合 41"/>
          <p:cNvGrpSpPr/>
          <p:nvPr/>
        </p:nvGrpSpPr>
        <p:grpSpPr>
          <a:xfrm>
            <a:off x="773113" y="2814638"/>
            <a:ext cx="752475" cy="752475"/>
            <a:chOff x="6650094" y="4483185"/>
            <a:chExt cx="1003300" cy="1003300"/>
          </a:xfrm>
        </p:grpSpPr>
        <p:sp>
          <p:nvSpPr>
            <p:cNvPr id="200" name="MH_Other_1"/>
            <p:cNvSpPr/>
            <p:nvPr>
              <p:custDataLst>
                <p:tags r:id="rId9"/>
              </p:custDataLst>
            </p:nvPr>
          </p:nvSpPr>
          <p:spPr>
            <a:xfrm>
              <a:off x="6650094" y="4483185"/>
              <a:ext cx="1003300" cy="1003300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B8BBBC"/>
                </a:gs>
              </a:gsLst>
              <a:lin ang="6600000" scaled="0"/>
              <a:tileRect/>
            </a:gradFill>
            <a:ln w="1270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50800" dist="88900" dir="2700000" algn="tl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01" name="MH_Other_2"/>
            <p:cNvSpPr/>
            <p:nvPr>
              <p:custDataLst>
                <p:tags r:id="rId10"/>
              </p:custDataLst>
            </p:nvPr>
          </p:nvSpPr>
          <p:spPr>
            <a:xfrm>
              <a:off x="6771443" y="4604565"/>
              <a:ext cx="761812" cy="7618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/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02" name="KSO_Shape"/>
            <p:cNvSpPr/>
            <p:nvPr/>
          </p:nvSpPr>
          <p:spPr bwMode="auto">
            <a:xfrm>
              <a:off x="6949135" y="4820686"/>
              <a:ext cx="455476" cy="328702"/>
            </a:xfrm>
            <a:custGeom>
              <a:avLst/>
              <a:gdLst>
                <a:gd name="T0" fmla="*/ 2881614 w 3362326"/>
                <a:gd name="T1" fmla="*/ 2245619 h 2424113"/>
                <a:gd name="T2" fmla="*/ 3207949 w 3362326"/>
                <a:gd name="T3" fmla="*/ 953766 h 2424113"/>
                <a:gd name="T4" fmla="*/ 3300702 w 3362326"/>
                <a:gd name="T5" fmla="*/ 1054704 h 2424113"/>
                <a:gd name="T6" fmla="*/ 3357879 w 3362326"/>
                <a:gd name="T7" fmla="*/ 1578442 h 2424113"/>
                <a:gd name="T8" fmla="*/ 2754348 w 3362326"/>
                <a:gd name="T9" fmla="*/ 1274991 h 2424113"/>
                <a:gd name="T10" fmla="*/ 2862031 w 3362326"/>
                <a:gd name="T11" fmla="*/ 1038516 h 2424113"/>
                <a:gd name="T12" fmla="*/ 2811207 w 3362326"/>
                <a:gd name="T13" fmla="*/ 1366725 h 2424113"/>
                <a:gd name="T14" fmla="*/ 3041820 w 3362326"/>
                <a:gd name="T15" fmla="*/ 999791 h 2424113"/>
                <a:gd name="T16" fmla="*/ 3170149 w 3362326"/>
                <a:gd name="T17" fmla="*/ 942974 h 2424113"/>
                <a:gd name="T18" fmla="*/ 296683 w 3362326"/>
                <a:gd name="T19" fmla="*/ 978524 h 2424113"/>
                <a:gd name="T20" fmla="*/ 498389 w 3362326"/>
                <a:gd name="T21" fmla="*/ 1265469 h 2424113"/>
                <a:gd name="T22" fmla="*/ 488542 w 3362326"/>
                <a:gd name="T23" fmla="*/ 1028041 h 2424113"/>
                <a:gd name="T24" fmla="*/ 582566 w 3362326"/>
                <a:gd name="T25" fmla="*/ 1187067 h 2424113"/>
                <a:gd name="T26" fmla="*/ 319871 w 3362326"/>
                <a:gd name="T27" fmla="*/ 2147887 h 2424113"/>
                <a:gd name="T28" fmla="*/ 37800 w 3362326"/>
                <a:gd name="T29" fmla="*/ 1105808 h 2424113"/>
                <a:gd name="T30" fmla="*/ 124836 w 3362326"/>
                <a:gd name="T31" fmla="*/ 975985 h 2424113"/>
                <a:gd name="T32" fmla="*/ 1545327 w 3362326"/>
                <a:gd name="T33" fmla="*/ 746198 h 2424113"/>
                <a:gd name="T34" fmla="*/ 1656547 w 3362326"/>
                <a:gd name="T35" fmla="*/ 809752 h 2424113"/>
                <a:gd name="T36" fmla="*/ 1802720 w 3362326"/>
                <a:gd name="T37" fmla="*/ 881250 h 2424113"/>
                <a:gd name="T38" fmla="*/ 1889154 w 3362326"/>
                <a:gd name="T39" fmla="*/ 667392 h 2424113"/>
                <a:gd name="T40" fmla="*/ 2073778 w 3362326"/>
                <a:gd name="T41" fmla="*/ 739843 h 2424113"/>
                <a:gd name="T42" fmla="*/ 2280963 w 3362326"/>
                <a:gd name="T43" fmla="*/ 997553 h 2424113"/>
                <a:gd name="T44" fmla="*/ 2456054 w 3362326"/>
                <a:gd name="T45" fmla="*/ 821509 h 2424113"/>
                <a:gd name="T46" fmla="*/ 2536132 w 3362326"/>
                <a:gd name="T47" fmla="*/ 819603 h 2424113"/>
                <a:gd name="T48" fmla="*/ 2596190 w 3362326"/>
                <a:gd name="T49" fmla="*/ 876801 h 2424113"/>
                <a:gd name="T50" fmla="*/ 2598415 w 3362326"/>
                <a:gd name="T51" fmla="*/ 956879 h 2424113"/>
                <a:gd name="T52" fmla="*/ 2382332 w 3362326"/>
                <a:gd name="T53" fmla="*/ 1195206 h 2424113"/>
                <a:gd name="T54" fmla="*/ 2241242 w 3362326"/>
                <a:gd name="T55" fmla="*/ 1268610 h 2424113"/>
                <a:gd name="T56" fmla="*/ 2118265 w 3362326"/>
                <a:gd name="T57" fmla="*/ 1192028 h 2424113"/>
                <a:gd name="T58" fmla="*/ 1363246 w 3362326"/>
                <a:gd name="T59" fmla="*/ 1018526 h 2424113"/>
                <a:gd name="T60" fmla="*/ 1307636 w 3362326"/>
                <a:gd name="T61" fmla="*/ 1409700 h 2424113"/>
                <a:gd name="T62" fmla="*/ 1157013 w 3362326"/>
                <a:gd name="T63" fmla="*/ 999778 h 2424113"/>
                <a:gd name="T64" fmla="*/ 1245989 w 3362326"/>
                <a:gd name="T65" fmla="*/ 780199 h 2424113"/>
                <a:gd name="T66" fmla="*/ 1499569 w 3362326"/>
                <a:gd name="T67" fmla="*/ 668027 h 2424113"/>
                <a:gd name="T68" fmla="*/ 3142462 w 3362326"/>
                <a:gd name="T69" fmla="*/ 282872 h 2424113"/>
                <a:gd name="T70" fmla="*/ 3244523 w 3362326"/>
                <a:gd name="T71" fmla="*/ 440586 h 2424113"/>
                <a:gd name="T72" fmla="*/ 3210503 w 3362326"/>
                <a:gd name="T73" fmla="*/ 656690 h 2424113"/>
                <a:gd name="T74" fmla="*/ 3038811 w 3362326"/>
                <a:gd name="T75" fmla="*/ 831222 h 2424113"/>
                <a:gd name="T76" fmla="*/ 2904319 w 3362326"/>
                <a:gd name="T77" fmla="*/ 826780 h 2424113"/>
                <a:gd name="T78" fmla="*/ 2817519 w 3362326"/>
                <a:gd name="T79" fmla="*/ 691913 h 2424113"/>
                <a:gd name="T80" fmla="*/ 2807981 w 3362326"/>
                <a:gd name="T81" fmla="*/ 429797 h 2424113"/>
                <a:gd name="T82" fmla="*/ 2910678 w 3362326"/>
                <a:gd name="T83" fmla="*/ 280651 h 2424113"/>
                <a:gd name="T84" fmla="*/ 375153 w 3362326"/>
                <a:gd name="T85" fmla="*/ 248918 h 2424113"/>
                <a:gd name="T86" fmla="*/ 514634 w 3362326"/>
                <a:gd name="T87" fmla="*/ 342213 h 2424113"/>
                <a:gd name="T88" fmla="*/ 561340 w 3362326"/>
                <a:gd name="T89" fmla="*/ 566885 h 2424113"/>
                <a:gd name="T90" fmla="*/ 510821 w 3362326"/>
                <a:gd name="T91" fmla="*/ 773785 h 2424113"/>
                <a:gd name="T92" fmla="*/ 418682 w 3362326"/>
                <a:gd name="T93" fmla="*/ 842646 h 2424113"/>
                <a:gd name="T94" fmla="*/ 241709 w 3362326"/>
                <a:gd name="T95" fmla="*/ 778862 h 2424113"/>
                <a:gd name="T96" fmla="*/ 117162 w 3362326"/>
                <a:gd name="T97" fmla="*/ 551970 h 2424113"/>
                <a:gd name="T98" fmla="*/ 148299 w 3362326"/>
                <a:gd name="T99" fmla="*/ 359984 h 2424113"/>
                <a:gd name="T100" fmla="*/ 297311 w 3362326"/>
                <a:gd name="T101" fmla="*/ 250822 h 2424113"/>
                <a:gd name="T102" fmla="*/ 1834594 w 3362326"/>
                <a:gd name="T103" fmla="*/ 43475 h 2424113"/>
                <a:gd name="T104" fmla="*/ 1934457 w 3362326"/>
                <a:gd name="T105" fmla="*/ 205318 h 2424113"/>
                <a:gd name="T106" fmla="*/ 1973258 w 3362326"/>
                <a:gd name="T107" fmla="*/ 288461 h 2424113"/>
                <a:gd name="T108" fmla="*/ 1942726 w 3362326"/>
                <a:gd name="T109" fmla="*/ 390961 h 2424113"/>
                <a:gd name="T110" fmla="*/ 1864808 w 3362326"/>
                <a:gd name="T111" fmla="*/ 532812 h 2424113"/>
                <a:gd name="T112" fmla="*/ 1729325 w 3362326"/>
                <a:gd name="T113" fmla="*/ 622301 h 2424113"/>
                <a:gd name="T114" fmla="*/ 1571262 w 3362326"/>
                <a:gd name="T115" fmla="*/ 579778 h 2424113"/>
                <a:gd name="T116" fmla="*/ 1478714 w 3362326"/>
                <a:gd name="T117" fmla="*/ 436341 h 2424113"/>
                <a:gd name="T118" fmla="*/ 1416379 w 3362326"/>
                <a:gd name="T119" fmla="*/ 348438 h 2424113"/>
                <a:gd name="T120" fmla="*/ 1429418 w 3362326"/>
                <a:gd name="T121" fmla="*/ 264978 h 2424113"/>
                <a:gd name="T122" fmla="*/ 1483484 w 3362326"/>
                <a:gd name="T123" fmla="*/ 132965 h 2424113"/>
                <a:gd name="T124" fmla="*/ 1621829 w 3362326"/>
                <a:gd name="T125" fmla="*/ 11107 h 2424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62326" h="2424113">
                  <a:moveTo>
                    <a:pt x="860805" y="1460500"/>
                  </a:moveTo>
                  <a:lnTo>
                    <a:pt x="965275" y="1460500"/>
                  </a:lnTo>
                  <a:lnTo>
                    <a:pt x="961464" y="1465582"/>
                  </a:lnTo>
                  <a:lnTo>
                    <a:pt x="957654" y="1470664"/>
                  </a:lnTo>
                  <a:lnTo>
                    <a:pt x="953843" y="1476380"/>
                  </a:lnTo>
                  <a:lnTo>
                    <a:pt x="949715" y="1482415"/>
                  </a:lnTo>
                  <a:lnTo>
                    <a:pt x="483570" y="2244666"/>
                  </a:lnTo>
                  <a:lnTo>
                    <a:pt x="483570" y="2248795"/>
                  </a:lnTo>
                  <a:lnTo>
                    <a:pt x="483570" y="2251971"/>
                  </a:lnTo>
                  <a:lnTo>
                    <a:pt x="483888" y="2255147"/>
                  </a:lnTo>
                  <a:lnTo>
                    <a:pt x="484205" y="2257371"/>
                  </a:lnTo>
                  <a:lnTo>
                    <a:pt x="2880661" y="2259594"/>
                  </a:lnTo>
                  <a:lnTo>
                    <a:pt x="2880978" y="2256735"/>
                  </a:lnTo>
                  <a:lnTo>
                    <a:pt x="2881614" y="2253877"/>
                  </a:lnTo>
                  <a:lnTo>
                    <a:pt x="2881931" y="2250066"/>
                  </a:lnTo>
                  <a:lnTo>
                    <a:pt x="2881614" y="2245619"/>
                  </a:lnTo>
                  <a:lnTo>
                    <a:pt x="2422137" y="1485273"/>
                  </a:lnTo>
                  <a:lnTo>
                    <a:pt x="2411023" y="1471934"/>
                  </a:lnTo>
                  <a:lnTo>
                    <a:pt x="2401179" y="1460500"/>
                  </a:lnTo>
                  <a:lnTo>
                    <a:pt x="2509460" y="1460500"/>
                  </a:lnTo>
                  <a:lnTo>
                    <a:pt x="3024188" y="2273251"/>
                  </a:lnTo>
                  <a:lnTo>
                    <a:pt x="3024188" y="2423478"/>
                  </a:lnTo>
                  <a:lnTo>
                    <a:pt x="3021648" y="2424113"/>
                  </a:lnTo>
                  <a:lnTo>
                    <a:pt x="3018472" y="2424113"/>
                  </a:lnTo>
                  <a:lnTo>
                    <a:pt x="345441" y="2421890"/>
                  </a:lnTo>
                  <a:lnTo>
                    <a:pt x="341948" y="2421572"/>
                  </a:lnTo>
                  <a:lnTo>
                    <a:pt x="338138" y="2421255"/>
                  </a:lnTo>
                  <a:lnTo>
                    <a:pt x="338138" y="2277062"/>
                  </a:lnTo>
                  <a:lnTo>
                    <a:pt x="860805" y="1460500"/>
                  </a:lnTo>
                  <a:close/>
                  <a:moveTo>
                    <a:pt x="3185714" y="941387"/>
                  </a:moveTo>
                  <a:lnTo>
                    <a:pt x="3196514" y="947100"/>
                  </a:lnTo>
                  <a:lnTo>
                    <a:pt x="3207949" y="953766"/>
                  </a:lnTo>
                  <a:lnTo>
                    <a:pt x="3213667" y="957575"/>
                  </a:lnTo>
                  <a:lnTo>
                    <a:pt x="3219702" y="962019"/>
                  </a:lnTo>
                  <a:lnTo>
                    <a:pt x="3225420" y="966145"/>
                  </a:lnTo>
                  <a:lnTo>
                    <a:pt x="3231455" y="970906"/>
                  </a:lnTo>
                  <a:lnTo>
                    <a:pt x="3237490" y="975985"/>
                  </a:lnTo>
                  <a:lnTo>
                    <a:pt x="3243526" y="981699"/>
                  </a:lnTo>
                  <a:lnTo>
                    <a:pt x="3249243" y="987095"/>
                  </a:lnTo>
                  <a:lnTo>
                    <a:pt x="3255279" y="993443"/>
                  </a:lnTo>
                  <a:lnTo>
                    <a:pt x="3261314" y="999791"/>
                  </a:lnTo>
                  <a:lnTo>
                    <a:pt x="3267032" y="1006457"/>
                  </a:lnTo>
                  <a:lnTo>
                    <a:pt x="3273067" y="1014075"/>
                  </a:lnTo>
                  <a:lnTo>
                    <a:pt x="3278785" y="1021376"/>
                  </a:lnTo>
                  <a:lnTo>
                    <a:pt x="3284185" y="1029311"/>
                  </a:lnTo>
                  <a:lnTo>
                    <a:pt x="3289902" y="1037247"/>
                  </a:lnTo>
                  <a:lnTo>
                    <a:pt x="3295302" y="1045817"/>
                  </a:lnTo>
                  <a:lnTo>
                    <a:pt x="3300702" y="1054704"/>
                  </a:lnTo>
                  <a:lnTo>
                    <a:pt x="3305785" y="1064544"/>
                  </a:lnTo>
                  <a:lnTo>
                    <a:pt x="3310549" y="1074067"/>
                  </a:lnTo>
                  <a:lnTo>
                    <a:pt x="3315632" y="1084224"/>
                  </a:lnTo>
                  <a:lnTo>
                    <a:pt x="3320079" y="1094699"/>
                  </a:lnTo>
                  <a:lnTo>
                    <a:pt x="3324526" y="1105808"/>
                  </a:lnTo>
                  <a:lnTo>
                    <a:pt x="3328655" y="1116918"/>
                  </a:lnTo>
                  <a:lnTo>
                    <a:pt x="3332467" y="1128662"/>
                  </a:lnTo>
                  <a:lnTo>
                    <a:pt x="3335961" y="1140724"/>
                  </a:lnTo>
                  <a:lnTo>
                    <a:pt x="3339138" y="1153104"/>
                  </a:lnTo>
                  <a:lnTo>
                    <a:pt x="3342632" y="1166118"/>
                  </a:lnTo>
                  <a:lnTo>
                    <a:pt x="3345173" y="1179767"/>
                  </a:lnTo>
                  <a:lnTo>
                    <a:pt x="3347714" y="1193415"/>
                  </a:lnTo>
                  <a:lnTo>
                    <a:pt x="3350573" y="1282609"/>
                  </a:lnTo>
                  <a:lnTo>
                    <a:pt x="3353432" y="1374343"/>
                  </a:lnTo>
                  <a:lnTo>
                    <a:pt x="3355655" y="1472425"/>
                  </a:lnTo>
                  <a:lnTo>
                    <a:pt x="3357879" y="1578442"/>
                  </a:lnTo>
                  <a:lnTo>
                    <a:pt x="3359785" y="1696204"/>
                  </a:lnTo>
                  <a:lnTo>
                    <a:pt x="3361055" y="1828884"/>
                  </a:lnTo>
                  <a:lnTo>
                    <a:pt x="3362008" y="1978387"/>
                  </a:lnTo>
                  <a:lnTo>
                    <a:pt x="3362326" y="2147887"/>
                  </a:lnTo>
                  <a:lnTo>
                    <a:pt x="3042772" y="2147887"/>
                  </a:lnTo>
                  <a:lnTo>
                    <a:pt x="2678113" y="1585108"/>
                  </a:lnTo>
                  <a:lnTo>
                    <a:pt x="2686689" y="1540670"/>
                  </a:lnTo>
                  <a:lnTo>
                    <a:pt x="2694313" y="1501627"/>
                  </a:lnTo>
                  <a:lnTo>
                    <a:pt x="2701937" y="1466711"/>
                  </a:lnTo>
                  <a:lnTo>
                    <a:pt x="2708607" y="1436556"/>
                  </a:lnTo>
                  <a:lnTo>
                    <a:pt x="2715278" y="1409576"/>
                  </a:lnTo>
                  <a:lnTo>
                    <a:pt x="2720995" y="1385770"/>
                  </a:lnTo>
                  <a:lnTo>
                    <a:pt x="2727031" y="1364186"/>
                  </a:lnTo>
                  <a:lnTo>
                    <a:pt x="2732748" y="1344823"/>
                  </a:lnTo>
                  <a:lnTo>
                    <a:pt x="2743548" y="1309272"/>
                  </a:lnTo>
                  <a:lnTo>
                    <a:pt x="2754348" y="1274991"/>
                  </a:lnTo>
                  <a:lnTo>
                    <a:pt x="2759748" y="1256581"/>
                  </a:lnTo>
                  <a:lnTo>
                    <a:pt x="2765784" y="1237219"/>
                  </a:lnTo>
                  <a:lnTo>
                    <a:pt x="2771819" y="1215635"/>
                  </a:lnTo>
                  <a:lnTo>
                    <a:pt x="2778490" y="1191511"/>
                  </a:lnTo>
                  <a:lnTo>
                    <a:pt x="2779760" y="1187067"/>
                  </a:lnTo>
                  <a:lnTo>
                    <a:pt x="2784843" y="1174370"/>
                  </a:lnTo>
                  <a:lnTo>
                    <a:pt x="2792466" y="1155960"/>
                  </a:lnTo>
                  <a:lnTo>
                    <a:pt x="2797866" y="1144851"/>
                  </a:lnTo>
                  <a:lnTo>
                    <a:pt x="2803266" y="1132789"/>
                  </a:lnTo>
                  <a:lnTo>
                    <a:pt x="2809619" y="1119775"/>
                  </a:lnTo>
                  <a:lnTo>
                    <a:pt x="2816607" y="1106443"/>
                  </a:lnTo>
                  <a:lnTo>
                    <a:pt x="2824549" y="1092794"/>
                  </a:lnTo>
                  <a:lnTo>
                    <a:pt x="2833125" y="1078828"/>
                  </a:lnTo>
                  <a:lnTo>
                    <a:pt x="2842019" y="1065179"/>
                  </a:lnTo>
                  <a:lnTo>
                    <a:pt x="2851549" y="1051530"/>
                  </a:lnTo>
                  <a:lnTo>
                    <a:pt x="2862031" y="1038516"/>
                  </a:lnTo>
                  <a:lnTo>
                    <a:pt x="2867113" y="1032168"/>
                  </a:lnTo>
                  <a:lnTo>
                    <a:pt x="2872831" y="1025820"/>
                  </a:lnTo>
                  <a:lnTo>
                    <a:pt x="2873149" y="1025820"/>
                  </a:lnTo>
                  <a:lnTo>
                    <a:pt x="2873466" y="1025820"/>
                  </a:lnTo>
                  <a:lnTo>
                    <a:pt x="2873784" y="1028041"/>
                  </a:lnTo>
                  <a:lnTo>
                    <a:pt x="2873466" y="1032168"/>
                  </a:lnTo>
                  <a:lnTo>
                    <a:pt x="2873149" y="1037881"/>
                  </a:lnTo>
                  <a:lnTo>
                    <a:pt x="2870607" y="1054387"/>
                  </a:lnTo>
                  <a:lnTo>
                    <a:pt x="2866796" y="1076289"/>
                  </a:lnTo>
                  <a:lnTo>
                    <a:pt x="2856313" y="1132471"/>
                  </a:lnTo>
                  <a:lnTo>
                    <a:pt x="2843925" y="1197859"/>
                  </a:lnTo>
                  <a:lnTo>
                    <a:pt x="2819784" y="1318160"/>
                  </a:lnTo>
                  <a:lnTo>
                    <a:pt x="2815654" y="1340062"/>
                  </a:lnTo>
                  <a:lnTo>
                    <a:pt x="2812478" y="1355933"/>
                  </a:lnTo>
                  <a:lnTo>
                    <a:pt x="2811525" y="1365455"/>
                  </a:lnTo>
                  <a:lnTo>
                    <a:pt x="2811207" y="1366725"/>
                  </a:lnTo>
                  <a:lnTo>
                    <a:pt x="2811525" y="1367042"/>
                  </a:lnTo>
                  <a:lnTo>
                    <a:pt x="2811843" y="1366407"/>
                  </a:lnTo>
                  <a:lnTo>
                    <a:pt x="2828678" y="1332761"/>
                  </a:lnTo>
                  <a:lnTo>
                    <a:pt x="2846149" y="1298798"/>
                  </a:lnTo>
                  <a:lnTo>
                    <a:pt x="2864255" y="1265469"/>
                  </a:lnTo>
                  <a:lnTo>
                    <a:pt x="2882360" y="1232775"/>
                  </a:lnTo>
                  <a:lnTo>
                    <a:pt x="2901419" y="1200716"/>
                  </a:lnTo>
                  <a:lnTo>
                    <a:pt x="2920160" y="1169927"/>
                  </a:lnTo>
                  <a:lnTo>
                    <a:pt x="2938584" y="1140089"/>
                  </a:lnTo>
                  <a:lnTo>
                    <a:pt x="2957325" y="1112792"/>
                  </a:lnTo>
                  <a:lnTo>
                    <a:pt x="2974796" y="1086764"/>
                  </a:lnTo>
                  <a:lnTo>
                    <a:pt x="2991314" y="1062957"/>
                  </a:lnTo>
                  <a:lnTo>
                    <a:pt x="3007514" y="1041373"/>
                  </a:lnTo>
                  <a:lnTo>
                    <a:pt x="3022125" y="1022963"/>
                  </a:lnTo>
                  <a:lnTo>
                    <a:pt x="3035467" y="1006775"/>
                  </a:lnTo>
                  <a:lnTo>
                    <a:pt x="3041820" y="999791"/>
                  </a:lnTo>
                  <a:lnTo>
                    <a:pt x="3047537" y="993760"/>
                  </a:lnTo>
                  <a:lnTo>
                    <a:pt x="3052620" y="988682"/>
                  </a:lnTo>
                  <a:lnTo>
                    <a:pt x="3057384" y="984555"/>
                  </a:lnTo>
                  <a:lnTo>
                    <a:pt x="3062149" y="981381"/>
                  </a:lnTo>
                  <a:lnTo>
                    <a:pt x="3065643" y="978524"/>
                  </a:lnTo>
                  <a:lnTo>
                    <a:pt x="3079937" y="971224"/>
                  </a:lnTo>
                  <a:lnTo>
                    <a:pt x="3094549" y="964241"/>
                  </a:lnTo>
                  <a:lnTo>
                    <a:pt x="3109161" y="958210"/>
                  </a:lnTo>
                  <a:lnTo>
                    <a:pt x="3116784" y="955353"/>
                  </a:lnTo>
                  <a:lnTo>
                    <a:pt x="3124408" y="953131"/>
                  </a:lnTo>
                  <a:lnTo>
                    <a:pt x="3132031" y="950909"/>
                  </a:lnTo>
                  <a:lnTo>
                    <a:pt x="3139337" y="948687"/>
                  </a:lnTo>
                  <a:lnTo>
                    <a:pt x="3146961" y="946783"/>
                  </a:lnTo>
                  <a:lnTo>
                    <a:pt x="3154902" y="945196"/>
                  </a:lnTo>
                  <a:lnTo>
                    <a:pt x="3162208" y="943609"/>
                  </a:lnTo>
                  <a:lnTo>
                    <a:pt x="3170149" y="942974"/>
                  </a:lnTo>
                  <a:lnTo>
                    <a:pt x="3178090" y="942339"/>
                  </a:lnTo>
                  <a:lnTo>
                    <a:pt x="3185714" y="941387"/>
                  </a:lnTo>
                  <a:close/>
                  <a:moveTo>
                    <a:pt x="176612" y="941387"/>
                  </a:moveTo>
                  <a:lnTo>
                    <a:pt x="184236" y="942339"/>
                  </a:lnTo>
                  <a:lnTo>
                    <a:pt x="192177" y="942974"/>
                  </a:lnTo>
                  <a:lnTo>
                    <a:pt x="200118" y="943609"/>
                  </a:lnTo>
                  <a:lnTo>
                    <a:pt x="207742" y="945196"/>
                  </a:lnTo>
                  <a:lnTo>
                    <a:pt x="215047" y="946783"/>
                  </a:lnTo>
                  <a:lnTo>
                    <a:pt x="222989" y="948687"/>
                  </a:lnTo>
                  <a:lnTo>
                    <a:pt x="230295" y="950909"/>
                  </a:lnTo>
                  <a:lnTo>
                    <a:pt x="238236" y="953131"/>
                  </a:lnTo>
                  <a:lnTo>
                    <a:pt x="245542" y="955353"/>
                  </a:lnTo>
                  <a:lnTo>
                    <a:pt x="253165" y="958210"/>
                  </a:lnTo>
                  <a:lnTo>
                    <a:pt x="268095" y="964241"/>
                  </a:lnTo>
                  <a:lnTo>
                    <a:pt x="282389" y="971224"/>
                  </a:lnTo>
                  <a:lnTo>
                    <a:pt x="296683" y="978524"/>
                  </a:lnTo>
                  <a:lnTo>
                    <a:pt x="300812" y="981381"/>
                  </a:lnTo>
                  <a:lnTo>
                    <a:pt x="304624" y="984555"/>
                  </a:lnTo>
                  <a:lnTo>
                    <a:pt x="309706" y="988682"/>
                  </a:lnTo>
                  <a:lnTo>
                    <a:pt x="314789" y="993760"/>
                  </a:lnTo>
                  <a:lnTo>
                    <a:pt x="320824" y="999791"/>
                  </a:lnTo>
                  <a:lnTo>
                    <a:pt x="326859" y="1006775"/>
                  </a:lnTo>
                  <a:lnTo>
                    <a:pt x="340201" y="1022963"/>
                  </a:lnTo>
                  <a:lnTo>
                    <a:pt x="354812" y="1041373"/>
                  </a:lnTo>
                  <a:lnTo>
                    <a:pt x="371012" y="1062957"/>
                  </a:lnTo>
                  <a:lnTo>
                    <a:pt x="387530" y="1086764"/>
                  </a:lnTo>
                  <a:lnTo>
                    <a:pt x="405636" y="1112792"/>
                  </a:lnTo>
                  <a:lnTo>
                    <a:pt x="423742" y="1140089"/>
                  </a:lnTo>
                  <a:lnTo>
                    <a:pt x="442166" y="1169927"/>
                  </a:lnTo>
                  <a:lnTo>
                    <a:pt x="460907" y="1200716"/>
                  </a:lnTo>
                  <a:lnTo>
                    <a:pt x="479966" y="1232775"/>
                  </a:lnTo>
                  <a:lnTo>
                    <a:pt x="498389" y="1265469"/>
                  </a:lnTo>
                  <a:lnTo>
                    <a:pt x="516177" y="1298798"/>
                  </a:lnTo>
                  <a:lnTo>
                    <a:pt x="533966" y="1332761"/>
                  </a:lnTo>
                  <a:lnTo>
                    <a:pt x="550801" y="1366407"/>
                  </a:lnTo>
                  <a:lnTo>
                    <a:pt x="550801" y="1367042"/>
                  </a:lnTo>
                  <a:lnTo>
                    <a:pt x="551119" y="1366725"/>
                  </a:lnTo>
                  <a:lnTo>
                    <a:pt x="551119" y="1365455"/>
                  </a:lnTo>
                  <a:lnTo>
                    <a:pt x="549848" y="1355933"/>
                  </a:lnTo>
                  <a:lnTo>
                    <a:pt x="546672" y="1340062"/>
                  </a:lnTo>
                  <a:lnTo>
                    <a:pt x="542542" y="1318160"/>
                  </a:lnTo>
                  <a:lnTo>
                    <a:pt x="519036" y="1197859"/>
                  </a:lnTo>
                  <a:lnTo>
                    <a:pt x="506013" y="1132471"/>
                  </a:lnTo>
                  <a:lnTo>
                    <a:pt x="495530" y="1076289"/>
                  </a:lnTo>
                  <a:lnTo>
                    <a:pt x="491719" y="1054387"/>
                  </a:lnTo>
                  <a:lnTo>
                    <a:pt x="489495" y="1037881"/>
                  </a:lnTo>
                  <a:lnTo>
                    <a:pt x="488860" y="1032168"/>
                  </a:lnTo>
                  <a:lnTo>
                    <a:pt x="488542" y="1028041"/>
                  </a:lnTo>
                  <a:lnTo>
                    <a:pt x="488860" y="1025820"/>
                  </a:lnTo>
                  <a:lnTo>
                    <a:pt x="489177" y="1025820"/>
                  </a:lnTo>
                  <a:lnTo>
                    <a:pt x="489495" y="1025820"/>
                  </a:lnTo>
                  <a:lnTo>
                    <a:pt x="495213" y="1032168"/>
                  </a:lnTo>
                  <a:lnTo>
                    <a:pt x="500295" y="1038516"/>
                  </a:lnTo>
                  <a:lnTo>
                    <a:pt x="510777" y="1051530"/>
                  </a:lnTo>
                  <a:lnTo>
                    <a:pt x="520307" y="1065179"/>
                  </a:lnTo>
                  <a:lnTo>
                    <a:pt x="529201" y="1078828"/>
                  </a:lnTo>
                  <a:lnTo>
                    <a:pt x="537777" y="1092794"/>
                  </a:lnTo>
                  <a:lnTo>
                    <a:pt x="545719" y="1106443"/>
                  </a:lnTo>
                  <a:lnTo>
                    <a:pt x="552707" y="1119775"/>
                  </a:lnTo>
                  <a:lnTo>
                    <a:pt x="559060" y="1132789"/>
                  </a:lnTo>
                  <a:lnTo>
                    <a:pt x="565095" y="1144851"/>
                  </a:lnTo>
                  <a:lnTo>
                    <a:pt x="569860" y="1155960"/>
                  </a:lnTo>
                  <a:lnTo>
                    <a:pt x="577483" y="1174370"/>
                  </a:lnTo>
                  <a:lnTo>
                    <a:pt x="582566" y="1187067"/>
                  </a:lnTo>
                  <a:lnTo>
                    <a:pt x="584154" y="1191511"/>
                  </a:lnTo>
                  <a:lnTo>
                    <a:pt x="590507" y="1215635"/>
                  </a:lnTo>
                  <a:lnTo>
                    <a:pt x="596542" y="1237219"/>
                  </a:lnTo>
                  <a:lnTo>
                    <a:pt x="602578" y="1256581"/>
                  </a:lnTo>
                  <a:lnTo>
                    <a:pt x="607978" y="1274991"/>
                  </a:lnTo>
                  <a:lnTo>
                    <a:pt x="618778" y="1309272"/>
                  </a:lnTo>
                  <a:lnTo>
                    <a:pt x="629895" y="1344823"/>
                  </a:lnTo>
                  <a:lnTo>
                    <a:pt x="635613" y="1364186"/>
                  </a:lnTo>
                  <a:lnTo>
                    <a:pt x="641013" y="1385770"/>
                  </a:lnTo>
                  <a:lnTo>
                    <a:pt x="647366" y="1409576"/>
                  </a:lnTo>
                  <a:lnTo>
                    <a:pt x="653719" y="1436556"/>
                  </a:lnTo>
                  <a:lnTo>
                    <a:pt x="660389" y="1466711"/>
                  </a:lnTo>
                  <a:lnTo>
                    <a:pt x="668013" y="1501627"/>
                  </a:lnTo>
                  <a:lnTo>
                    <a:pt x="675636" y="1540670"/>
                  </a:lnTo>
                  <a:lnTo>
                    <a:pt x="684213" y="1585108"/>
                  </a:lnTo>
                  <a:lnTo>
                    <a:pt x="319871" y="2147887"/>
                  </a:lnTo>
                  <a:lnTo>
                    <a:pt x="0" y="2147887"/>
                  </a:lnTo>
                  <a:lnTo>
                    <a:pt x="318" y="1978387"/>
                  </a:lnTo>
                  <a:lnTo>
                    <a:pt x="953" y="1828884"/>
                  </a:lnTo>
                  <a:lnTo>
                    <a:pt x="2541" y="1696204"/>
                  </a:lnTo>
                  <a:lnTo>
                    <a:pt x="4447" y="1578442"/>
                  </a:lnTo>
                  <a:lnTo>
                    <a:pt x="6671" y="1472425"/>
                  </a:lnTo>
                  <a:lnTo>
                    <a:pt x="8894" y="1374343"/>
                  </a:lnTo>
                  <a:lnTo>
                    <a:pt x="11753" y="1282609"/>
                  </a:lnTo>
                  <a:lnTo>
                    <a:pt x="14612" y="1193415"/>
                  </a:lnTo>
                  <a:lnTo>
                    <a:pt x="17153" y="1179767"/>
                  </a:lnTo>
                  <a:lnTo>
                    <a:pt x="19694" y="1166118"/>
                  </a:lnTo>
                  <a:lnTo>
                    <a:pt x="23188" y="1153104"/>
                  </a:lnTo>
                  <a:lnTo>
                    <a:pt x="26365" y="1140724"/>
                  </a:lnTo>
                  <a:lnTo>
                    <a:pt x="29859" y="1128662"/>
                  </a:lnTo>
                  <a:lnTo>
                    <a:pt x="33671" y="1116918"/>
                  </a:lnTo>
                  <a:lnTo>
                    <a:pt x="37800" y="1105808"/>
                  </a:lnTo>
                  <a:lnTo>
                    <a:pt x="42247" y="1094699"/>
                  </a:lnTo>
                  <a:lnTo>
                    <a:pt x="46694" y="1084224"/>
                  </a:lnTo>
                  <a:lnTo>
                    <a:pt x="51777" y="1074067"/>
                  </a:lnTo>
                  <a:lnTo>
                    <a:pt x="56541" y="1064544"/>
                  </a:lnTo>
                  <a:lnTo>
                    <a:pt x="61624" y="1054704"/>
                  </a:lnTo>
                  <a:lnTo>
                    <a:pt x="67024" y="1045817"/>
                  </a:lnTo>
                  <a:lnTo>
                    <a:pt x="72424" y="1037247"/>
                  </a:lnTo>
                  <a:lnTo>
                    <a:pt x="78141" y="1029311"/>
                  </a:lnTo>
                  <a:lnTo>
                    <a:pt x="83541" y="1021376"/>
                  </a:lnTo>
                  <a:lnTo>
                    <a:pt x="89259" y="1014075"/>
                  </a:lnTo>
                  <a:lnTo>
                    <a:pt x="95294" y="1006457"/>
                  </a:lnTo>
                  <a:lnTo>
                    <a:pt x="101012" y="999791"/>
                  </a:lnTo>
                  <a:lnTo>
                    <a:pt x="107047" y="993443"/>
                  </a:lnTo>
                  <a:lnTo>
                    <a:pt x="113083" y="987095"/>
                  </a:lnTo>
                  <a:lnTo>
                    <a:pt x="118800" y="981699"/>
                  </a:lnTo>
                  <a:lnTo>
                    <a:pt x="124836" y="975985"/>
                  </a:lnTo>
                  <a:lnTo>
                    <a:pt x="130871" y="970906"/>
                  </a:lnTo>
                  <a:lnTo>
                    <a:pt x="136906" y="966145"/>
                  </a:lnTo>
                  <a:lnTo>
                    <a:pt x="142624" y="962019"/>
                  </a:lnTo>
                  <a:lnTo>
                    <a:pt x="148659" y="957575"/>
                  </a:lnTo>
                  <a:lnTo>
                    <a:pt x="154694" y="953766"/>
                  </a:lnTo>
                  <a:lnTo>
                    <a:pt x="165812" y="947100"/>
                  </a:lnTo>
                  <a:lnTo>
                    <a:pt x="176612" y="941387"/>
                  </a:lnTo>
                  <a:close/>
                  <a:moveTo>
                    <a:pt x="1531981" y="658812"/>
                  </a:moveTo>
                  <a:lnTo>
                    <a:pt x="1531981" y="659130"/>
                  </a:lnTo>
                  <a:lnTo>
                    <a:pt x="1532299" y="658812"/>
                  </a:lnTo>
                  <a:lnTo>
                    <a:pt x="1532934" y="669616"/>
                  </a:lnTo>
                  <a:lnTo>
                    <a:pt x="1534523" y="682009"/>
                  </a:lnTo>
                  <a:lnTo>
                    <a:pt x="1536430" y="695673"/>
                  </a:lnTo>
                  <a:lnTo>
                    <a:pt x="1538654" y="711244"/>
                  </a:lnTo>
                  <a:lnTo>
                    <a:pt x="1541514" y="728085"/>
                  </a:lnTo>
                  <a:lnTo>
                    <a:pt x="1545327" y="746198"/>
                  </a:lnTo>
                  <a:lnTo>
                    <a:pt x="1549458" y="765900"/>
                  </a:lnTo>
                  <a:lnTo>
                    <a:pt x="1554543" y="786873"/>
                  </a:lnTo>
                  <a:lnTo>
                    <a:pt x="1560263" y="808799"/>
                  </a:lnTo>
                  <a:lnTo>
                    <a:pt x="1566936" y="831678"/>
                  </a:lnTo>
                  <a:lnTo>
                    <a:pt x="1574562" y="855828"/>
                  </a:lnTo>
                  <a:lnTo>
                    <a:pt x="1583142" y="881250"/>
                  </a:lnTo>
                  <a:lnTo>
                    <a:pt x="1592993" y="907307"/>
                  </a:lnTo>
                  <a:lnTo>
                    <a:pt x="1604115" y="934000"/>
                  </a:lnTo>
                  <a:lnTo>
                    <a:pt x="1615872" y="961963"/>
                  </a:lnTo>
                  <a:lnTo>
                    <a:pt x="1629218" y="990245"/>
                  </a:lnTo>
                  <a:lnTo>
                    <a:pt x="1633667" y="953066"/>
                  </a:lnTo>
                  <a:lnTo>
                    <a:pt x="1638752" y="917476"/>
                  </a:lnTo>
                  <a:lnTo>
                    <a:pt x="1643518" y="884745"/>
                  </a:lnTo>
                  <a:lnTo>
                    <a:pt x="1648285" y="855193"/>
                  </a:lnTo>
                  <a:lnTo>
                    <a:pt x="1652733" y="830089"/>
                  </a:lnTo>
                  <a:lnTo>
                    <a:pt x="1656547" y="809752"/>
                  </a:lnTo>
                  <a:lnTo>
                    <a:pt x="1660678" y="788779"/>
                  </a:lnTo>
                  <a:lnTo>
                    <a:pt x="1633350" y="725225"/>
                  </a:lnTo>
                  <a:lnTo>
                    <a:pt x="1677202" y="683280"/>
                  </a:lnTo>
                  <a:lnTo>
                    <a:pt x="1708661" y="683280"/>
                  </a:lnTo>
                  <a:lnTo>
                    <a:pt x="1752831" y="725225"/>
                  </a:lnTo>
                  <a:lnTo>
                    <a:pt x="1725503" y="788779"/>
                  </a:lnTo>
                  <a:lnTo>
                    <a:pt x="1729634" y="809752"/>
                  </a:lnTo>
                  <a:lnTo>
                    <a:pt x="1737578" y="855193"/>
                  </a:lnTo>
                  <a:lnTo>
                    <a:pt x="1742344" y="884745"/>
                  </a:lnTo>
                  <a:lnTo>
                    <a:pt x="1747111" y="917476"/>
                  </a:lnTo>
                  <a:lnTo>
                    <a:pt x="1752513" y="953066"/>
                  </a:lnTo>
                  <a:lnTo>
                    <a:pt x="1756962" y="990245"/>
                  </a:lnTo>
                  <a:lnTo>
                    <a:pt x="1770308" y="961963"/>
                  </a:lnTo>
                  <a:lnTo>
                    <a:pt x="1782066" y="934000"/>
                  </a:lnTo>
                  <a:lnTo>
                    <a:pt x="1792870" y="907307"/>
                  </a:lnTo>
                  <a:lnTo>
                    <a:pt x="1802720" y="881250"/>
                  </a:lnTo>
                  <a:lnTo>
                    <a:pt x="1811618" y="855828"/>
                  </a:lnTo>
                  <a:lnTo>
                    <a:pt x="1818927" y="831678"/>
                  </a:lnTo>
                  <a:lnTo>
                    <a:pt x="1825600" y="808799"/>
                  </a:lnTo>
                  <a:lnTo>
                    <a:pt x="1831638" y="786873"/>
                  </a:lnTo>
                  <a:lnTo>
                    <a:pt x="1836404" y="765900"/>
                  </a:lnTo>
                  <a:lnTo>
                    <a:pt x="1840853" y="746198"/>
                  </a:lnTo>
                  <a:lnTo>
                    <a:pt x="1844348" y="728085"/>
                  </a:lnTo>
                  <a:lnTo>
                    <a:pt x="1847208" y="711244"/>
                  </a:lnTo>
                  <a:lnTo>
                    <a:pt x="1849750" y="695673"/>
                  </a:lnTo>
                  <a:lnTo>
                    <a:pt x="1851657" y="682009"/>
                  </a:lnTo>
                  <a:lnTo>
                    <a:pt x="1852928" y="669616"/>
                  </a:lnTo>
                  <a:lnTo>
                    <a:pt x="1853881" y="658812"/>
                  </a:lnTo>
                  <a:lnTo>
                    <a:pt x="1854199" y="659130"/>
                  </a:lnTo>
                  <a:lnTo>
                    <a:pt x="1854199" y="658812"/>
                  </a:lnTo>
                  <a:lnTo>
                    <a:pt x="1871359" y="662943"/>
                  </a:lnTo>
                  <a:lnTo>
                    <a:pt x="1889154" y="667392"/>
                  </a:lnTo>
                  <a:lnTo>
                    <a:pt x="1908220" y="673111"/>
                  </a:lnTo>
                  <a:lnTo>
                    <a:pt x="1927922" y="679467"/>
                  </a:lnTo>
                  <a:lnTo>
                    <a:pt x="1946988" y="684869"/>
                  </a:lnTo>
                  <a:lnTo>
                    <a:pt x="1964465" y="690271"/>
                  </a:lnTo>
                  <a:lnTo>
                    <a:pt x="1980354" y="695355"/>
                  </a:lnTo>
                  <a:lnTo>
                    <a:pt x="1994971" y="700122"/>
                  </a:lnTo>
                  <a:lnTo>
                    <a:pt x="2008000" y="704888"/>
                  </a:lnTo>
                  <a:lnTo>
                    <a:pt x="2019757" y="709337"/>
                  </a:lnTo>
                  <a:lnTo>
                    <a:pt x="2030243" y="713786"/>
                  </a:lnTo>
                  <a:lnTo>
                    <a:pt x="2039459" y="717917"/>
                  </a:lnTo>
                  <a:lnTo>
                    <a:pt x="2047721" y="722048"/>
                  </a:lnTo>
                  <a:lnTo>
                    <a:pt x="2054712" y="725861"/>
                  </a:lnTo>
                  <a:lnTo>
                    <a:pt x="2060749" y="729674"/>
                  </a:lnTo>
                  <a:lnTo>
                    <a:pt x="2065834" y="733170"/>
                  </a:lnTo>
                  <a:lnTo>
                    <a:pt x="2070282" y="736665"/>
                  </a:lnTo>
                  <a:lnTo>
                    <a:pt x="2073778" y="739843"/>
                  </a:lnTo>
                  <a:lnTo>
                    <a:pt x="2076638" y="743021"/>
                  </a:lnTo>
                  <a:lnTo>
                    <a:pt x="2078862" y="746198"/>
                  </a:lnTo>
                  <a:lnTo>
                    <a:pt x="2084264" y="751600"/>
                  </a:lnTo>
                  <a:lnTo>
                    <a:pt x="2089348" y="757002"/>
                  </a:lnTo>
                  <a:lnTo>
                    <a:pt x="2093797" y="763040"/>
                  </a:lnTo>
                  <a:lnTo>
                    <a:pt x="2097928" y="769395"/>
                  </a:lnTo>
                  <a:lnTo>
                    <a:pt x="2100788" y="774480"/>
                  </a:lnTo>
                  <a:lnTo>
                    <a:pt x="2109368" y="788779"/>
                  </a:lnTo>
                  <a:lnTo>
                    <a:pt x="2139238" y="838033"/>
                  </a:lnTo>
                  <a:lnTo>
                    <a:pt x="2158940" y="870446"/>
                  </a:lnTo>
                  <a:lnTo>
                    <a:pt x="2180866" y="905400"/>
                  </a:lnTo>
                  <a:lnTo>
                    <a:pt x="2203428" y="941626"/>
                  </a:lnTo>
                  <a:lnTo>
                    <a:pt x="2226942" y="977216"/>
                  </a:lnTo>
                  <a:lnTo>
                    <a:pt x="2242196" y="999778"/>
                  </a:lnTo>
                  <a:lnTo>
                    <a:pt x="2256495" y="1021068"/>
                  </a:lnTo>
                  <a:lnTo>
                    <a:pt x="2280963" y="997553"/>
                  </a:lnTo>
                  <a:lnTo>
                    <a:pt x="2305749" y="972450"/>
                  </a:lnTo>
                  <a:lnTo>
                    <a:pt x="2326086" y="951159"/>
                  </a:lnTo>
                  <a:lnTo>
                    <a:pt x="2345470" y="930186"/>
                  </a:lnTo>
                  <a:lnTo>
                    <a:pt x="2380107" y="892372"/>
                  </a:lnTo>
                  <a:lnTo>
                    <a:pt x="2405529" y="864090"/>
                  </a:lnTo>
                  <a:lnTo>
                    <a:pt x="2417286" y="850109"/>
                  </a:lnTo>
                  <a:lnTo>
                    <a:pt x="2417922" y="849791"/>
                  </a:lnTo>
                  <a:lnTo>
                    <a:pt x="2421735" y="845660"/>
                  </a:lnTo>
                  <a:lnTo>
                    <a:pt x="2425548" y="841847"/>
                  </a:lnTo>
                  <a:lnTo>
                    <a:pt x="2429679" y="838033"/>
                  </a:lnTo>
                  <a:lnTo>
                    <a:pt x="2433493" y="834856"/>
                  </a:lnTo>
                  <a:lnTo>
                    <a:pt x="2437941" y="831678"/>
                  </a:lnTo>
                  <a:lnTo>
                    <a:pt x="2442072" y="828818"/>
                  </a:lnTo>
                  <a:lnTo>
                    <a:pt x="2446521" y="826276"/>
                  </a:lnTo>
                  <a:lnTo>
                    <a:pt x="2451605" y="823734"/>
                  </a:lnTo>
                  <a:lnTo>
                    <a:pt x="2456054" y="821509"/>
                  </a:lnTo>
                  <a:lnTo>
                    <a:pt x="2460821" y="819603"/>
                  </a:lnTo>
                  <a:lnTo>
                    <a:pt x="2465587" y="818014"/>
                  </a:lnTo>
                  <a:lnTo>
                    <a:pt x="2470672" y="816425"/>
                  </a:lnTo>
                  <a:lnTo>
                    <a:pt x="2475756" y="815154"/>
                  </a:lnTo>
                  <a:lnTo>
                    <a:pt x="2480522" y="814201"/>
                  </a:lnTo>
                  <a:lnTo>
                    <a:pt x="2485607" y="813565"/>
                  </a:lnTo>
                  <a:lnTo>
                    <a:pt x="2491009" y="812930"/>
                  </a:lnTo>
                  <a:lnTo>
                    <a:pt x="2495775" y="812930"/>
                  </a:lnTo>
                  <a:lnTo>
                    <a:pt x="2500860" y="812930"/>
                  </a:lnTo>
                  <a:lnTo>
                    <a:pt x="2506262" y="812930"/>
                  </a:lnTo>
                  <a:lnTo>
                    <a:pt x="2511346" y="813565"/>
                  </a:lnTo>
                  <a:lnTo>
                    <a:pt x="2516113" y="814201"/>
                  </a:lnTo>
                  <a:lnTo>
                    <a:pt x="2521515" y="815154"/>
                  </a:lnTo>
                  <a:lnTo>
                    <a:pt x="2526281" y="816425"/>
                  </a:lnTo>
                  <a:lnTo>
                    <a:pt x="2531366" y="817696"/>
                  </a:lnTo>
                  <a:lnTo>
                    <a:pt x="2536132" y="819603"/>
                  </a:lnTo>
                  <a:lnTo>
                    <a:pt x="2541216" y="821509"/>
                  </a:lnTo>
                  <a:lnTo>
                    <a:pt x="2545983" y="823734"/>
                  </a:lnTo>
                  <a:lnTo>
                    <a:pt x="2550432" y="826276"/>
                  </a:lnTo>
                  <a:lnTo>
                    <a:pt x="2555198" y="828818"/>
                  </a:lnTo>
                  <a:lnTo>
                    <a:pt x="2559647" y="831678"/>
                  </a:lnTo>
                  <a:lnTo>
                    <a:pt x="2563778" y="835174"/>
                  </a:lnTo>
                  <a:lnTo>
                    <a:pt x="2568227" y="838351"/>
                  </a:lnTo>
                  <a:lnTo>
                    <a:pt x="2572358" y="842164"/>
                  </a:lnTo>
                  <a:lnTo>
                    <a:pt x="2576171" y="845978"/>
                  </a:lnTo>
                  <a:lnTo>
                    <a:pt x="2579666" y="850109"/>
                  </a:lnTo>
                  <a:lnTo>
                    <a:pt x="2583162" y="854240"/>
                  </a:lnTo>
                  <a:lnTo>
                    <a:pt x="2586022" y="858688"/>
                  </a:lnTo>
                  <a:lnTo>
                    <a:pt x="2589200" y="863137"/>
                  </a:lnTo>
                  <a:lnTo>
                    <a:pt x="2591742" y="867586"/>
                  </a:lnTo>
                  <a:lnTo>
                    <a:pt x="2593966" y="872035"/>
                  </a:lnTo>
                  <a:lnTo>
                    <a:pt x="2596190" y="876801"/>
                  </a:lnTo>
                  <a:lnTo>
                    <a:pt x="2598097" y="881250"/>
                  </a:lnTo>
                  <a:lnTo>
                    <a:pt x="2600004" y="886334"/>
                  </a:lnTo>
                  <a:lnTo>
                    <a:pt x="2601275" y="891419"/>
                  </a:lnTo>
                  <a:lnTo>
                    <a:pt x="2602546" y="896185"/>
                  </a:lnTo>
                  <a:lnTo>
                    <a:pt x="2603499" y="901269"/>
                  </a:lnTo>
                  <a:lnTo>
                    <a:pt x="2604452" y="906036"/>
                  </a:lnTo>
                  <a:lnTo>
                    <a:pt x="2604770" y="911438"/>
                  </a:lnTo>
                  <a:lnTo>
                    <a:pt x="2605088" y="916522"/>
                  </a:lnTo>
                  <a:lnTo>
                    <a:pt x="2605088" y="921289"/>
                  </a:lnTo>
                  <a:lnTo>
                    <a:pt x="2604770" y="926691"/>
                  </a:lnTo>
                  <a:lnTo>
                    <a:pt x="2604452" y="931775"/>
                  </a:lnTo>
                  <a:lnTo>
                    <a:pt x="2603499" y="936542"/>
                  </a:lnTo>
                  <a:lnTo>
                    <a:pt x="2602546" y="941944"/>
                  </a:lnTo>
                  <a:lnTo>
                    <a:pt x="2601275" y="947028"/>
                  </a:lnTo>
                  <a:lnTo>
                    <a:pt x="2600004" y="951795"/>
                  </a:lnTo>
                  <a:lnTo>
                    <a:pt x="2598415" y="956879"/>
                  </a:lnTo>
                  <a:lnTo>
                    <a:pt x="2596190" y="961646"/>
                  </a:lnTo>
                  <a:lnTo>
                    <a:pt x="2593966" y="966412"/>
                  </a:lnTo>
                  <a:lnTo>
                    <a:pt x="2591742" y="970861"/>
                  </a:lnTo>
                  <a:lnTo>
                    <a:pt x="2588564" y="975627"/>
                  </a:lnTo>
                  <a:lnTo>
                    <a:pt x="2585704" y="980076"/>
                  </a:lnTo>
                  <a:lnTo>
                    <a:pt x="2582844" y="984207"/>
                  </a:lnTo>
                  <a:lnTo>
                    <a:pt x="2579349" y="988656"/>
                  </a:lnTo>
                  <a:lnTo>
                    <a:pt x="2566638" y="1003273"/>
                  </a:lnTo>
                  <a:lnTo>
                    <a:pt x="2534543" y="1039181"/>
                  </a:lnTo>
                  <a:lnTo>
                    <a:pt x="2512935" y="1063014"/>
                  </a:lnTo>
                  <a:lnTo>
                    <a:pt x="2488784" y="1089071"/>
                  </a:lnTo>
                  <a:lnTo>
                    <a:pt x="2463045" y="1116399"/>
                  </a:lnTo>
                  <a:lnTo>
                    <a:pt x="2436352" y="1143409"/>
                  </a:lnTo>
                  <a:lnTo>
                    <a:pt x="2417922" y="1161204"/>
                  </a:lnTo>
                  <a:lnTo>
                    <a:pt x="2400127" y="1178682"/>
                  </a:lnTo>
                  <a:lnTo>
                    <a:pt x="2382332" y="1195206"/>
                  </a:lnTo>
                  <a:lnTo>
                    <a:pt x="2364537" y="1210776"/>
                  </a:lnTo>
                  <a:lnTo>
                    <a:pt x="2354050" y="1219038"/>
                  </a:lnTo>
                  <a:lnTo>
                    <a:pt x="2343882" y="1226983"/>
                  </a:lnTo>
                  <a:lnTo>
                    <a:pt x="2333395" y="1234927"/>
                  </a:lnTo>
                  <a:lnTo>
                    <a:pt x="2322591" y="1241918"/>
                  </a:lnTo>
                  <a:lnTo>
                    <a:pt x="2316236" y="1246049"/>
                  </a:lnTo>
                  <a:lnTo>
                    <a:pt x="2309562" y="1249862"/>
                  </a:lnTo>
                  <a:lnTo>
                    <a:pt x="2301936" y="1253357"/>
                  </a:lnTo>
                  <a:lnTo>
                    <a:pt x="2294310" y="1257171"/>
                  </a:lnTo>
                  <a:lnTo>
                    <a:pt x="2284141" y="1260984"/>
                  </a:lnTo>
                  <a:lnTo>
                    <a:pt x="2279057" y="1262891"/>
                  </a:lnTo>
                  <a:lnTo>
                    <a:pt x="2272701" y="1264797"/>
                  </a:lnTo>
                  <a:lnTo>
                    <a:pt x="2266346" y="1266068"/>
                  </a:lnTo>
                  <a:lnTo>
                    <a:pt x="2258720" y="1267339"/>
                  </a:lnTo>
                  <a:lnTo>
                    <a:pt x="2250775" y="1267975"/>
                  </a:lnTo>
                  <a:lnTo>
                    <a:pt x="2241242" y="1268610"/>
                  </a:lnTo>
                  <a:lnTo>
                    <a:pt x="2233934" y="1268293"/>
                  </a:lnTo>
                  <a:lnTo>
                    <a:pt x="2226307" y="1267657"/>
                  </a:lnTo>
                  <a:lnTo>
                    <a:pt x="2217727" y="1266068"/>
                  </a:lnTo>
                  <a:lnTo>
                    <a:pt x="2209148" y="1263844"/>
                  </a:lnTo>
                  <a:lnTo>
                    <a:pt x="2198979" y="1260666"/>
                  </a:lnTo>
                  <a:lnTo>
                    <a:pt x="2190717" y="1257171"/>
                  </a:lnTo>
                  <a:lnTo>
                    <a:pt x="2184044" y="1253357"/>
                  </a:lnTo>
                  <a:lnTo>
                    <a:pt x="2178324" y="1250180"/>
                  </a:lnTo>
                  <a:lnTo>
                    <a:pt x="2172922" y="1246684"/>
                  </a:lnTo>
                  <a:lnTo>
                    <a:pt x="2168473" y="1243824"/>
                  </a:lnTo>
                  <a:lnTo>
                    <a:pt x="2160846" y="1237787"/>
                  </a:lnTo>
                  <a:lnTo>
                    <a:pt x="2154491" y="1232067"/>
                  </a:lnTo>
                  <a:lnTo>
                    <a:pt x="2148454" y="1226347"/>
                  </a:lnTo>
                  <a:lnTo>
                    <a:pt x="2137967" y="1215225"/>
                  </a:lnTo>
                  <a:lnTo>
                    <a:pt x="2128116" y="1204103"/>
                  </a:lnTo>
                  <a:lnTo>
                    <a:pt x="2118265" y="1192028"/>
                  </a:lnTo>
                  <a:lnTo>
                    <a:pt x="2109050" y="1179953"/>
                  </a:lnTo>
                  <a:lnTo>
                    <a:pt x="2098882" y="1166924"/>
                  </a:lnTo>
                  <a:lnTo>
                    <a:pt x="2078862" y="1138961"/>
                  </a:lnTo>
                  <a:lnTo>
                    <a:pt x="2058525" y="1108773"/>
                  </a:lnTo>
                  <a:lnTo>
                    <a:pt x="2037552" y="1077313"/>
                  </a:lnTo>
                  <a:lnTo>
                    <a:pt x="2017215" y="1045219"/>
                  </a:lnTo>
                  <a:lnTo>
                    <a:pt x="2012766" y="1038546"/>
                  </a:lnTo>
                  <a:lnTo>
                    <a:pt x="2012766" y="1409700"/>
                  </a:lnTo>
                  <a:lnTo>
                    <a:pt x="1373096" y="1409700"/>
                  </a:lnTo>
                  <a:lnTo>
                    <a:pt x="1373096" y="1002002"/>
                  </a:lnTo>
                  <a:lnTo>
                    <a:pt x="1372779" y="1002002"/>
                  </a:lnTo>
                  <a:lnTo>
                    <a:pt x="1371190" y="1003591"/>
                  </a:lnTo>
                  <a:lnTo>
                    <a:pt x="1369283" y="1005815"/>
                  </a:lnTo>
                  <a:lnTo>
                    <a:pt x="1367694" y="1009311"/>
                  </a:lnTo>
                  <a:lnTo>
                    <a:pt x="1365470" y="1013124"/>
                  </a:lnTo>
                  <a:lnTo>
                    <a:pt x="1363246" y="1018526"/>
                  </a:lnTo>
                  <a:lnTo>
                    <a:pt x="1361339" y="1024882"/>
                  </a:lnTo>
                  <a:lnTo>
                    <a:pt x="1356572" y="1039181"/>
                  </a:lnTo>
                  <a:lnTo>
                    <a:pt x="1351806" y="1056658"/>
                  </a:lnTo>
                  <a:lnTo>
                    <a:pt x="1347039" y="1077313"/>
                  </a:lnTo>
                  <a:lnTo>
                    <a:pt x="1342273" y="1099557"/>
                  </a:lnTo>
                  <a:lnTo>
                    <a:pt x="1337506" y="1124025"/>
                  </a:lnTo>
                  <a:lnTo>
                    <a:pt x="1332740" y="1149765"/>
                  </a:lnTo>
                  <a:lnTo>
                    <a:pt x="1328291" y="1176775"/>
                  </a:lnTo>
                  <a:lnTo>
                    <a:pt x="1324160" y="1204421"/>
                  </a:lnTo>
                  <a:lnTo>
                    <a:pt x="1320029" y="1232702"/>
                  </a:lnTo>
                  <a:lnTo>
                    <a:pt x="1316534" y="1260984"/>
                  </a:lnTo>
                  <a:lnTo>
                    <a:pt x="1313674" y="1288948"/>
                  </a:lnTo>
                  <a:lnTo>
                    <a:pt x="1311449" y="1316276"/>
                  </a:lnTo>
                  <a:lnTo>
                    <a:pt x="1309543" y="1342333"/>
                  </a:lnTo>
                  <a:lnTo>
                    <a:pt x="1308589" y="1375699"/>
                  </a:lnTo>
                  <a:lnTo>
                    <a:pt x="1307636" y="1409700"/>
                  </a:lnTo>
                  <a:lnTo>
                    <a:pt x="1106488" y="1409700"/>
                  </a:lnTo>
                  <a:lnTo>
                    <a:pt x="1106488" y="1388409"/>
                  </a:lnTo>
                  <a:lnTo>
                    <a:pt x="1106488" y="1368072"/>
                  </a:lnTo>
                  <a:lnTo>
                    <a:pt x="1107441" y="1348688"/>
                  </a:lnTo>
                  <a:lnTo>
                    <a:pt x="1108077" y="1330893"/>
                  </a:lnTo>
                  <a:lnTo>
                    <a:pt x="1111255" y="1293396"/>
                  </a:lnTo>
                  <a:lnTo>
                    <a:pt x="1114750" y="1257171"/>
                  </a:lnTo>
                  <a:lnTo>
                    <a:pt x="1118563" y="1222534"/>
                  </a:lnTo>
                  <a:lnTo>
                    <a:pt x="1122694" y="1189486"/>
                  </a:lnTo>
                  <a:lnTo>
                    <a:pt x="1127143" y="1158345"/>
                  </a:lnTo>
                  <a:lnTo>
                    <a:pt x="1131592" y="1128156"/>
                  </a:lnTo>
                  <a:lnTo>
                    <a:pt x="1136358" y="1099875"/>
                  </a:lnTo>
                  <a:lnTo>
                    <a:pt x="1141125" y="1072865"/>
                  </a:lnTo>
                  <a:lnTo>
                    <a:pt x="1146209" y="1047125"/>
                  </a:lnTo>
                  <a:lnTo>
                    <a:pt x="1151929" y="1022975"/>
                  </a:lnTo>
                  <a:lnTo>
                    <a:pt x="1157013" y="999778"/>
                  </a:lnTo>
                  <a:lnTo>
                    <a:pt x="1162733" y="978170"/>
                  </a:lnTo>
                  <a:lnTo>
                    <a:pt x="1168135" y="957832"/>
                  </a:lnTo>
                  <a:lnTo>
                    <a:pt x="1174173" y="938448"/>
                  </a:lnTo>
                  <a:lnTo>
                    <a:pt x="1179893" y="920653"/>
                  </a:lnTo>
                  <a:lnTo>
                    <a:pt x="1185295" y="903812"/>
                  </a:lnTo>
                  <a:lnTo>
                    <a:pt x="1191332" y="887923"/>
                  </a:lnTo>
                  <a:lnTo>
                    <a:pt x="1197052" y="873306"/>
                  </a:lnTo>
                  <a:lnTo>
                    <a:pt x="1202454" y="859959"/>
                  </a:lnTo>
                  <a:lnTo>
                    <a:pt x="1208174" y="847567"/>
                  </a:lnTo>
                  <a:lnTo>
                    <a:pt x="1213258" y="835809"/>
                  </a:lnTo>
                  <a:lnTo>
                    <a:pt x="1218343" y="825005"/>
                  </a:lnTo>
                  <a:lnTo>
                    <a:pt x="1223745" y="815472"/>
                  </a:lnTo>
                  <a:lnTo>
                    <a:pt x="1228511" y="806892"/>
                  </a:lnTo>
                  <a:lnTo>
                    <a:pt x="1233278" y="798948"/>
                  </a:lnTo>
                  <a:lnTo>
                    <a:pt x="1237727" y="791957"/>
                  </a:lnTo>
                  <a:lnTo>
                    <a:pt x="1245989" y="780199"/>
                  </a:lnTo>
                  <a:lnTo>
                    <a:pt x="1252980" y="771302"/>
                  </a:lnTo>
                  <a:lnTo>
                    <a:pt x="1258700" y="764947"/>
                  </a:lnTo>
                  <a:lnTo>
                    <a:pt x="1269186" y="759545"/>
                  </a:lnTo>
                  <a:lnTo>
                    <a:pt x="1280308" y="754142"/>
                  </a:lnTo>
                  <a:lnTo>
                    <a:pt x="1292383" y="748105"/>
                  </a:lnTo>
                  <a:lnTo>
                    <a:pt x="1304776" y="742703"/>
                  </a:lnTo>
                  <a:lnTo>
                    <a:pt x="1331469" y="731263"/>
                  </a:lnTo>
                  <a:lnTo>
                    <a:pt x="1359750" y="720141"/>
                  </a:lnTo>
                  <a:lnTo>
                    <a:pt x="1388349" y="709973"/>
                  </a:lnTo>
                  <a:lnTo>
                    <a:pt x="1416949" y="699486"/>
                  </a:lnTo>
                  <a:lnTo>
                    <a:pt x="1444595" y="690271"/>
                  </a:lnTo>
                  <a:lnTo>
                    <a:pt x="1470652" y="681691"/>
                  </a:lnTo>
                  <a:lnTo>
                    <a:pt x="1477325" y="677878"/>
                  </a:lnTo>
                  <a:lnTo>
                    <a:pt x="1484316" y="674065"/>
                  </a:lnTo>
                  <a:lnTo>
                    <a:pt x="1491624" y="671205"/>
                  </a:lnTo>
                  <a:lnTo>
                    <a:pt x="1499569" y="668027"/>
                  </a:lnTo>
                  <a:lnTo>
                    <a:pt x="1507513" y="665167"/>
                  </a:lnTo>
                  <a:lnTo>
                    <a:pt x="1515139" y="662943"/>
                  </a:lnTo>
                  <a:lnTo>
                    <a:pt x="1523401" y="660718"/>
                  </a:lnTo>
                  <a:lnTo>
                    <a:pt x="1531981" y="658812"/>
                  </a:lnTo>
                  <a:close/>
                  <a:moveTo>
                    <a:pt x="3016555" y="246062"/>
                  </a:moveTo>
                  <a:lnTo>
                    <a:pt x="3026093" y="246062"/>
                  </a:lnTo>
                  <a:lnTo>
                    <a:pt x="3039447" y="247014"/>
                  </a:lnTo>
                  <a:lnTo>
                    <a:pt x="3052165" y="248600"/>
                  </a:lnTo>
                  <a:lnTo>
                    <a:pt x="3064883" y="250822"/>
                  </a:lnTo>
                  <a:lnTo>
                    <a:pt x="3076965" y="253360"/>
                  </a:lnTo>
                  <a:lnTo>
                    <a:pt x="3089047" y="256851"/>
                  </a:lnTo>
                  <a:lnTo>
                    <a:pt x="3100493" y="260976"/>
                  </a:lnTo>
                  <a:lnTo>
                    <a:pt x="3111303" y="265736"/>
                  </a:lnTo>
                  <a:lnTo>
                    <a:pt x="3122113" y="270496"/>
                  </a:lnTo>
                  <a:lnTo>
                    <a:pt x="3132605" y="276526"/>
                  </a:lnTo>
                  <a:lnTo>
                    <a:pt x="3142462" y="282872"/>
                  </a:lnTo>
                  <a:lnTo>
                    <a:pt x="3152318" y="289536"/>
                  </a:lnTo>
                  <a:lnTo>
                    <a:pt x="3161539" y="296518"/>
                  </a:lnTo>
                  <a:lnTo>
                    <a:pt x="3170123" y="304451"/>
                  </a:lnTo>
                  <a:lnTo>
                    <a:pt x="3178708" y="312384"/>
                  </a:lnTo>
                  <a:lnTo>
                    <a:pt x="3186339" y="320952"/>
                  </a:lnTo>
                  <a:lnTo>
                    <a:pt x="3194287" y="330472"/>
                  </a:lnTo>
                  <a:lnTo>
                    <a:pt x="3201282" y="339675"/>
                  </a:lnTo>
                  <a:lnTo>
                    <a:pt x="3207959" y="349512"/>
                  </a:lnTo>
                  <a:lnTo>
                    <a:pt x="3214318" y="359984"/>
                  </a:lnTo>
                  <a:lnTo>
                    <a:pt x="3220041" y="370456"/>
                  </a:lnTo>
                  <a:lnTo>
                    <a:pt x="3225128" y="381563"/>
                  </a:lnTo>
                  <a:lnTo>
                    <a:pt x="3229898" y="392669"/>
                  </a:lnTo>
                  <a:lnTo>
                    <a:pt x="3234349" y="404093"/>
                  </a:lnTo>
                  <a:lnTo>
                    <a:pt x="3238482" y="416152"/>
                  </a:lnTo>
                  <a:lnTo>
                    <a:pt x="3241980" y="428528"/>
                  </a:lnTo>
                  <a:lnTo>
                    <a:pt x="3244523" y="440586"/>
                  </a:lnTo>
                  <a:lnTo>
                    <a:pt x="3247067" y="453280"/>
                  </a:lnTo>
                  <a:lnTo>
                    <a:pt x="3248974" y="466290"/>
                  </a:lnTo>
                  <a:lnTo>
                    <a:pt x="3249928" y="479301"/>
                  </a:lnTo>
                  <a:lnTo>
                    <a:pt x="3251200" y="492629"/>
                  </a:lnTo>
                  <a:lnTo>
                    <a:pt x="3251200" y="505957"/>
                  </a:lnTo>
                  <a:lnTo>
                    <a:pt x="3251200" y="519602"/>
                  </a:lnTo>
                  <a:lnTo>
                    <a:pt x="3249292" y="530709"/>
                  </a:lnTo>
                  <a:lnTo>
                    <a:pt x="3247385" y="541498"/>
                  </a:lnTo>
                  <a:lnTo>
                    <a:pt x="3245159" y="551970"/>
                  </a:lnTo>
                  <a:lnTo>
                    <a:pt x="3242933" y="562442"/>
                  </a:lnTo>
                  <a:lnTo>
                    <a:pt x="3240390" y="572914"/>
                  </a:lnTo>
                  <a:lnTo>
                    <a:pt x="3237846" y="582751"/>
                  </a:lnTo>
                  <a:lnTo>
                    <a:pt x="3231805" y="602426"/>
                  </a:lnTo>
                  <a:lnTo>
                    <a:pt x="3225446" y="621148"/>
                  </a:lnTo>
                  <a:lnTo>
                    <a:pt x="3218133" y="639236"/>
                  </a:lnTo>
                  <a:lnTo>
                    <a:pt x="3210503" y="656690"/>
                  </a:lnTo>
                  <a:lnTo>
                    <a:pt x="3201918" y="673508"/>
                  </a:lnTo>
                  <a:lnTo>
                    <a:pt x="3193016" y="689057"/>
                  </a:lnTo>
                  <a:lnTo>
                    <a:pt x="3183795" y="704289"/>
                  </a:lnTo>
                  <a:lnTo>
                    <a:pt x="3174257" y="718252"/>
                  </a:lnTo>
                  <a:lnTo>
                    <a:pt x="3164082" y="732215"/>
                  </a:lnTo>
                  <a:lnTo>
                    <a:pt x="3153590" y="745225"/>
                  </a:lnTo>
                  <a:lnTo>
                    <a:pt x="3142780" y="756966"/>
                  </a:lnTo>
                  <a:lnTo>
                    <a:pt x="3131652" y="768390"/>
                  </a:lnTo>
                  <a:lnTo>
                    <a:pt x="3120523" y="778862"/>
                  </a:lnTo>
                  <a:lnTo>
                    <a:pt x="3109077" y="788700"/>
                  </a:lnTo>
                  <a:lnTo>
                    <a:pt x="3097631" y="797902"/>
                  </a:lnTo>
                  <a:lnTo>
                    <a:pt x="3085867" y="806153"/>
                  </a:lnTo>
                  <a:lnTo>
                    <a:pt x="3074103" y="813452"/>
                  </a:lnTo>
                  <a:lnTo>
                    <a:pt x="3062339" y="820116"/>
                  </a:lnTo>
                  <a:lnTo>
                    <a:pt x="3050575" y="826145"/>
                  </a:lnTo>
                  <a:lnTo>
                    <a:pt x="3038811" y="831222"/>
                  </a:lnTo>
                  <a:lnTo>
                    <a:pt x="3027365" y="835665"/>
                  </a:lnTo>
                  <a:lnTo>
                    <a:pt x="3015919" y="839473"/>
                  </a:lnTo>
                  <a:lnTo>
                    <a:pt x="3004472" y="842011"/>
                  </a:lnTo>
                  <a:lnTo>
                    <a:pt x="2993662" y="844233"/>
                  </a:lnTo>
                  <a:lnTo>
                    <a:pt x="2982852" y="845502"/>
                  </a:lnTo>
                  <a:lnTo>
                    <a:pt x="2972678" y="846137"/>
                  </a:lnTo>
                  <a:lnTo>
                    <a:pt x="2962503" y="845819"/>
                  </a:lnTo>
                  <a:lnTo>
                    <a:pt x="2952647" y="844550"/>
                  </a:lnTo>
                  <a:lnTo>
                    <a:pt x="2943427" y="842646"/>
                  </a:lnTo>
                  <a:lnTo>
                    <a:pt x="2937703" y="841059"/>
                  </a:lnTo>
                  <a:lnTo>
                    <a:pt x="2931662" y="839155"/>
                  </a:lnTo>
                  <a:lnTo>
                    <a:pt x="2925939" y="837251"/>
                  </a:lnTo>
                  <a:lnTo>
                    <a:pt x="2920534" y="835030"/>
                  </a:lnTo>
                  <a:lnTo>
                    <a:pt x="2914811" y="832492"/>
                  </a:lnTo>
                  <a:lnTo>
                    <a:pt x="2909724" y="829953"/>
                  </a:lnTo>
                  <a:lnTo>
                    <a:pt x="2904319" y="826780"/>
                  </a:lnTo>
                  <a:lnTo>
                    <a:pt x="2899550" y="823924"/>
                  </a:lnTo>
                  <a:lnTo>
                    <a:pt x="2894780" y="820433"/>
                  </a:lnTo>
                  <a:lnTo>
                    <a:pt x="2890329" y="817260"/>
                  </a:lnTo>
                  <a:lnTo>
                    <a:pt x="2885878" y="813452"/>
                  </a:lnTo>
                  <a:lnTo>
                    <a:pt x="2881427" y="809644"/>
                  </a:lnTo>
                  <a:lnTo>
                    <a:pt x="2873160" y="801710"/>
                  </a:lnTo>
                  <a:lnTo>
                    <a:pt x="2865529" y="793142"/>
                  </a:lnTo>
                  <a:lnTo>
                    <a:pt x="2857899" y="783622"/>
                  </a:lnTo>
                  <a:lnTo>
                    <a:pt x="2851222" y="773785"/>
                  </a:lnTo>
                  <a:lnTo>
                    <a:pt x="2845181" y="763630"/>
                  </a:lnTo>
                  <a:lnTo>
                    <a:pt x="2839458" y="752524"/>
                  </a:lnTo>
                  <a:lnTo>
                    <a:pt x="2834052" y="741417"/>
                  </a:lnTo>
                  <a:lnTo>
                    <a:pt x="2829283" y="729676"/>
                  </a:lnTo>
                  <a:lnTo>
                    <a:pt x="2825150" y="717300"/>
                  </a:lnTo>
                  <a:lnTo>
                    <a:pt x="2821017" y="704607"/>
                  </a:lnTo>
                  <a:lnTo>
                    <a:pt x="2817519" y="691913"/>
                  </a:lnTo>
                  <a:lnTo>
                    <a:pt x="2814340" y="678585"/>
                  </a:lnTo>
                  <a:lnTo>
                    <a:pt x="2811478" y="665257"/>
                  </a:lnTo>
                  <a:lnTo>
                    <a:pt x="2809253" y="651612"/>
                  </a:lnTo>
                  <a:lnTo>
                    <a:pt x="2807027" y="637967"/>
                  </a:lnTo>
                  <a:lnTo>
                    <a:pt x="2805119" y="623687"/>
                  </a:lnTo>
                  <a:lnTo>
                    <a:pt x="2803529" y="609724"/>
                  </a:lnTo>
                  <a:lnTo>
                    <a:pt x="2802576" y="595444"/>
                  </a:lnTo>
                  <a:lnTo>
                    <a:pt x="2801304" y="580847"/>
                  </a:lnTo>
                  <a:lnTo>
                    <a:pt x="2800986" y="566885"/>
                  </a:lnTo>
                  <a:lnTo>
                    <a:pt x="2800350" y="538325"/>
                  </a:lnTo>
                  <a:lnTo>
                    <a:pt x="2800350" y="509765"/>
                  </a:lnTo>
                  <a:lnTo>
                    <a:pt x="2800986" y="482157"/>
                  </a:lnTo>
                  <a:lnTo>
                    <a:pt x="2801622" y="468512"/>
                  </a:lnTo>
                  <a:lnTo>
                    <a:pt x="2803212" y="455501"/>
                  </a:lnTo>
                  <a:lnTo>
                    <a:pt x="2805437" y="442490"/>
                  </a:lnTo>
                  <a:lnTo>
                    <a:pt x="2807981" y="429797"/>
                  </a:lnTo>
                  <a:lnTo>
                    <a:pt x="2811478" y="417738"/>
                  </a:lnTo>
                  <a:lnTo>
                    <a:pt x="2815294" y="405680"/>
                  </a:lnTo>
                  <a:lnTo>
                    <a:pt x="2819109" y="394256"/>
                  </a:lnTo>
                  <a:lnTo>
                    <a:pt x="2824196" y="383149"/>
                  </a:lnTo>
                  <a:lnTo>
                    <a:pt x="2829283" y="372360"/>
                  </a:lnTo>
                  <a:lnTo>
                    <a:pt x="2835006" y="361888"/>
                  </a:lnTo>
                  <a:lnTo>
                    <a:pt x="2840729" y="351733"/>
                  </a:lnTo>
                  <a:lnTo>
                    <a:pt x="2847406" y="342213"/>
                  </a:lnTo>
                  <a:lnTo>
                    <a:pt x="2854083" y="333011"/>
                  </a:lnTo>
                  <a:lnTo>
                    <a:pt x="2861714" y="324125"/>
                  </a:lnTo>
                  <a:lnTo>
                    <a:pt x="2869027" y="315875"/>
                  </a:lnTo>
                  <a:lnTo>
                    <a:pt x="2876975" y="307624"/>
                  </a:lnTo>
                  <a:lnTo>
                    <a:pt x="2885242" y="300326"/>
                  </a:lnTo>
                  <a:lnTo>
                    <a:pt x="2893191" y="293344"/>
                  </a:lnTo>
                  <a:lnTo>
                    <a:pt x="2901775" y="286363"/>
                  </a:lnTo>
                  <a:lnTo>
                    <a:pt x="2910678" y="280651"/>
                  </a:lnTo>
                  <a:lnTo>
                    <a:pt x="2920216" y="274622"/>
                  </a:lnTo>
                  <a:lnTo>
                    <a:pt x="2929119" y="269544"/>
                  </a:lnTo>
                  <a:lnTo>
                    <a:pt x="2938657" y="265102"/>
                  </a:lnTo>
                  <a:lnTo>
                    <a:pt x="2947878" y="260976"/>
                  </a:lnTo>
                  <a:lnTo>
                    <a:pt x="2957734" y="257168"/>
                  </a:lnTo>
                  <a:lnTo>
                    <a:pt x="2967273" y="253995"/>
                  </a:lnTo>
                  <a:lnTo>
                    <a:pt x="2977129" y="251139"/>
                  </a:lnTo>
                  <a:lnTo>
                    <a:pt x="2986985" y="248918"/>
                  </a:lnTo>
                  <a:lnTo>
                    <a:pt x="2996842" y="247648"/>
                  </a:lnTo>
                  <a:lnTo>
                    <a:pt x="3006698" y="246379"/>
                  </a:lnTo>
                  <a:lnTo>
                    <a:pt x="3016555" y="246062"/>
                  </a:lnTo>
                  <a:close/>
                  <a:moveTo>
                    <a:pt x="336073" y="246062"/>
                  </a:moveTo>
                  <a:lnTo>
                    <a:pt x="345605" y="246062"/>
                  </a:lnTo>
                  <a:lnTo>
                    <a:pt x="355772" y="246379"/>
                  </a:lnTo>
                  <a:lnTo>
                    <a:pt x="365304" y="247648"/>
                  </a:lnTo>
                  <a:lnTo>
                    <a:pt x="375153" y="248918"/>
                  </a:lnTo>
                  <a:lnTo>
                    <a:pt x="385003" y="251139"/>
                  </a:lnTo>
                  <a:lnTo>
                    <a:pt x="394852" y="253995"/>
                  </a:lnTo>
                  <a:lnTo>
                    <a:pt x="404384" y="257168"/>
                  </a:lnTo>
                  <a:lnTo>
                    <a:pt x="414233" y="260976"/>
                  </a:lnTo>
                  <a:lnTo>
                    <a:pt x="423765" y="265102"/>
                  </a:lnTo>
                  <a:lnTo>
                    <a:pt x="432979" y="269544"/>
                  </a:lnTo>
                  <a:lnTo>
                    <a:pt x="442511" y="274622"/>
                  </a:lnTo>
                  <a:lnTo>
                    <a:pt x="451407" y="280651"/>
                  </a:lnTo>
                  <a:lnTo>
                    <a:pt x="460303" y="286363"/>
                  </a:lnTo>
                  <a:lnTo>
                    <a:pt x="468882" y="293344"/>
                  </a:lnTo>
                  <a:lnTo>
                    <a:pt x="477460" y="300326"/>
                  </a:lnTo>
                  <a:lnTo>
                    <a:pt x="485086" y="307624"/>
                  </a:lnTo>
                  <a:lnTo>
                    <a:pt x="493029" y="315875"/>
                  </a:lnTo>
                  <a:lnTo>
                    <a:pt x="500654" y="324125"/>
                  </a:lnTo>
                  <a:lnTo>
                    <a:pt x="507962" y="333011"/>
                  </a:lnTo>
                  <a:lnTo>
                    <a:pt x="514634" y="342213"/>
                  </a:lnTo>
                  <a:lnTo>
                    <a:pt x="521306" y="351733"/>
                  </a:lnTo>
                  <a:lnTo>
                    <a:pt x="527025" y="361888"/>
                  </a:lnTo>
                  <a:lnTo>
                    <a:pt x="532744" y="372360"/>
                  </a:lnTo>
                  <a:lnTo>
                    <a:pt x="537828" y="383149"/>
                  </a:lnTo>
                  <a:lnTo>
                    <a:pt x="542912" y="394256"/>
                  </a:lnTo>
                  <a:lnTo>
                    <a:pt x="546724" y="405680"/>
                  </a:lnTo>
                  <a:lnTo>
                    <a:pt x="550855" y="417738"/>
                  </a:lnTo>
                  <a:lnTo>
                    <a:pt x="554032" y="429797"/>
                  </a:lnTo>
                  <a:lnTo>
                    <a:pt x="556574" y="442490"/>
                  </a:lnTo>
                  <a:lnTo>
                    <a:pt x="558798" y="455501"/>
                  </a:lnTo>
                  <a:lnTo>
                    <a:pt x="560386" y="468512"/>
                  </a:lnTo>
                  <a:lnTo>
                    <a:pt x="561022" y="482157"/>
                  </a:lnTo>
                  <a:lnTo>
                    <a:pt x="561657" y="509765"/>
                  </a:lnTo>
                  <a:lnTo>
                    <a:pt x="561975" y="538325"/>
                  </a:lnTo>
                  <a:lnTo>
                    <a:pt x="561657" y="552287"/>
                  </a:lnTo>
                  <a:lnTo>
                    <a:pt x="561340" y="566885"/>
                  </a:lnTo>
                  <a:lnTo>
                    <a:pt x="560704" y="580847"/>
                  </a:lnTo>
                  <a:lnTo>
                    <a:pt x="559433" y="595444"/>
                  </a:lnTo>
                  <a:lnTo>
                    <a:pt x="558480" y="609724"/>
                  </a:lnTo>
                  <a:lnTo>
                    <a:pt x="556891" y="623687"/>
                  </a:lnTo>
                  <a:lnTo>
                    <a:pt x="554985" y="637967"/>
                  </a:lnTo>
                  <a:lnTo>
                    <a:pt x="552761" y="651612"/>
                  </a:lnTo>
                  <a:lnTo>
                    <a:pt x="550537" y="665257"/>
                  </a:lnTo>
                  <a:lnTo>
                    <a:pt x="547677" y="678585"/>
                  </a:lnTo>
                  <a:lnTo>
                    <a:pt x="544500" y="691913"/>
                  </a:lnTo>
                  <a:lnTo>
                    <a:pt x="541005" y="704607"/>
                  </a:lnTo>
                  <a:lnTo>
                    <a:pt x="537193" y="717300"/>
                  </a:lnTo>
                  <a:lnTo>
                    <a:pt x="532744" y="729676"/>
                  </a:lnTo>
                  <a:lnTo>
                    <a:pt x="527979" y="741417"/>
                  </a:lnTo>
                  <a:lnTo>
                    <a:pt x="522577" y="752524"/>
                  </a:lnTo>
                  <a:lnTo>
                    <a:pt x="517176" y="763630"/>
                  </a:lnTo>
                  <a:lnTo>
                    <a:pt x="510821" y="773785"/>
                  </a:lnTo>
                  <a:lnTo>
                    <a:pt x="504149" y="783622"/>
                  </a:lnTo>
                  <a:lnTo>
                    <a:pt x="497159" y="793142"/>
                  </a:lnTo>
                  <a:lnTo>
                    <a:pt x="489216" y="801710"/>
                  </a:lnTo>
                  <a:lnTo>
                    <a:pt x="480638" y="809644"/>
                  </a:lnTo>
                  <a:lnTo>
                    <a:pt x="476507" y="813452"/>
                  </a:lnTo>
                  <a:lnTo>
                    <a:pt x="472059" y="817260"/>
                  </a:lnTo>
                  <a:lnTo>
                    <a:pt x="467293" y="820433"/>
                  </a:lnTo>
                  <a:lnTo>
                    <a:pt x="462527" y="823924"/>
                  </a:lnTo>
                  <a:lnTo>
                    <a:pt x="457762" y="826780"/>
                  </a:lnTo>
                  <a:lnTo>
                    <a:pt x="452360" y="829953"/>
                  </a:lnTo>
                  <a:lnTo>
                    <a:pt x="447277" y="832492"/>
                  </a:lnTo>
                  <a:lnTo>
                    <a:pt x="441875" y="835030"/>
                  </a:lnTo>
                  <a:lnTo>
                    <a:pt x="436474" y="837251"/>
                  </a:lnTo>
                  <a:lnTo>
                    <a:pt x="430437" y="839155"/>
                  </a:lnTo>
                  <a:lnTo>
                    <a:pt x="425036" y="841059"/>
                  </a:lnTo>
                  <a:lnTo>
                    <a:pt x="418682" y="842646"/>
                  </a:lnTo>
                  <a:lnTo>
                    <a:pt x="409150" y="844550"/>
                  </a:lnTo>
                  <a:lnTo>
                    <a:pt x="399618" y="845819"/>
                  </a:lnTo>
                  <a:lnTo>
                    <a:pt x="389451" y="846137"/>
                  </a:lnTo>
                  <a:lnTo>
                    <a:pt x="379284" y="845502"/>
                  </a:lnTo>
                  <a:lnTo>
                    <a:pt x="368481" y="844233"/>
                  </a:lnTo>
                  <a:lnTo>
                    <a:pt x="357679" y="842011"/>
                  </a:lnTo>
                  <a:lnTo>
                    <a:pt x="346558" y="839473"/>
                  </a:lnTo>
                  <a:lnTo>
                    <a:pt x="334803" y="835665"/>
                  </a:lnTo>
                  <a:lnTo>
                    <a:pt x="323364" y="831222"/>
                  </a:lnTo>
                  <a:lnTo>
                    <a:pt x="311609" y="826145"/>
                  </a:lnTo>
                  <a:lnTo>
                    <a:pt x="299853" y="820116"/>
                  </a:lnTo>
                  <a:lnTo>
                    <a:pt x="288097" y="813452"/>
                  </a:lnTo>
                  <a:lnTo>
                    <a:pt x="276659" y="806153"/>
                  </a:lnTo>
                  <a:lnTo>
                    <a:pt x="264586" y="797902"/>
                  </a:lnTo>
                  <a:lnTo>
                    <a:pt x="253148" y="788700"/>
                  </a:lnTo>
                  <a:lnTo>
                    <a:pt x="241709" y="778862"/>
                  </a:lnTo>
                  <a:lnTo>
                    <a:pt x="230589" y="768390"/>
                  </a:lnTo>
                  <a:lnTo>
                    <a:pt x="219469" y="756966"/>
                  </a:lnTo>
                  <a:lnTo>
                    <a:pt x="208666" y="745225"/>
                  </a:lnTo>
                  <a:lnTo>
                    <a:pt x="198181" y="732215"/>
                  </a:lnTo>
                  <a:lnTo>
                    <a:pt x="188014" y="718252"/>
                  </a:lnTo>
                  <a:lnTo>
                    <a:pt x="178482" y="704289"/>
                  </a:lnTo>
                  <a:lnTo>
                    <a:pt x="169268" y="689057"/>
                  </a:lnTo>
                  <a:lnTo>
                    <a:pt x="160054" y="673508"/>
                  </a:lnTo>
                  <a:lnTo>
                    <a:pt x="152111" y="656690"/>
                  </a:lnTo>
                  <a:lnTo>
                    <a:pt x="144168" y="639236"/>
                  </a:lnTo>
                  <a:lnTo>
                    <a:pt x="136861" y="621148"/>
                  </a:lnTo>
                  <a:lnTo>
                    <a:pt x="130506" y="602426"/>
                  </a:lnTo>
                  <a:lnTo>
                    <a:pt x="124469" y="582751"/>
                  </a:lnTo>
                  <a:lnTo>
                    <a:pt x="121928" y="572914"/>
                  </a:lnTo>
                  <a:lnTo>
                    <a:pt x="119386" y="562442"/>
                  </a:lnTo>
                  <a:lnTo>
                    <a:pt x="117162" y="551970"/>
                  </a:lnTo>
                  <a:lnTo>
                    <a:pt x="114938" y="541498"/>
                  </a:lnTo>
                  <a:lnTo>
                    <a:pt x="113031" y="530709"/>
                  </a:lnTo>
                  <a:lnTo>
                    <a:pt x="111443" y="519602"/>
                  </a:lnTo>
                  <a:lnTo>
                    <a:pt x="111125" y="505957"/>
                  </a:lnTo>
                  <a:lnTo>
                    <a:pt x="111443" y="492629"/>
                  </a:lnTo>
                  <a:lnTo>
                    <a:pt x="112396" y="479301"/>
                  </a:lnTo>
                  <a:lnTo>
                    <a:pt x="113349" y="466290"/>
                  </a:lnTo>
                  <a:lnTo>
                    <a:pt x="115255" y="453280"/>
                  </a:lnTo>
                  <a:lnTo>
                    <a:pt x="117797" y="440586"/>
                  </a:lnTo>
                  <a:lnTo>
                    <a:pt x="120657" y="428528"/>
                  </a:lnTo>
                  <a:lnTo>
                    <a:pt x="124152" y="416152"/>
                  </a:lnTo>
                  <a:lnTo>
                    <a:pt x="127964" y="404093"/>
                  </a:lnTo>
                  <a:lnTo>
                    <a:pt x="132412" y="392669"/>
                  </a:lnTo>
                  <a:lnTo>
                    <a:pt x="137178" y="381563"/>
                  </a:lnTo>
                  <a:lnTo>
                    <a:pt x="142262" y="370456"/>
                  </a:lnTo>
                  <a:lnTo>
                    <a:pt x="148299" y="359984"/>
                  </a:lnTo>
                  <a:lnTo>
                    <a:pt x="154335" y="349512"/>
                  </a:lnTo>
                  <a:lnTo>
                    <a:pt x="161008" y="339675"/>
                  </a:lnTo>
                  <a:lnTo>
                    <a:pt x="167998" y="330472"/>
                  </a:lnTo>
                  <a:lnTo>
                    <a:pt x="175941" y="320952"/>
                  </a:lnTo>
                  <a:lnTo>
                    <a:pt x="183566" y="312384"/>
                  </a:lnTo>
                  <a:lnTo>
                    <a:pt x="192145" y="304451"/>
                  </a:lnTo>
                  <a:lnTo>
                    <a:pt x="200723" y="296518"/>
                  </a:lnTo>
                  <a:lnTo>
                    <a:pt x="209937" y="289536"/>
                  </a:lnTo>
                  <a:lnTo>
                    <a:pt x="219787" y="282872"/>
                  </a:lnTo>
                  <a:lnTo>
                    <a:pt x="229636" y="276526"/>
                  </a:lnTo>
                  <a:lnTo>
                    <a:pt x="240121" y="270496"/>
                  </a:lnTo>
                  <a:lnTo>
                    <a:pt x="250923" y="265736"/>
                  </a:lnTo>
                  <a:lnTo>
                    <a:pt x="262044" y="260976"/>
                  </a:lnTo>
                  <a:lnTo>
                    <a:pt x="273482" y="256851"/>
                  </a:lnTo>
                  <a:lnTo>
                    <a:pt x="285238" y="253360"/>
                  </a:lnTo>
                  <a:lnTo>
                    <a:pt x="297311" y="250822"/>
                  </a:lnTo>
                  <a:lnTo>
                    <a:pt x="310020" y="248600"/>
                  </a:lnTo>
                  <a:lnTo>
                    <a:pt x="323047" y="247014"/>
                  </a:lnTo>
                  <a:lnTo>
                    <a:pt x="336073" y="246062"/>
                  </a:lnTo>
                  <a:close/>
                  <a:moveTo>
                    <a:pt x="1696249" y="0"/>
                  </a:moveTo>
                  <a:lnTo>
                    <a:pt x="1709607" y="317"/>
                  </a:lnTo>
                  <a:lnTo>
                    <a:pt x="1722646" y="952"/>
                  </a:lnTo>
                  <a:lnTo>
                    <a:pt x="1735368" y="2856"/>
                  </a:lnTo>
                  <a:lnTo>
                    <a:pt x="1747771" y="5077"/>
                  </a:lnTo>
                  <a:lnTo>
                    <a:pt x="1759538" y="7616"/>
                  </a:lnTo>
                  <a:lnTo>
                    <a:pt x="1771306" y="11424"/>
                  </a:lnTo>
                  <a:lnTo>
                    <a:pt x="1782755" y="15232"/>
                  </a:lnTo>
                  <a:lnTo>
                    <a:pt x="1793886" y="19992"/>
                  </a:lnTo>
                  <a:lnTo>
                    <a:pt x="1804699" y="24752"/>
                  </a:lnTo>
                  <a:lnTo>
                    <a:pt x="1814876" y="30782"/>
                  </a:lnTo>
                  <a:lnTo>
                    <a:pt x="1825053" y="36811"/>
                  </a:lnTo>
                  <a:lnTo>
                    <a:pt x="1834594" y="43475"/>
                  </a:lnTo>
                  <a:lnTo>
                    <a:pt x="1844136" y="50457"/>
                  </a:lnTo>
                  <a:lnTo>
                    <a:pt x="1853040" y="58390"/>
                  </a:lnTo>
                  <a:lnTo>
                    <a:pt x="1861627" y="66006"/>
                  </a:lnTo>
                  <a:lnTo>
                    <a:pt x="1869578" y="74574"/>
                  </a:lnTo>
                  <a:lnTo>
                    <a:pt x="1877529" y="83460"/>
                  </a:lnTo>
                  <a:lnTo>
                    <a:pt x="1884526" y="92663"/>
                  </a:lnTo>
                  <a:lnTo>
                    <a:pt x="1891523" y="102818"/>
                  </a:lnTo>
                  <a:lnTo>
                    <a:pt x="1898201" y="112972"/>
                  </a:lnTo>
                  <a:lnTo>
                    <a:pt x="1904244" y="123127"/>
                  </a:lnTo>
                  <a:lnTo>
                    <a:pt x="1909969" y="133917"/>
                  </a:lnTo>
                  <a:lnTo>
                    <a:pt x="1915057" y="145024"/>
                  </a:lnTo>
                  <a:lnTo>
                    <a:pt x="1919828" y="156765"/>
                  </a:lnTo>
                  <a:lnTo>
                    <a:pt x="1924280" y="168189"/>
                  </a:lnTo>
                  <a:lnTo>
                    <a:pt x="1928097" y="180566"/>
                  </a:lnTo>
                  <a:lnTo>
                    <a:pt x="1931595" y="192624"/>
                  </a:lnTo>
                  <a:lnTo>
                    <a:pt x="1934457" y="205318"/>
                  </a:lnTo>
                  <a:lnTo>
                    <a:pt x="1937002" y="218012"/>
                  </a:lnTo>
                  <a:lnTo>
                    <a:pt x="1938910" y="231022"/>
                  </a:lnTo>
                  <a:lnTo>
                    <a:pt x="1940500" y="244351"/>
                  </a:lnTo>
                  <a:lnTo>
                    <a:pt x="1941136" y="257679"/>
                  </a:lnTo>
                  <a:lnTo>
                    <a:pt x="1947815" y="260218"/>
                  </a:lnTo>
                  <a:lnTo>
                    <a:pt x="1951313" y="261804"/>
                  </a:lnTo>
                  <a:lnTo>
                    <a:pt x="1954176" y="263708"/>
                  </a:lnTo>
                  <a:lnTo>
                    <a:pt x="1957038" y="265612"/>
                  </a:lnTo>
                  <a:lnTo>
                    <a:pt x="1959900" y="267834"/>
                  </a:lnTo>
                  <a:lnTo>
                    <a:pt x="1962444" y="270055"/>
                  </a:lnTo>
                  <a:lnTo>
                    <a:pt x="1964671" y="272594"/>
                  </a:lnTo>
                  <a:lnTo>
                    <a:pt x="1966897" y="275133"/>
                  </a:lnTo>
                  <a:lnTo>
                    <a:pt x="1968805" y="277989"/>
                  </a:lnTo>
                  <a:lnTo>
                    <a:pt x="1970395" y="281479"/>
                  </a:lnTo>
                  <a:lnTo>
                    <a:pt x="1971986" y="284653"/>
                  </a:lnTo>
                  <a:lnTo>
                    <a:pt x="1973258" y="288461"/>
                  </a:lnTo>
                  <a:lnTo>
                    <a:pt x="1974530" y="292269"/>
                  </a:lnTo>
                  <a:lnTo>
                    <a:pt x="1975484" y="296394"/>
                  </a:lnTo>
                  <a:lnTo>
                    <a:pt x="1976120" y="300837"/>
                  </a:lnTo>
                  <a:lnTo>
                    <a:pt x="1976438" y="307819"/>
                  </a:lnTo>
                  <a:lnTo>
                    <a:pt x="1976438" y="315117"/>
                  </a:lnTo>
                  <a:lnTo>
                    <a:pt x="1975802" y="323051"/>
                  </a:lnTo>
                  <a:lnTo>
                    <a:pt x="1974530" y="330350"/>
                  </a:lnTo>
                  <a:lnTo>
                    <a:pt x="1973258" y="337966"/>
                  </a:lnTo>
                  <a:lnTo>
                    <a:pt x="1971031" y="345582"/>
                  </a:lnTo>
                  <a:lnTo>
                    <a:pt x="1968169" y="353198"/>
                  </a:lnTo>
                  <a:lnTo>
                    <a:pt x="1964989" y="360179"/>
                  </a:lnTo>
                  <a:lnTo>
                    <a:pt x="1961172" y="367161"/>
                  </a:lnTo>
                  <a:lnTo>
                    <a:pt x="1957356" y="373825"/>
                  </a:lnTo>
                  <a:lnTo>
                    <a:pt x="1952903" y="379854"/>
                  </a:lnTo>
                  <a:lnTo>
                    <a:pt x="1947815" y="385884"/>
                  </a:lnTo>
                  <a:lnTo>
                    <a:pt x="1942726" y="390961"/>
                  </a:lnTo>
                  <a:lnTo>
                    <a:pt x="1937002" y="395404"/>
                  </a:lnTo>
                  <a:lnTo>
                    <a:pt x="1930959" y="399212"/>
                  </a:lnTo>
                  <a:lnTo>
                    <a:pt x="1924916" y="402068"/>
                  </a:lnTo>
                  <a:lnTo>
                    <a:pt x="1921736" y="413175"/>
                  </a:lnTo>
                  <a:lnTo>
                    <a:pt x="1918556" y="423965"/>
                  </a:lnTo>
                  <a:lnTo>
                    <a:pt x="1914739" y="434754"/>
                  </a:lnTo>
                  <a:lnTo>
                    <a:pt x="1910923" y="445226"/>
                  </a:lnTo>
                  <a:lnTo>
                    <a:pt x="1906788" y="456016"/>
                  </a:lnTo>
                  <a:lnTo>
                    <a:pt x="1902336" y="466171"/>
                  </a:lnTo>
                  <a:lnTo>
                    <a:pt x="1897883" y="476325"/>
                  </a:lnTo>
                  <a:lnTo>
                    <a:pt x="1893113" y="486480"/>
                  </a:lnTo>
                  <a:lnTo>
                    <a:pt x="1888024" y="496000"/>
                  </a:lnTo>
                  <a:lnTo>
                    <a:pt x="1882300" y="505838"/>
                  </a:lnTo>
                  <a:lnTo>
                    <a:pt x="1876893" y="515041"/>
                  </a:lnTo>
                  <a:lnTo>
                    <a:pt x="1870850" y="523926"/>
                  </a:lnTo>
                  <a:lnTo>
                    <a:pt x="1864808" y="532812"/>
                  </a:lnTo>
                  <a:lnTo>
                    <a:pt x="1858129" y="541380"/>
                  </a:lnTo>
                  <a:lnTo>
                    <a:pt x="1851450" y="549631"/>
                  </a:lnTo>
                  <a:lnTo>
                    <a:pt x="1844454" y="557247"/>
                  </a:lnTo>
                  <a:lnTo>
                    <a:pt x="1837457" y="565180"/>
                  </a:lnTo>
                  <a:lnTo>
                    <a:pt x="1829824" y="572162"/>
                  </a:lnTo>
                  <a:lnTo>
                    <a:pt x="1822191" y="578826"/>
                  </a:lnTo>
                  <a:lnTo>
                    <a:pt x="1813922" y="585490"/>
                  </a:lnTo>
                  <a:lnTo>
                    <a:pt x="1805653" y="591520"/>
                  </a:lnTo>
                  <a:lnTo>
                    <a:pt x="1797066" y="597232"/>
                  </a:lnTo>
                  <a:lnTo>
                    <a:pt x="1788161" y="601992"/>
                  </a:lnTo>
                  <a:lnTo>
                    <a:pt x="1779256" y="606752"/>
                  </a:lnTo>
                  <a:lnTo>
                    <a:pt x="1769715" y="610877"/>
                  </a:lnTo>
                  <a:lnTo>
                    <a:pt x="1759856" y="614685"/>
                  </a:lnTo>
                  <a:lnTo>
                    <a:pt x="1750315" y="617859"/>
                  </a:lnTo>
                  <a:lnTo>
                    <a:pt x="1739820" y="620397"/>
                  </a:lnTo>
                  <a:lnTo>
                    <a:pt x="1729325" y="622301"/>
                  </a:lnTo>
                  <a:lnTo>
                    <a:pt x="1718512" y="623888"/>
                  </a:lnTo>
                  <a:lnTo>
                    <a:pt x="1707699" y="624840"/>
                  </a:lnTo>
                  <a:lnTo>
                    <a:pt x="1696249" y="625475"/>
                  </a:lnTo>
                  <a:lnTo>
                    <a:pt x="1685118" y="624840"/>
                  </a:lnTo>
                  <a:lnTo>
                    <a:pt x="1674305" y="623888"/>
                  </a:lnTo>
                  <a:lnTo>
                    <a:pt x="1663492" y="622301"/>
                  </a:lnTo>
                  <a:lnTo>
                    <a:pt x="1652997" y="620397"/>
                  </a:lnTo>
                  <a:lnTo>
                    <a:pt x="1642820" y="617859"/>
                  </a:lnTo>
                  <a:lnTo>
                    <a:pt x="1632960" y="614685"/>
                  </a:lnTo>
                  <a:lnTo>
                    <a:pt x="1623419" y="611195"/>
                  </a:lnTo>
                  <a:lnTo>
                    <a:pt x="1613878" y="606752"/>
                  </a:lnTo>
                  <a:lnTo>
                    <a:pt x="1604655" y="602309"/>
                  </a:lnTo>
                  <a:lnTo>
                    <a:pt x="1596068" y="597232"/>
                  </a:lnTo>
                  <a:lnTo>
                    <a:pt x="1587481" y="591837"/>
                  </a:lnTo>
                  <a:lnTo>
                    <a:pt x="1579531" y="586125"/>
                  </a:lnTo>
                  <a:lnTo>
                    <a:pt x="1571262" y="579778"/>
                  </a:lnTo>
                  <a:lnTo>
                    <a:pt x="1563311" y="572479"/>
                  </a:lnTo>
                  <a:lnTo>
                    <a:pt x="1555996" y="565498"/>
                  </a:lnTo>
                  <a:lnTo>
                    <a:pt x="1548999" y="558199"/>
                  </a:lnTo>
                  <a:lnTo>
                    <a:pt x="1541684" y="550265"/>
                  </a:lnTo>
                  <a:lnTo>
                    <a:pt x="1535006" y="542015"/>
                  </a:lnTo>
                  <a:lnTo>
                    <a:pt x="1528645" y="534081"/>
                  </a:lnTo>
                  <a:lnTo>
                    <a:pt x="1522602" y="525196"/>
                  </a:lnTo>
                  <a:lnTo>
                    <a:pt x="1516560" y="516310"/>
                  </a:lnTo>
                  <a:lnTo>
                    <a:pt x="1510835" y="506790"/>
                  </a:lnTo>
                  <a:lnTo>
                    <a:pt x="1505428" y="497270"/>
                  </a:lnTo>
                  <a:lnTo>
                    <a:pt x="1500022" y="487432"/>
                  </a:lnTo>
                  <a:lnTo>
                    <a:pt x="1495251" y="477912"/>
                  </a:lnTo>
                  <a:lnTo>
                    <a:pt x="1490799" y="467440"/>
                  </a:lnTo>
                  <a:lnTo>
                    <a:pt x="1486346" y="457602"/>
                  </a:lnTo>
                  <a:lnTo>
                    <a:pt x="1482212" y="447130"/>
                  </a:lnTo>
                  <a:lnTo>
                    <a:pt x="1478714" y="436341"/>
                  </a:lnTo>
                  <a:lnTo>
                    <a:pt x="1474897" y="425869"/>
                  </a:lnTo>
                  <a:lnTo>
                    <a:pt x="1471399" y="415079"/>
                  </a:lnTo>
                  <a:lnTo>
                    <a:pt x="1468536" y="404290"/>
                  </a:lnTo>
                  <a:lnTo>
                    <a:pt x="1464720" y="403338"/>
                  </a:lnTo>
                  <a:lnTo>
                    <a:pt x="1461540" y="401751"/>
                  </a:lnTo>
                  <a:lnTo>
                    <a:pt x="1458041" y="400164"/>
                  </a:lnTo>
                  <a:lnTo>
                    <a:pt x="1454861" y="398577"/>
                  </a:lnTo>
                  <a:lnTo>
                    <a:pt x="1451363" y="396673"/>
                  </a:lnTo>
                  <a:lnTo>
                    <a:pt x="1448500" y="394452"/>
                  </a:lnTo>
                  <a:lnTo>
                    <a:pt x="1442458" y="389375"/>
                  </a:lnTo>
                  <a:lnTo>
                    <a:pt x="1436733" y="383980"/>
                  </a:lnTo>
                  <a:lnTo>
                    <a:pt x="1431962" y="377633"/>
                  </a:lnTo>
                  <a:lnTo>
                    <a:pt x="1427192" y="370969"/>
                  </a:lnTo>
                  <a:lnTo>
                    <a:pt x="1423057" y="363988"/>
                  </a:lnTo>
                  <a:lnTo>
                    <a:pt x="1419241" y="356054"/>
                  </a:lnTo>
                  <a:lnTo>
                    <a:pt x="1416379" y="348438"/>
                  </a:lnTo>
                  <a:lnTo>
                    <a:pt x="1413834" y="340504"/>
                  </a:lnTo>
                  <a:lnTo>
                    <a:pt x="1411926" y="332254"/>
                  </a:lnTo>
                  <a:lnTo>
                    <a:pt x="1410336" y="324320"/>
                  </a:lnTo>
                  <a:lnTo>
                    <a:pt x="1409700" y="316387"/>
                  </a:lnTo>
                  <a:lnTo>
                    <a:pt x="1409700" y="308453"/>
                  </a:lnTo>
                  <a:lnTo>
                    <a:pt x="1410336" y="300837"/>
                  </a:lnTo>
                  <a:lnTo>
                    <a:pt x="1411290" y="296077"/>
                  </a:lnTo>
                  <a:lnTo>
                    <a:pt x="1411926" y="291634"/>
                  </a:lnTo>
                  <a:lnTo>
                    <a:pt x="1413516" y="286874"/>
                  </a:lnTo>
                  <a:lnTo>
                    <a:pt x="1414789" y="283383"/>
                  </a:lnTo>
                  <a:lnTo>
                    <a:pt x="1416697" y="279575"/>
                  </a:lnTo>
                  <a:lnTo>
                    <a:pt x="1418923" y="275767"/>
                  </a:lnTo>
                  <a:lnTo>
                    <a:pt x="1421149" y="272911"/>
                  </a:lnTo>
                  <a:lnTo>
                    <a:pt x="1423694" y="270055"/>
                  </a:lnTo>
                  <a:lnTo>
                    <a:pt x="1426556" y="267199"/>
                  </a:lnTo>
                  <a:lnTo>
                    <a:pt x="1429418" y="264978"/>
                  </a:lnTo>
                  <a:lnTo>
                    <a:pt x="1432917" y="262756"/>
                  </a:lnTo>
                  <a:lnTo>
                    <a:pt x="1436097" y="261170"/>
                  </a:lnTo>
                  <a:lnTo>
                    <a:pt x="1439913" y="259266"/>
                  </a:lnTo>
                  <a:lnTo>
                    <a:pt x="1443730" y="257679"/>
                  </a:lnTo>
                  <a:lnTo>
                    <a:pt x="1447228" y="256727"/>
                  </a:lnTo>
                  <a:lnTo>
                    <a:pt x="1451363" y="255458"/>
                  </a:lnTo>
                  <a:lnTo>
                    <a:pt x="1452635" y="242447"/>
                  </a:lnTo>
                  <a:lnTo>
                    <a:pt x="1453907" y="229118"/>
                  </a:lnTo>
                  <a:lnTo>
                    <a:pt x="1455815" y="216108"/>
                  </a:lnTo>
                  <a:lnTo>
                    <a:pt x="1458359" y="203414"/>
                  </a:lnTo>
                  <a:lnTo>
                    <a:pt x="1461540" y="191355"/>
                  </a:lnTo>
                  <a:lnTo>
                    <a:pt x="1464720" y="178979"/>
                  </a:lnTo>
                  <a:lnTo>
                    <a:pt x="1468854" y="167237"/>
                  </a:lnTo>
                  <a:lnTo>
                    <a:pt x="1473307" y="155178"/>
                  </a:lnTo>
                  <a:lnTo>
                    <a:pt x="1478077" y="144072"/>
                  </a:lnTo>
                  <a:lnTo>
                    <a:pt x="1483484" y="132965"/>
                  </a:lnTo>
                  <a:lnTo>
                    <a:pt x="1488891" y="122175"/>
                  </a:lnTo>
                  <a:lnTo>
                    <a:pt x="1494933" y="111703"/>
                  </a:lnTo>
                  <a:lnTo>
                    <a:pt x="1501612" y="101866"/>
                  </a:lnTo>
                  <a:lnTo>
                    <a:pt x="1508609" y="92028"/>
                  </a:lnTo>
                  <a:lnTo>
                    <a:pt x="1516242" y="82825"/>
                  </a:lnTo>
                  <a:lnTo>
                    <a:pt x="1523556" y="74257"/>
                  </a:lnTo>
                  <a:lnTo>
                    <a:pt x="1531825" y="65689"/>
                  </a:lnTo>
                  <a:lnTo>
                    <a:pt x="1540412" y="57438"/>
                  </a:lnTo>
                  <a:lnTo>
                    <a:pt x="1549317" y="50139"/>
                  </a:lnTo>
                  <a:lnTo>
                    <a:pt x="1558540" y="43158"/>
                  </a:lnTo>
                  <a:lnTo>
                    <a:pt x="1568399" y="36494"/>
                  </a:lnTo>
                  <a:lnTo>
                    <a:pt x="1578258" y="30464"/>
                  </a:lnTo>
                  <a:lnTo>
                    <a:pt x="1588754" y="24752"/>
                  </a:lnTo>
                  <a:lnTo>
                    <a:pt x="1599567" y="19675"/>
                  </a:lnTo>
                  <a:lnTo>
                    <a:pt x="1610380" y="15232"/>
                  </a:lnTo>
                  <a:lnTo>
                    <a:pt x="1621829" y="11107"/>
                  </a:lnTo>
                  <a:lnTo>
                    <a:pt x="1633278" y="7616"/>
                  </a:lnTo>
                  <a:lnTo>
                    <a:pt x="1645364" y="5077"/>
                  </a:lnTo>
                  <a:lnTo>
                    <a:pt x="1657449" y="2856"/>
                  </a:lnTo>
                  <a:lnTo>
                    <a:pt x="1670170" y="952"/>
                  </a:lnTo>
                  <a:lnTo>
                    <a:pt x="1683210" y="317"/>
                  </a:lnTo>
                  <a:lnTo>
                    <a:pt x="169624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fontAlgn="base">
                <a:defRPr/>
              </a:pPr>
              <a:endParaRPr lang="zh-CN" altLang="en-US" sz="1015" strike="noStrike" noProof="1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33816" name="组合 49"/>
          <p:cNvGrpSpPr/>
          <p:nvPr/>
        </p:nvGrpSpPr>
        <p:grpSpPr>
          <a:xfrm>
            <a:off x="766763" y="1377950"/>
            <a:ext cx="752475" cy="752475"/>
            <a:chOff x="6143681" y="2577957"/>
            <a:chExt cx="1003300" cy="1003300"/>
          </a:xfrm>
        </p:grpSpPr>
        <p:sp>
          <p:nvSpPr>
            <p:cNvPr id="208" name="MH_Other_1"/>
            <p:cNvSpPr/>
            <p:nvPr>
              <p:custDataLst>
                <p:tags r:id="rId11"/>
              </p:custDataLst>
            </p:nvPr>
          </p:nvSpPr>
          <p:spPr>
            <a:xfrm>
              <a:off x="6143681" y="2577957"/>
              <a:ext cx="1003300" cy="1003300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B8BBBC"/>
                </a:gs>
              </a:gsLst>
              <a:lin ang="6600000" scaled="0"/>
              <a:tileRect/>
            </a:gradFill>
            <a:ln w="1270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50800" dist="88900" dir="2700000" algn="tl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09" name="MH_Other_2"/>
            <p:cNvSpPr/>
            <p:nvPr>
              <p:custDataLst>
                <p:tags r:id="rId12"/>
              </p:custDataLst>
            </p:nvPr>
          </p:nvSpPr>
          <p:spPr>
            <a:xfrm>
              <a:off x="6257925" y="2692232"/>
              <a:ext cx="776022" cy="776024"/>
            </a:xfrm>
            <a:prstGeom prst="ellipse">
              <a:avLst/>
            </a:prstGeom>
            <a:solidFill>
              <a:srgbClr val="02B3C1"/>
            </a:solidFill>
            <a:ln>
              <a:noFill/>
            </a:ln>
            <a:effectLst>
              <a:innerShdw blurRad="1143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/>
              <a:endParaRPr lang="zh-CN" altLang="en-US" sz="1015" strike="noStrike" noProof="1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10" name="KSO_Shape"/>
            <p:cNvSpPr/>
            <p:nvPr/>
          </p:nvSpPr>
          <p:spPr bwMode="auto">
            <a:xfrm>
              <a:off x="6495207" y="2860388"/>
              <a:ext cx="319192" cy="435262"/>
            </a:xfrm>
            <a:custGeom>
              <a:avLst/>
              <a:gdLst>
                <a:gd name="T0" fmla="*/ 690912 w 1387475"/>
                <a:gd name="T1" fmla="*/ 1460893 h 1890713"/>
                <a:gd name="T2" fmla="*/ 273569 w 1387475"/>
                <a:gd name="T3" fmla="*/ 1342172 h 1890713"/>
                <a:gd name="T4" fmla="*/ 1125427 w 1387475"/>
                <a:gd name="T5" fmla="*/ 1107527 h 1890713"/>
                <a:gd name="T6" fmla="*/ 1132217 w 1387475"/>
                <a:gd name="T7" fmla="*/ 1123117 h 1890713"/>
                <a:gd name="T8" fmla="*/ 1000025 w 1387475"/>
                <a:gd name="T9" fmla="*/ 749763 h 1890713"/>
                <a:gd name="T10" fmla="*/ 1159374 w 1387475"/>
                <a:gd name="T11" fmla="*/ 788538 h 1890713"/>
                <a:gd name="T12" fmla="*/ 1296359 w 1387475"/>
                <a:gd name="T13" fmla="*/ 860090 h 1890713"/>
                <a:gd name="T14" fmla="*/ 1380227 w 1387475"/>
                <a:gd name="T15" fmla="*/ 938838 h 1890713"/>
                <a:gd name="T16" fmla="*/ 1395402 w 1387475"/>
                <a:gd name="T17" fmla="*/ 983609 h 1890713"/>
                <a:gd name="T18" fmla="*/ 1388613 w 1387475"/>
                <a:gd name="T19" fmla="*/ 1092736 h 1890713"/>
                <a:gd name="T20" fmla="*/ 1337095 w 1387475"/>
                <a:gd name="T21" fmla="*/ 1277414 h 1890713"/>
                <a:gd name="T22" fmla="*/ 1108654 w 1387475"/>
                <a:gd name="T23" fmla="*/ 1651167 h 1890713"/>
                <a:gd name="T24" fmla="*/ 234430 w 1387475"/>
                <a:gd name="T25" fmla="*/ 1588809 h 1890713"/>
                <a:gd name="T26" fmla="*/ 132192 w 1387475"/>
                <a:gd name="T27" fmla="*/ 1603999 h 1890713"/>
                <a:gd name="T28" fmla="*/ 75082 w 1387475"/>
                <a:gd name="T29" fmla="*/ 1526850 h 1890713"/>
                <a:gd name="T30" fmla="*/ 9585 w 1387475"/>
                <a:gd name="T31" fmla="*/ 1125115 h 1890713"/>
                <a:gd name="T32" fmla="*/ 1198 w 1387475"/>
                <a:gd name="T33" fmla="*/ 986407 h 1890713"/>
                <a:gd name="T34" fmla="*/ 15176 w 1387475"/>
                <a:gd name="T35" fmla="*/ 938039 h 1890713"/>
                <a:gd name="T36" fmla="*/ 60305 w 1387475"/>
                <a:gd name="T37" fmla="*/ 885673 h 1890713"/>
                <a:gd name="T38" fmla="*/ 179717 w 1387475"/>
                <a:gd name="T39" fmla="*/ 820917 h 1890713"/>
                <a:gd name="T40" fmla="*/ 333475 w 1387475"/>
                <a:gd name="T41" fmla="*/ 775746 h 1890713"/>
                <a:gd name="T42" fmla="*/ 492025 w 1387475"/>
                <a:gd name="T43" fmla="*/ 750962 h 1890713"/>
                <a:gd name="T44" fmla="*/ 748422 w 1387475"/>
                <a:gd name="T45" fmla="*/ 882076 h 1890713"/>
                <a:gd name="T46" fmla="*/ 930934 w 1387475"/>
                <a:gd name="T47" fmla="*/ 750163 h 1890713"/>
                <a:gd name="T48" fmla="*/ 763236 w 1387475"/>
                <a:gd name="T49" fmla="*/ 2000 h 1890713"/>
                <a:gd name="T50" fmla="*/ 882716 w 1387475"/>
                <a:gd name="T51" fmla="*/ 31207 h 1890713"/>
                <a:gd name="T52" fmla="*/ 976222 w 1387475"/>
                <a:gd name="T53" fmla="*/ 84818 h 1890713"/>
                <a:gd name="T54" fmla="*/ 983815 w 1387475"/>
                <a:gd name="T55" fmla="*/ 140830 h 1890713"/>
                <a:gd name="T56" fmla="*/ 937461 w 1387475"/>
                <a:gd name="T57" fmla="*/ 183639 h 1890713"/>
                <a:gd name="T58" fmla="*/ 861137 w 1387475"/>
                <a:gd name="T59" fmla="*/ 203243 h 1890713"/>
                <a:gd name="T60" fmla="*/ 748450 w 1387475"/>
                <a:gd name="T61" fmla="*/ 166435 h 1890713"/>
                <a:gd name="T62" fmla="*/ 909489 w 1387475"/>
                <a:gd name="T63" fmla="*/ 231649 h 1890713"/>
                <a:gd name="T64" fmla="*/ 958240 w 1387475"/>
                <a:gd name="T65" fmla="*/ 231649 h 1890713"/>
                <a:gd name="T66" fmla="*/ 981018 w 1387475"/>
                <a:gd name="T67" fmla="*/ 265256 h 1890713"/>
                <a:gd name="T68" fmla="*/ 989409 w 1387475"/>
                <a:gd name="T69" fmla="*/ 299663 h 1890713"/>
                <a:gd name="T70" fmla="*/ 1005793 w 1387475"/>
                <a:gd name="T71" fmla="*/ 334471 h 1890713"/>
                <a:gd name="T72" fmla="*/ 1011387 w 1387475"/>
                <a:gd name="T73" fmla="*/ 406487 h 1890713"/>
                <a:gd name="T74" fmla="*/ 1002596 w 1387475"/>
                <a:gd name="T75" fmla="*/ 470900 h 1890713"/>
                <a:gd name="T76" fmla="*/ 985413 w 1387475"/>
                <a:gd name="T77" fmla="*/ 493305 h 1890713"/>
                <a:gd name="T78" fmla="*/ 969029 w 1387475"/>
                <a:gd name="T79" fmla="*/ 462499 h 1890713"/>
                <a:gd name="T80" fmla="*/ 933466 w 1387475"/>
                <a:gd name="T81" fmla="*/ 585725 h 1890713"/>
                <a:gd name="T82" fmla="*/ 867131 w 1387475"/>
                <a:gd name="T83" fmla="*/ 678944 h 1890713"/>
                <a:gd name="T84" fmla="*/ 785613 w 1387475"/>
                <a:gd name="T85" fmla="*/ 737757 h 1890713"/>
                <a:gd name="T86" fmla="*/ 703695 w 1387475"/>
                <a:gd name="T87" fmla="*/ 758161 h 1890713"/>
                <a:gd name="T88" fmla="*/ 632567 w 1387475"/>
                <a:gd name="T89" fmla="*/ 736957 h 1890713"/>
                <a:gd name="T90" fmla="*/ 552247 w 1387475"/>
                <a:gd name="T91" fmla="*/ 676944 h 1890713"/>
                <a:gd name="T92" fmla="*/ 479121 w 1387475"/>
                <a:gd name="T93" fmla="*/ 586925 h 1890713"/>
                <a:gd name="T94" fmla="*/ 429170 w 1387475"/>
                <a:gd name="T95" fmla="*/ 473701 h 1890713"/>
                <a:gd name="T96" fmla="*/ 413186 w 1387475"/>
                <a:gd name="T97" fmla="*/ 497706 h 1890713"/>
                <a:gd name="T98" fmla="*/ 395604 w 1387475"/>
                <a:gd name="T99" fmla="*/ 469300 h 1890713"/>
                <a:gd name="T100" fmla="*/ 388411 w 1387475"/>
                <a:gd name="T101" fmla="*/ 400886 h 1890713"/>
                <a:gd name="T102" fmla="*/ 395604 w 1387475"/>
                <a:gd name="T103" fmla="*/ 332470 h 1890713"/>
                <a:gd name="T104" fmla="*/ 413186 w 1387475"/>
                <a:gd name="T105" fmla="*/ 304064 h 1890713"/>
                <a:gd name="T106" fmla="*/ 418780 w 1387475"/>
                <a:gd name="T107" fmla="*/ 231249 h 1890713"/>
                <a:gd name="T108" fmla="*/ 433966 w 1387475"/>
                <a:gd name="T109" fmla="*/ 153632 h 1890713"/>
                <a:gd name="T110" fmla="*/ 415983 w 1387475"/>
                <a:gd name="T111" fmla="*/ 121626 h 1890713"/>
                <a:gd name="T112" fmla="*/ 474725 w 1387475"/>
                <a:gd name="T113" fmla="*/ 72015 h 1890713"/>
                <a:gd name="T114" fmla="*/ 567432 w 1387475"/>
                <a:gd name="T115" fmla="*/ 28006 h 1890713"/>
                <a:gd name="T116" fmla="*/ 671328 w 1387475"/>
                <a:gd name="T117" fmla="*/ 3601 h 189071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87475" h="1890713">
                  <a:moveTo>
                    <a:pt x="1185185" y="1355117"/>
                  </a:moveTo>
                  <a:lnTo>
                    <a:pt x="1112995" y="1364242"/>
                  </a:lnTo>
                  <a:lnTo>
                    <a:pt x="719520" y="1412247"/>
                  </a:lnTo>
                  <a:lnTo>
                    <a:pt x="699687" y="1419785"/>
                  </a:lnTo>
                  <a:lnTo>
                    <a:pt x="661609" y="1434464"/>
                  </a:lnTo>
                  <a:lnTo>
                    <a:pt x="591006" y="1461839"/>
                  </a:lnTo>
                  <a:lnTo>
                    <a:pt x="656849" y="1453905"/>
                  </a:lnTo>
                  <a:lnTo>
                    <a:pt x="686201" y="1449937"/>
                  </a:lnTo>
                  <a:lnTo>
                    <a:pt x="1212950" y="1385269"/>
                  </a:lnTo>
                  <a:lnTo>
                    <a:pt x="1207397" y="1379318"/>
                  </a:lnTo>
                  <a:lnTo>
                    <a:pt x="1185185" y="1355117"/>
                  </a:lnTo>
                  <a:close/>
                  <a:moveTo>
                    <a:pt x="882939" y="1288862"/>
                  </a:moveTo>
                  <a:lnTo>
                    <a:pt x="692944" y="1297987"/>
                  </a:lnTo>
                  <a:lnTo>
                    <a:pt x="638207" y="1300764"/>
                  </a:lnTo>
                  <a:lnTo>
                    <a:pt x="608855" y="1302351"/>
                  </a:lnTo>
                  <a:lnTo>
                    <a:pt x="271704" y="1332106"/>
                  </a:lnTo>
                  <a:lnTo>
                    <a:pt x="253855" y="1342421"/>
                  </a:lnTo>
                  <a:lnTo>
                    <a:pt x="152313" y="1399948"/>
                  </a:lnTo>
                  <a:lnTo>
                    <a:pt x="688581" y="1318617"/>
                  </a:lnTo>
                  <a:lnTo>
                    <a:pt x="749665" y="1309492"/>
                  </a:lnTo>
                  <a:lnTo>
                    <a:pt x="761564" y="1307112"/>
                  </a:lnTo>
                  <a:lnTo>
                    <a:pt x="882939" y="1288862"/>
                  </a:lnTo>
                  <a:close/>
                  <a:moveTo>
                    <a:pt x="1118944" y="1098824"/>
                  </a:moveTo>
                  <a:lnTo>
                    <a:pt x="1117754" y="1099221"/>
                  </a:lnTo>
                  <a:lnTo>
                    <a:pt x="1116168" y="1100808"/>
                  </a:lnTo>
                  <a:lnTo>
                    <a:pt x="1115374" y="1102395"/>
                  </a:lnTo>
                  <a:lnTo>
                    <a:pt x="1114978" y="1103585"/>
                  </a:lnTo>
                  <a:lnTo>
                    <a:pt x="1115771" y="1105569"/>
                  </a:lnTo>
                  <a:lnTo>
                    <a:pt x="1116564" y="1107156"/>
                  </a:lnTo>
                  <a:lnTo>
                    <a:pt x="1118151" y="1109139"/>
                  </a:lnTo>
                  <a:lnTo>
                    <a:pt x="1119737" y="1110726"/>
                  </a:lnTo>
                  <a:lnTo>
                    <a:pt x="1124497" y="1114694"/>
                  </a:lnTo>
                  <a:lnTo>
                    <a:pt x="1123307" y="1106362"/>
                  </a:lnTo>
                  <a:lnTo>
                    <a:pt x="1122514" y="1102791"/>
                  </a:lnTo>
                  <a:lnTo>
                    <a:pt x="1121721" y="1100808"/>
                  </a:lnTo>
                  <a:lnTo>
                    <a:pt x="1120134" y="1099221"/>
                  </a:lnTo>
                  <a:lnTo>
                    <a:pt x="1118944" y="1098824"/>
                  </a:lnTo>
                  <a:close/>
                  <a:moveTo>
                    <a:pt x="953542" y="742950"/>
                  </a:moveTo>
                  <a:lnTo>
                    <a:pt x="973374" y="743347"/>
                  </a:lnTo>
                  <a:lnTo>
                    <a:pt x="993207" y="744140"/>
                  </a:lnTo>
                  <a:lnTo>
                    <a:pt x="1013436" y="746124"/>
                  </a:lnTo>
                  <a:lnTo>
                    <a:pt x="1033268" y="749298"/>
                  </a:lnTo>
                  <a:lnTo>
                    <a:pt x="1053497" y="752868"/>
                  </a:lnTo>
                  <a:lnTo>
                    <a:pt x="1072933" y="757629"/>
                  </a:lnTo>
                  <a:lnTo>
                    <a:pt x="1093162" y="762787"/>
                  </a:lnTo>
                  <a:lnTo>
                    <a:pt x="1112598" y="768738"/>
                  </a:lnTo>
                  <a:lnTo>
                    <a:pt x="1132430" y="775483"/>
                  </a:lnTo>
                  <a:lnTo>
                    <a:pt x="1151469" y="782624"/>
                  </a:lnTo>
                  <a:lnTo>
                    <a:pt x="1170509" y="790162"/>
                  </a:lnTo>
                  <a:lnTo>
                    <a:pt x="1188754" y="798097"/>
                  </a:lnTo>
                  <a:lnTo>
                    <a:pt x="1206603" y="806428"/>
                  </a:lnTo>
                  <a:lnTo>
                    <a:pt x="1224056" y="815553"/>
                  </a:lnTo>
                  <a:lnTo>
                    <a:pt x="1240715" y="824678"/>
                  </a:lnTo>
                  <a:lnTo>
                    <a:pt x="1257374" y="833803"/>
                  </a:lnTo>
                  <a:lnTo>
                    <a:pt x="1272844" y="843722"/>
                  </a:lnTo>
                  <a:lnTo>
                    <a:pt x="1287520" y="853640"/>
                  </a:lnTo>
                  <a:lnTo>
                    <a:pt x="1301402" y="863558"/>
                  </a:lnTo>
                  <a:lnTo>
                    <a:pt x="1314492" y="873477"/>
                  </a:lnTo>
                  <a:lnTo>
                    <a:pt x="1326391" y="883395"/>
                  </a:lnTo>
                  <a:lnTo>
                    <a:pt x="1337894" y="893314"/>
                  </a:lnTo>
                  <a:lnTo>
                    <a:pt x="1347810" y="903232"/>
                  </a:lnTo>
                  <a:lnTo>
                    <a:pt x="1356537" y="912754"/>
                  </a:lnTo>
                  <a:lnTo>
                    <a:pt x="1364866" y="922672"/>
                  </a:lnTo>
                  <a:lnTo>
                    <a:pt x="1370816" y="931797"/>
                  </a:lnTo>
                  <a:lnTo>
                    <a:pt x="1376369" y="940526"/>
                  </a:lnTo>
                  <a:lnTo>
                    <a:pt x="1378749" y="944890"/>
                  </a:lnTo>
                  <a:lnTo>
                    <a:pt x="1380732" y="948857"/>
                  </a:lnTo>
                  <a:lnTo>
                    <a:pt x="1381922" y="953221"/>
                  </a:lnTo>
                  <a:lnTo>
                    <a:pt x="1383112" y="957585"/>
                  </a:lnTo>
                  <a:lnTo>
                    <a:pt x="1383905" y="961156"/>
                  </a:lnTo>
                  <a:lnTo>
                    <a:pt x="1384302" y="965123"/>
                  </a:lnTo>
                  <a:lnTo>
                    <a:pt x="1385888" y="976232"/>
                  </a:lnTo>
                  <a:lnTo>
                    <a:pt x="1387078" y="988134"/>
                  </a:lnTo>
                  <a:lnTo>
                    <a:pt x="1387475" y="1000830"/>
                  </a:lnTo>
                  <a:lnTo>
                    <a:pt x="1387475" y="1013922"/>
                  </a:lnTo>
                  <a:lnTo>
                    <a:pt x="1386682" y="1027014"/>
                  </a:lnTo>
                  <a:lnTo>
                    <a:pt x="1385492" y="1040900"/>
                  </a:lnTo>
                  <a:lnTo>
                    <a:pt x="1383509" y="1055183"/>
                  </a:lnTo>
                  <a:lnTo>
                    <a:pt x="1381525" y="1069465"/>
                  </a:lnTo>
                  <a:lnTo>
                    <a:pt x="1379145" y="1084541"/>
                  </a:lnTo>
                  <a:lnTo>
                    <a:pt x="1375972" y="1100014"/>
                  </a:lnTo>
                  <a:lnTo>
                    <a:pt x="1372799" y="1115487"/>
                  </a:lnTo>
                  <a:lnTo>
                    <a:pt x="1369229" y="1131357"/>
                  </a:lnTo>
                  <a:lnTo>
                    <a:pt x="1365263" y="1148020"/>
                  </a:lnTo>
                  <a:lnTo>
                    <a:pt x="1360503" y="1164286"/>
                  </a:lnTo>
                  <a:lnTo>
                    <a:pt x="1350983" y="1198009"/>
                  </a:lnTo>
                  <a:lnTo>
                    <a:pt x="1339877" y="1232525"/>
                  </a:lnTo>
                  <a:lnTo>
                    <a:pt x="1327978" y="1267834"/>
                  </a:lnTo>
                  <a:lnTo>
                    <a:pt x="1315285" y="1303541"/>
                  </a:lnTo>
                  <a:lnTo>
                    <a:pt x="1302196" y="1339247"/>
                  </a:lnTo>
                  <a:lnTo>
                    <a:pt x="1288710" y="1374954"/>
                  </a:lnTo>
                  <a:lnTo>
                    <a:pt x="1274827" y="1411057"/>
                  </a:lnTo>
                  <a:lnTo>
                    <a:pt x="1246665" y="1482073"/>
                  </a:lnTo>
                  <a:lnTo>
                    <a:pt x="1212950" y="1581654"/>
                  </a:lnTo>
                  <a:lnTo>
                    <a:pt x="1106251" y="1559437"/>
                  </a:lnTo>
                  <a:lnTo>
                    <a:pt x="1101095" y="1638784"/>
                  </a:lnTo>
                  <a:lnTo>
                    <a:pt x="1092369" y="1729241"/>
                  </a:lnTo>
                  <a:lnTo>
                    <a:pt x="1085229" y="1803431"/>
                  </a:lnTo>
                  <a:lnTo>
                    <a:pt x="1076503" y="1890713"/>
                  </a:lnTo>
                  <a:lnTo>
                    <a:pt x="285190" y="1890713"/>
                  </a:lnTo>
                  <a:lnTo>
                    <a:pt x="274084" y="1780023"/>
                  </a:lnTo>
                  <a:lnTo>
                    <a:pt x="265358" y="1685203"/>
                  </a:lnTo>
                  <a:lnTo>
                    <a:pt x="255441" y="1570546"/>
                  </a:lnTo>
                  <a:lnTo>
                    <a:pt x="232832" y="1576893"/>
                  </a:lnTo>
                  <a:lnTo>
                    <a:pt x="209827" y="1582448"/>
                  </a:lnTo>
                  <a:lnTo>
                    <a:pt x="197927" y="1584828"/>
                  </a:lnTo>
                  <a:lnTo>
                    <a:pt x="186821" y="1587605"/>
                  </a:lnTo>
                  <a:lnTo>
                    <a:pt x="174922" y="1589192"/>
                  </a:lnTo>
                  <a:lnTo>
                    <a:pt x="163816" y="1590779"/>
                  </a:lnTo>
                  <a:lnTo>
                    <a:pt x="152313" y="1591573"/>
                  </a:lnTo>
                  <a:lnTo>
                    <a:pt x="142000" y="1591969"/>
                  </a:lnTo>
                  <a:lnTo>
                    <a:pt x="131291" y="1591969"/>
                  </a:lnTo>
                  <a:lnTo>
                    <a:pt x="121374" y="1591573"/>
                  </a:lnTo>
                  <a:lnTo>
                    <a:pt x="112251" y="1590382"/>
                  </a:lnTo>
                  <a:lnTo>
                    <a:pt x="103129" y="1588399"/>
                  </a:lnTo>
                  <a:lnTo>
                    <a:pt x="99162" y="1587209"/>
                  </a:lnTo>
                  <a:lnTo>
                    <a:pt x="95196" y="1585225"/>
                  </a:lnTo>
                  <a:lnTo>
                    <a:pt x="91229" y="1583638"/>
                  </a:lnTo>
                  <a:lnTo>
                    <a:pt x="87659" y="1581654"/>
                  </a:lnTo>
                  <a:lnTo>
                    <a:pt x="74570" y="1515399"/>
                  </a:lnTo>
                  <a:lnTo>
                    <a:pt x="59497" y="1433274"/>
                  </a:lnTo>
                  <a:lnTo>
                    <a:pt x="51564" y="1388046"/>
                  </a:lnTo>
                  <a:lnTo>
                    <a:pt x="43235" y="1341628"/>
                  </a:lnTo>
                  <a:lnTo>
                    <a:pt x="35698" y="1295209"/>
                  </a:lnTo>
                  <a:lnTo>
                    <a:pt x="28162" y="1247998"/>
                  </a:lnTo>
                  <a:lnTo>
                    <a:pt x="21022" y="1202373"/>
                  </a:lnTo>
                  <a:lnTo>
                    <a:pt x="14676" y="1157938"/>
                  </a:lnTo>
                  <a:lnTo>
                    <a:pt x="9520" y="1116677"/>
                  </a:lnTo>
                  <a:lnTo>
                    <a:pt x="5156" y="1078987"/>
                  </a:lnTo>
                  <a:lnTo>
                    <a:pt x="1983" y="1045264"/>
                  </a:lnTo>
                  <a:lnTo>
                    <a:pt x="793" y="1030188"/>
                  </a:lnTo>
                  <a:lnTo>
                    <a:pt x="0" y="1016699"/>
                  </a:lnTo>
                  <a:lnTo>
                    <a:pt x="0" y="1004797"/>
                  </a:lnTo>
                  <a:lnTo>
                    <a:pt x="0" y="994482"/>
                  </a:lnTo>
                  <a:lnTo>
                    <a:pt x="397" y="985754"/>
                  </a:lnTo>
                  <a:lnTo>
                    <a:pt x="1190" y="979009"/>
                  </a:lnTo>
                  <a:lnTo>
                    <a:pt x="1587" y="972661"/>
                  </a:lnTo>
                  <a:lnTo>
                    <a:pt x="2380" y="966314"/>
                  </a:lnTo>
                  <a:lnTo>
                    <a:pt x="3966" y="959966"/>
                  </a:lnTo>
                  <a:lnTo>
                    <a:pt x="5553" y="954015"/>
                  </a:lnTo>
                  <a:lnTo>
                    <a:pt x="7536" y="948064"/>
                  </a:lnTo>
                  <a:lnTo>
                    <a:pt x="9520" y="942113"/>
                  </a:lnTo>
                  <a:lnTo>
                    <a:pt x="12296" y="936558"/>
                  </a:lnTo>
                  <a:lnTo>
                    <a:pt x="15073" y="931004"/>
                  </a:lnTo>
                  <a:lnTo>
                    <a:pt x="18246" y="925053"/>
                  </a:lnTo>
                  <a:lnTo>
                    <a:pt x="21816" y="919498"/>
                  </a:lnTo>
                  <a:lnTo>
                    <a:pt x="25782" y="914341"/>
                  </a:lnTo>
                  <a:lnTo>
                    <a:pt x="29352" y="909183"/>
                  </a:lnTo>
                  <a:lnTo>
                    <a:pt x="34112" y="904026"/>
                  </a:lnTo>
                  <a:lnTo>
                    <a:pt x="38872" y="898471"/>
                  </a:lnTo>
                  <a:lnTo>
                    <a:pt x="48391" y="888950"/>
                  </a:lnTo>
                  <a:lnTo>
                    <a:pt x="59894" y="879031"/>
                  </a:lnTo>
                  <a:lnTo>
                    <a:pt x="71793" y="869906"/>
                  </a:lnTo>
                  <a:lnTo>
                    <a:pt x="84486" y="860781"/>
                  </a:lnTo>
                  <a:lnTo>
                    <a:pt x="98765" y="852450"/>
                  </a:lnTo>
                  <a:lnTo>
                    <a:pt x="113441" y="844118"/>
                  </a:lnTo>
                  <a:lnTo>
                    <a:pt x="128514" y="836183"/>
                  </a:lnTo>
                  <a:lnTo>
                    <a:pt x="144380" y="828645"/>
                  </a:lnTo>
                  <a:lnTo>
                    <a:pt x="161436" y="821504"/>
                  </a:lnTo>
                  <a:lnTo>
                    <a:pt x="178492" y="814760"/>
                  </a:lnTo>
                  <a:lnTo>
                    <a:pt x="196341" y="808015"/>
                  </a:lnTo>
                  <a:lnTo>
                    <a:pt x="214587" y="801667"/>
                  </a:lnTo>
                  <a:lnTo>
                    <a:pt x="233229" y="795716"/>
                  </a:lnTo>
                  <a:lnTo>
                    <a:pt x="252268" y="790162"/>
                  </a:lnTo>
                  <a:lnTo>
                    <a:pt x="271704" y="784608"/>
                  </a:lnTo>
                  <a:lnTo>
                    <a:pt x="291140" y="779450"/>
                  </a:lnTo>
                  <a:lnTo>
                    <a:pt x="310972" y="774689"/>
                  </a:lnTo>
                  <a:lnTo>
                    <a:pt x="331201" y="769928"/>
                  </a:lnTo>
                  <a:lnTo>
                    <a:pt x="351034" y="765564"/>
                  </a:lnTo>
                  <a:lnTo>
                    <a:pt x="371263" y="761994"/>
                  </a:lnTo>
                  <a:lnTo>
                    <a:pt x="391492" y="758026"/>
                  </a:lnTo>
                  <a:lnTo>
                    <a:pt x="431156" y="751282"/>
                  </a:lnTo>
                  <a:lnTo>
                    <a:pt x="470028" y="745727"/>
                  </a:lnTo>
                  <a:lnTo>
                    <a:pt x="474788" y="745330"/>
                  </a:lnTo>
                  <a:lnTo>
                    <a:pt x="479548" y="744934"/>
                  </a:lnTo>
                  <a:lnTo>
                    <a:pt x="488670" y="745330"/>
                  </a:lnTo>
                  <a:lnTo>
                    <a:pt x="616391" y="1197215"/>
                  </a:lnTo>
                  <a:lnTo>
                    <a:pt x="618771" y="1179759"/>
                  </a:lnTo>
                  <a:lnTo>
                    <a:pt x="663196" y="869509"/>
                  </a:lnTo>
                  <a:lnTo>
                    <a:pt x="650503" y="838961"/>
                  </a:lnTo>
                  <a:lnTo>
                    <a:pt x="675095" y="798493"/>
                  </a:lnTo>
                  <a:lnTo>
                    <a:pt x="731022" y="798097"/>
                  </a:lnTo>
                  <a:lnTo>
                    <a:pt x="754028" y="838961"/>
                  </a:lnTo>
                  <a:lnTo>
                    <a:pt x="743319" y="875461"/>
                  </a:lnTo>
                  <a:lnTo>
                    <a:pt x="782983" y="1202373"/>
                  </a:lnTo>
                  <a:lnTo>
                    <a:pt x="887302" y="760407"/>
                  </a:lnTo>
                  <a:lnTo>
                    <a:pt x="899201" y="754852"/>
                  </a:lnTo>
                  <a:lnTo>
                    <a:pt x="907927" y="750488"/>
                  </a:lnTo>
                  <a:lnTo>
                    <a:pt x="913481" y="747314"/>
                  </a:lnTo>
                  <a:lnTo>
                    <a:pt x="914671" y="746124"/>
                  </a:lnTo>
                  <a:lnTo>
                    <a:pt x="914671" y="745727"/>
                  </a:lnTo>
                  <a:lnTo>
                    <a:pt x="924587" y="744537"/>
                  </a:lnTo>
                  <a:lnTo>
                    <a:pt x="934106" y="743744"/>
                  </a:lnTo>
                  <a:lnTo>
                    <a:pt x="943626" y="743347"/>
                  </a:lnTo>
                  <a:lnTo>
                    <a:pt x="953542" y="742950"/>
                  </a:lnTo>
                  <a:close/>
                  <a:moveTo>
                    <a:pt x="713979" y="0"/>
                  </a:moveTo>
                  <a:lnTo>
                    <a:pt x="725091" y="0"/>
                  </a:lnTo>
                  <a:lnTo>
                    <a:pt x="736601" y="397"/>
                  </a:lnTo>
                  <a:lnTo>
                    <a:pt x="746919" y="794"/>
                  </a:lnTo>
                  <a:lnTo>
                    <a:pt x="758032" y="1985"/>
                  </a:lnTo>
                  <a:lnTo>
                    <a:pt x="768351" y="3177"/>
                  </a:lnTo>
                  <a:lnTo>
                    <a:pt x="778669" y="4368"/>
                  </a:lnTo>
                  <a:lnTo>
                    <a:pt x="788591" y="5956"/>
                  </a:lnTo>
                  <a:lnTo>
                    <a:pt x="808038" y="9530"/>
                  </a:lnTo>
                  <a:lnTo>
                    <a:pt x="826691" y="13898"/>
                  </a:lnTo>
                  <a:lnTo>
                    <a:pt x="844551" y="19060"/>
                  </a:lnTo>
                  <a:lnTo>
                    <a:pt x="860822" y="25016"/>
                  </a:lnTo>
                  <a:lnTo>
                    <a:pt x="876697" y="30973"/>
                  </a:lnTo>
                  <a:lnTo>
                    <a:pt x="891779" y="37723"/>
                  </a:lnTo>
                  <a:lnTo>
                    <a:pt x="906066" y="44076"/>
                  </a:lnTo>
                  <a:lnTo>
                    <a:pt x="919163" y="51224"/>
                  </a:lnTo>
                  <a:lnTo>
                    <a:pt x="930672" y="57974"/>
                  </a:lnTo>
                  <a:lnTo>
                    <a:pt x="942182" y="64725"/>
                  </a:lnTo>
                  <a:lnTo>
                    <a:pt x="952501" y="71475"/>
                  </a:lnTo>
                  <a:lnTo>
                    <a:pt x="961232" y="77829"/>
                  </a:lnTo>
                  <a:lnTo>
                    <a:pt x="969566" y="84182"/>
                  </a:lnTo>
                  <a:lnTo>
                    <a:pt x="976313" y="89344"/>
                  </a:lnTo>
                  <a:lnTo>
                    <a:pt x="987822" y="98874"/>
                  </a:lnTo>
                  <a:lnTo>
                    <a:pt x="994172" y="105227"/>
                  </a:lnTo>
                  <a:lnTo>
                    <a:pt x="996554" y="107213"/>
                  </a:lnTo>
                  <a:lnTo>
                    <a:pt x="993775" y="113566"/>
                  </a:lnTo>
                  <a:lnTo>
                    <a:pt x="989410" y="120317"/>
                  </a:lnTo>
                  <a:lnTo>
                    <a:pt x="984251" y="129450"/>
                  </a:lnTo>
                  <a:lnTo>
                    <a:pt x="977107" y="139774"/>
                  </a:lnTo>
                  <a:lnTo>
                    <a:pt x="973138" y="144936"/>
                  </a:lnTo>
                  <a:lnTo>
                    <a:pt x="968375" y="150495"/>
                  </a:lnTo>
                  <a:lnTo>
                    <a:pt x="963216" y="156054"/>
                  </a:lnTo>
                  <a:lnTo>
                    <a:pt x="957660" y="161613"/>
                  </a:lnTo>
                  <a:lnTo>
                    <a:pt x="951707" y="167173"/>
                  </a:lnTo>
                  <a:lnTo>
                    <a:pt x="945754" y="172732"/>
                  </a:lnTo>
                  <a:lnTo>
                    <a:pt x="938610" y="177497"/>
                  </a:lnTo>
                  <a:lnTo>
                    <a:pt x="931069" y="182262"/>
                  </a:lnTo>
                  <a:lnTo>
                    <a:pt x="923529" y="186630"/>
                  </a:lnTo>
                  <a:lnTo>
                    <a:pt x="915194" y="190601"/>
                  </a:lnTo>
                  <a:lnTo>
                    <a:pt x="906463" y="194174"/>
                  </a:lnTo>
                  <a:lnTo>
                    <a:pt x="896938" y="196954"/>
                  </a:lnTo>
                  <a:lnTo>
                    <a:pt x="887413" y="199733"/>
                  </a:lnTo>
                  <a:lnTo>
                    <a:pt x="877094" y="200925"/>
                  </a:lnTo>
                  <a:lnTo>
                    <a:pt x="866775" y="201719"/>
                  </a:lnTo>
                  <a:lnTo>
                    <a:pt x="855266" y="201719"/>
                  </a:lnTo>
                  <a:lnTo>
                    <a:pt x="843360" y="200925"/>
                  </a:lnTo>
                  <a:lnTo>
                    <a:pt x="831454" y="198939"/>
                  </a:lnTo>
                  <a:lnTo>
                    <a:pt x="818357" y="195763"/>
                  </a:lnTo>
                  <a:lnTo>
                    <a:pt x="805260" y="191792"/>
                  </a:lnTo>
                  <a:lnTo>
                    <a:pt x="791369" y="186233"/>
                  </a:lnTo>
                  <a:lnTo>
                    <a:pt x="777082" y="179879"/>
                  </a:lnTo>
                  <a:lnTo>
                    <a:pt x="760016" y="171938"/>
                  </a:lnTo>
                  <a:lnTo>
                    <a:pt x="743347" y="165187"/>
                  </a:lnTo>
                  <a:lnTo>
                    <a:pt x="778272" y="181468"/>
                  </a:lnTo>
                  <a:lnTo>
                    <a:pt x="812007" y="196954"/>
                  </a:lnTo>
                  <a:lnTo>
                    <a:pt x="828279" y="204101"/>
                  </a:lnTo>
                  <a:lnTo>
                    <a:pt x="844551" y="210852"/>
                  </a:lnTo>
                  <a:lnTo>
                    <a:pt x="860029" y="217205"/>
                  </a:lnTo>
                  <a:lnTo>
                    <a:pt x="875110" y="222367"/>
                  </a:lnTo>
                  <a:lnTo>
                    <a:pt x="889397" y="226735"/>
                  </a:lnTo>
                  <a:lnTo>
                    <a:pt x="903288" y="229912"/>
                  </a:lnTo>
                  <a:lnTo>
                    <a:pt x="910035" y="231103"/>
                  </a:lnTo>
                  <a:lnTo>
                    <a:pt x="916385" y="232294"/>
                  </a:lnTo>
                  <a:lnTo>
                    <a:pt x="922735" y="232691"/>
                  </a:lnTo>
                  <a:lnTo>
                    <a:pt x="929085" y="233089"/>
                  </a:lnTo>
                  <a:lnTo>
                    <a:pt x="935038" y="233089"/>
                  </a:lnTo>
                  <a:lnTo>
                    <a:pt x="940991" y="232294"/>
                  </a:lnTo>
                  <a:lnTo>
                    <a:pt x="946547" y="231103"/>
                  </a:lnTo>
                  <a:lnTo>
                    <a:pt x="951707" y="229912"/>
                  </a:lnTo>
                  <a:lnTo>
                    <a:pt x="956866" y="228324"/>
                  </a:lnTo>
                  <a:lnTo>
                    <a:pt x="961629" y="226338"/>
                  </a:lnTo>
                  <a:lnTo>
                    <a:pt x="966788" y="223161"/>
                  </a:lnTo>
                  <a:lnTo>
                    <a:pt x="970757" y="220382"/>
                  </a:lnTo>
                  <a:lnTo>
                    <a:pt x="972741" y="231500"/>
                  </a:lnTo>
                  <a:lnTo>
                    <a:pt x="973535" y="242619"/>
                  </a:lnTo>
                  <a:lnTo>
                    <a:pt x="973932" y="253340"/>
                  </a:lnTo>
                  <a:lnTo>
                    <a:pt x="974329" y="263267"/>
                  </a:lnTo>
                  <a:lnTo>
                    <a:pt x="974329" y="273591"/>
                  </a:lnTo>
                  <a:lnTo>
                    <a:pt x="973932" y="283121"/>
                  </a:lnTo>
                  <a:lnTo>
                    <a:pt x="973138" y="302181"/>
                  </a:lnTo>
                  <a:lnTo>
                    <a:pt x="974725" y="300196"/>
                  </a:lnTo>
                  <a:lnTo>
                    <a:pt x="976710" y="298210"/>
                  </a:lnTo>
                  <a:lnTo>
                    <a:pt x="978297" y="297416"/>
                  </a:lnTo>
                  <a:lnTo>
                    <a:pt x="980282" y="297019"/>
                  </a:lnTo>
                  <a:lnTo>
                    <a:pt x="982663" y="297416"/>
                  </a:lnTo>
                  <a:lnTo>
                    <a:pt x="985044" y="299005"/>
                  </a:lnTo>
                  <a:lnTo>
                    <a:pt x="987822" y="301784"/>
                  </a:lnTo>
                  <a:lnTo>
                    <a:pt x="989807" y="304564"/>
                  </a:lnTo>
                  <a:lnTo>
                    <a:pt x="991791" y="308932"/>
                  </a:lnTo>
                  <a:lnTo>
                    <a:pt x="994172" y="313697"/>
                  </a:lnTo>
                  <a:lnTo>
                    <a:pt x="995760" y="318859"/>
                  </a:lnTo>
                  <a:lnTo>
                    <a:pt x="997744" y="325212"/>
                  </a:lnTo>
                  <a:lnTo>
                    <a:pt x="998935" y="331963"/>
                  </a:lnTo>
                  <a:lnTo>
                    <a:pt x="1000919" y="339507"/>
                  </a:lnTo>
                  <a:lnTo>
                    <a:pt x="1002110" y="347846"/>
                  </a:lnTo>
                  <a:lnTo>
                    <a:pt x="1002904" y="356185"/>
                  </a:lnTo>
                  <a:lnTo>
                    <a:pt x="1003697" y="364523"/>
                  </a:lnTo>
                  <a:lnTo>
                    <a:pt x="1004094" y="373656"/>
                  </a:lnTo>
                  <a:lnTo>
                    <a:pt x="1004491" y="383584"/>
                  </a:lnTo>
                  <a:lnTo>
                    <a:pt x="1004888" y="393114"/>
                  </a:lnTo>
                  <a:lnTo>
                    <a:pt x="1004491" y="403438"/>
                  </a:lnTo>
                  <a:lnTo>
                    <a:pt x="1004094" y="412571"/>
                  </a:lnTo>
                  <a:lnTo>
                    <a:pt x="1003697" y="422101"/>
                  </a:lnTo>
                  <a:lnTo>
                    <a:pt x="1002904" y="430837"/>
                  </a:lnTo>
                  <a:lnTo>
                    <a:pt x="1002110" y="439175"/>
                  </a:lnTo>
                  <a:lnTo>
                    <a:pt x="1000919" y="447117"/>
                  </a:lnTo>
                  <a:lnTo>
                    <a:pt x="998935" y="454265"/>
                  </a:lnTo>
                  <a:lnTo>
                    <a:pt x="997744" y="461015"/>
                  </a:lnTo>
                  <a:lnTo>
                    <a:pt x="995760" y="467368"/>
                  </a:lnTo>
                  <a:lnTo>
                    <a:pt x="994172" y="472928"/>
                  </a:lnTo>
                  <a:lnTo>
                    <a:pt x="991791" y="478090"/>
                  </a:lnTo>
                  <a:lnTo>
                    <a:pt x="989807" y="481663"/>
                  </a:lnTo>
                  <a:lnTo>
                    <a:pt x="987822" y="485237"/>
                  </a:lnTo>
                  <a:lnTo>
                    <a:pt x="985044" y="487620"/>
                  </a:lnTo>
                  <a:lnTo>
                    <a:pt x="982663" y="488811"/>
                  </a:lnTo>
                  <a:lnTo>
                    <a:pt x="980282" y="489605"/>
                  </a:lnTo>
                  <a:lnTo>
                    <a:pt x="978694" y="489605"/>
                  </a:lnTo>
                  <a:lnTo>
                    <a:pt x="977504" y="488811"/>
                  </a:lnTo>
                  <a:lnTo>
                    <a:pt x="975122" y="487223"/>
                  </a:lnTo>
                  <a:lnTo>
                    <a:pt x="972741" y="484840"/>
                  </a:lnTo>
                  <a:lnTo>
                    <a:pt x="970360" y="481266"/>
                  </a:lnTo>
                  <a:lnTo>
                    <a:pt x="968375" y="476898"/>
                  </a:lnTo>
                  <a:lnTo>
                    <a:pt x="966391" y="471736"/>
                  </a:lnTo>
                  <a:lnTo>
                    <a:pt x="964010" y="465780"/>
                  </a:lnTo>
                  <a:lnTo>
                    <a:pt x="962422" y="459030"/>
                  </a:lnTo>
                  <a:lnTo>
                    <a:pt x="960438" y="476104"/>
                  </a:lnTo>
                  <a:lnTo>
                    <a:pt x="957263" y="491988"/>
                  </a:lnTo>
                  <a:lnTo>
                    <a:pt x="953691" y="507871"/>
                  </a:lnTo>
                  <a:lnTo>
                    <a:pt x="949325" y="523754"/>
                  </a:lnTo>
                  <a:lnTo>
                    <a:pt x="944563" y="538844"/>
                  </a:lnTo>
                  <a:lnTo>
                    <a:pt x="939404" y="553536"/>
                  </a:lnTo>
                  <a:lnTo>
                    <a:pt x="933451" y="567434"/>
                  </a:lnTo>
                  <a:lnTo>
                    <a:pt x="927101" y="581332"/>
                  </a:lnTo>
                  <a:lnTo>
                    <a:pt x="920354" y="594435"/>
                  </a:lnTo>
                  <a:lnTo>
                    <a:pt x="912813" y="607539"/>
                  </a:lnTo>
                  <a:lnTo>
                    <a:pt x="905272" y="619849"/>
                  </a:lnTo>
                  <a:lnTo>
                    <a:pt x="896938" y="631364"/>
                  </a:lnTo>
                  <a:lnTo>
                    <a:pt x="888604" y="642880"/>
                  </a:lnTo>
                  <a:lnTo>
                    <a:pt x="879872" y="653601"/>
                  </a:lnTo>
                  <a:lnTo>
                    <a:pt x="870347" y="663925"/>
                  </a:lnTo>
                  <a:lnTo>
                    <a:pt x="861219" y="673852"/>
                  </a:lnTo>
                  <a:lnTo>
                    <a:pt x="851694" y="682985"/>
                  </a:lnTo>
                  <a:lnTo>
                    <a:pt x="841772" y="691721"/>
                  </a:lnTo>
                  <a:lnTo>
                    <a:pt x="831851" y="700060"/>
                  </a:lnTo>
                  <a:lnTo>
                    <a:pt x="821532" y="707604"/>
                  </a:lnTo>
                  <a:lnTo>
                    <a:pt x="811610" y="714752"/>
                  </a:lnTo>
                  <a:lnTo>
                    <a:pt x="801291" y="721105"/>
                  </a:lnTo>
                  <a:lnTo>
                    <a:pt x="790972" y="727062"/>
                  </a:lnTo>
                  <a:lnTo>
                    <a:pt x="780257" y="732224"/>
                  </a:lnTo>
                  <a:lnTo>
                    <a:pt x="769938" y="736989"/>
                  </a:lnTo>
                  <a:lnTo>
                    <a:pt x="759619" y="741357"/>
                  </a:lnTo>
                  <a:lnTo>
                    <a:pt x="749301" y="744533"/>
                  </a:lnTo>
                  <a:lnTo>
                    <a:pt x="738585" y="747710"/>
                  </a:lnTo>
                  <a:lnTo>
                    <a:pt x="728663" y="750093"/>
                  </a:lnTo>
                  <a:lnTo>
                    <a:pt x="718344" y="751284"/>
                  </a:lnTo>
                  <a:lnTo>
                    <a:pt x="708819" y="752475"/>
                  </a:lnTo>
                  <a:lnTo>
                    <a:pt x="698897" y="752475"/>
                  </a:lnTo>
                  <a:lnTo>
                    <a:pt x="690960" y="752475"/>
                  </a:lnTo>
                  <a:lnTo>
                    <a:pt x="683022" y="751284"/>
                  </a:lnTo>
                  <a:lnTo>
                    <a:pt x="674688" y="749695"/>
                  </a:lnTo>
                  <a:lnTo>
                    <a:pt x="665560" y="747313"/>
                  </a:lnTo>
                  <a:lnTo>
                    <a:pt x="656432" y="744136"/>
                  </a:lnTo>
                  <a:lnTo>
                    <a:pt x="646907" y="740960"/>
                  </a:lnTo>
                  <a:lnTo>
                    <a:pt x="637779" y="736195"/>
                  </a:lnTo>
                  <a:lnTo>
                    <a:pt x="628254" y="731430"/>
                  </a:lnTo>
                  <a:lnTo>
                    <a:pt x="617935" y="725870"/>
                  </a:lnTo>
                  <a:lnTo>
                    <a:pt x="608410" y="719914"/>
                  </a:lnTo>
                  <a:lnTo>
                    <a:pt x="598091" y="713561"/>
                  </a:lnTo>
                  <a:lnTo>
                    <a:pt x="588169" y="706413"/>
                  </a:lnTo>
                  <a:lnTo>
                    <a:pt x="578247" y="698471"/>
                  </a:lnTo>
                  <a:lnTo>
                    <a:pt x="568325" y="690133"/>
                  </a:lnTo>
                  <a:lnTo>
                    <a:pt x="558007" y="681397"/>
                  </a:lnTo>
                  <a:lnTo>
                    <a:pt x="548482" y="671867"/>
                  </a:lnTo>
                  <a:lnTo>
                    <a:pt x="538560" y="662734"/>
                  </a:lnTo>
                  <a:lnTo>
                    <a:pt x="529035" y="652410"/>
                  </a:lnTo>
                  <a:lnTo>
                    <a:pt x="519510" y="641688"/>
                  </a:lnTo>
                  <a:lnTo>
                    <a:pt x="509985" y="630570"/>
                  </a:lnTo>
                  <a:lnTo>
                    <a:pt x="501254" y="619452"/>
                  </a:lnTo>
                  <a:lnTo>
                    <a:pt x="492522" y="607539"/>
                  </a:lnTo>
                  <a:lnTo>
                    <a:pt x="483791" y="595230"/>
                  </a:lnTo>
                  <a:lnTo>
                    <a:pt x="475854" y="582523"/>
                  </a:lnTo>
                  <a:lnTo>
                    <a:pt x="467916" y="569419"/>
                  </a:lnTo>
                  <a:lnTo>
                    <a:pt x="460772" y="556315"/>
                  </a:lnTo>
                  <a:lnTo>
                    <a:pt x="453629" y="542417"/>
                  </a:lnTo>
                  <a:lnTo>
                    <a:pt x="447279" y="528519"/>
                  </a:lnTo>
                  <a:lnTo>
                    <a:pt x="441325" y="514224"/>
                  </a:lnTo>
                  <a:lnTo>
                    <a:pt x="435769" y="499929"/>
                  </a:lnTo>
                  <a:lnTo>
                    <a:pt x="431007" y="485237"/>
                  </a:lnTo>
                  <a:lnTo>
                    <a:pt x="426244" y="470148"/>
                  </a:lnTo>
                  <a:lnTo>
                    <a:pt x="424657" y="474913"/>
                  </a:lnTo>
                  <a:lnTo>
                    <a:pt x="422672" y="480075"/>
                  </a:lnTo>
                  <a:lnTo>
                    <a:pt x="421085" y="484046"/>
                  </a:lnTo>
                  <a:lnTo>
                    <a:pt x="419101" y="487620"/>
                  </a:lnTo>
                  <a:lnTo>
                    <a:pt x="417116" y="490399"/>
                  </a:lnTo>
                  <a:lnTo>
                    <a:pt x="414735" y="492385"/>
                  </a:lnTo>
                  <a:lnTo>
                    <a:pt x="412354" y="493576"/>
                  </a:lnTo>
                  <a:lnTo>
                    <a:pt x="410369" y="493973"/>
                  </a:lnTo>
                  <a:lnTo>
                    <a:pt x="407591" y="493576"/>
                  </a:lnTo>
                  <a:lnTo>
                    <a:pt x="405210" y="491988"/>
                  </a:lnTo>
                  <a:lnTo>
                    <a:pt x="402829" y="490002"/>
                  </a:lnTo>
                  <a:lnTo>
                    <a:pt x="400447" y="486428"/>
                  </a:lnTo>
                  <a:lnTo>
                    <a:pt x="398463" y="482855"/>
                  </a:lnTo>
                  <a:lnTo>
                    <a:pt x="396082" y="477693"/>
                  </a:lnTo>
                  <a:lnTo>
                    <a:pt x="394494" y="472133"/>
                  </a:lnTo>
                  <a:lnTo>
                    <a:pt x="392907" y="465780"/>
                  </a:lnTo>
                  <a:lnTo>
                    <a:pt x="391319" y="459030"/>
                  </a:lnTo>
                  <a:lnTo>
                    <a:pt x="390129" y="451882"/>
                  </a:lnTo>
                  <a:lnTo>
                    <a:pt x="388541" y="443940"/>
                  </a:lnTo>
                  <a:lnTo>
                    <a:pt x="387351" y="435602"/>
                  </a:lnTo>
                  <a:lnTo>
                    <a:pt x="386557" y="426469"/>
                  </a:lnTo>
                  <a:lnTo>
                    <a:pt x="386160" y="417336"/>
                  </a:lnTo>
                  <a:lnTo>
                    <a:pt x="385763" y="407409"/>
                  </a:lnTo>
                  <a:lnTo>
                    <a:pt x="385763" y="397879"/>
                  </a:lnTo>
                  <a:lnTo>
                    <a:pt x="385763" y="388349"/>
                  </a:lnTo>
                  <a:lnTo>
                    <a:pt x="386160" y="378421"/>
                  </a:lnTo>
                  <a:lnTo>
                    <a:pt x="386557" y="369288"/>
                  </a:lnTo>
                  <a:lnTo>
                    <a:pt x="387351" y="360156"/>
                  </a:lnTo>
                  <a:lnTo>
                    <a:pt x="388541" y="351817"/>
                  </a:lnTo>
                  <a:lnTo>
                    <a:pt x="390129" y="344272"/>
                  </a:lnTo>
                  <a:lnTo>
                    <a:pt x="391319" y="336728"/>
                  </a:lnTo>
                  <a:lnTo>
                    <a:pt x="392907" y="329977"/>
                  </a:lnTo>
                  <a:lnTo>
                    <a:pt x="394494" y="323624"/>
                  </a:lnTo>
                  <a:lnTo>
                    <a:pt x="396082" y="318065"/>
                  </a:lnTo>
                  <a:lnTo>
                    <a:pt x="398463" y="313697"/>
                  </a:lnTo>
                  <a:lnTo>
                    <a:pt x="400447" y="309329"/>
                  </a:lnTo>
                  <a:lnTo>
                    <a:pt x="402829" y="305755"/>
                  </a:lnTo>
                  <a:lnTo>
                    <a:pt x="405210" y="303770"/>
                  </a:lnTo>
                  <a:lnTo>
                    <a:pt x="407591" y="302181"/>
                  </a:lnTo>
                  <a:lnTo>
                    <a:pt x="410369" y="301784"/>
                  </a:lnTo>
                  <a:lnTo>
                    <a:pt x="411560" y="302181"/>
                  </a:lnTo>
                  <a:lnTo>
                    <a:pt x="413147" y="302975"/>
                  </a:lnTo>
                  <a:lnTo>
                    <a:pt x="413544" y="289872"/>
                  </a:lnTo>
                  <a:lnTo>
                    <a:pt x="414338" y="277562"/>
                  </a:lnTo>
                  <a:lnTo>
                    <a:pt x="415925" y="266444"/>
                  </a:lnTo>
                  <a:lnTo>
                    <a:pt x="418307" y="255722"/>
                  </a:lnTo>
                  <a:lnTo>
                    <a:pt x="417116" y="242222"/>
                  </a:lnTo>
                  <a:lnTo>
                    <a:pt x="415925" y="229515"/>
                  </a:lnTo>
                  <a:lnTo>
                    <a:pt x="415925" y="217205"/>
                  </a:lnTo>
                  <a:lnTo>
                    <a:pt x="416322" y="206484"/>
                  </a:lnTo>
                  <a:lnTo>
                    <a:pt x="417910" y="195763"/>
                  </a:lnTo>
                  <a:lnTo>
                    <a:pt x="419497" y="185835"/>
                  </a:lnTo>
                  <a:lnTo>
                    <a:pt x="421482" y="176305"/>
                  </a:lnTo>
                  <a:lnTo>
                    <a:pt x="424260" y="167570"/>
                  </a:lnTo>
                  <a:lnTo>
                    <a:pt x="427435" y="159628"/>
                  </a:lnTo>
                  <a:lnTo>
                    <a:pt x="431007" y="152480"/>
                  </a:lnTo>
                  <a:lnTo>
                    <a:pt x="434975" y="145730"/>
                  </a:lnTo>
                  <a:lnTo>
                    <a:pt x="439341" y="139377"/>
                  </a:lnTo>
                  <a:lnTo>
                    <a:pt x="444501" y="133420"/>
                  </a:lnTo>
                  <a:lnTo>
                    <a:pt x="449660" y="128258"/>
                  </a:lnTo>
                  <a:lnTo>
                    <a:pt x="455613" y="123890"/>
                  </a:lnTo>
                  <a:lnTo>
                    <a:pt x="461566" y="119522"/>
                  </a:lnTo>
                  <a:lnTo>
                    <a:pt x="434182" y="119919"/>
                  </a:lnTo>
                  <a:lnTo>
                    <a:pt x="413147" y="120714"/>
                  </a:lnTo>
                  <a:lnTo>
                    <a:pt x="394891" y="121508"/>
                  </a:lnTo>
                  <a:lnTo>
                    <a:pt x="401241" y="118728"/>
                  </a:lnTo>
                  <a:lnTo>
                    <a:pt x="407591" y="115154"/>
                  </a:lnTo>
                  <a:lnTo>
                    <a:pt x="420291" y="107213"/>
                  </a:lnTo>
                  <a:lnTo>
                    <a:pt x="433388" y="98477"/>
                  </a:lnTo>
                  <a:lnTo>
                    <a:pt x="446485" y="88947"/>
                  </a:lnTo>
                  <a:lnTo>
                    <a:pt x="459185" y="79814"/>
                  </a:lnTo>
                  <a:lnTo>
                    <a:pt x="471488" y="71475"/>
                  </a:lnTo>
                  <a:lnTo>
                    <a:pt x="482601" y="63931"/>
                  </a:lnTo>
                  <a:lnTo>
                    <a:pt x="488157" y="60357"/>
                  </a:lnTo>
                  <a:lnTo>
                    <a:pt x="493316" y="57577"/>
                  </a:lnTo>
                  <a:lnTo>
                    <a:pt x="507604" y="50827"/>
                  </a:lnTo>
                  <a:lnTo>
                    <a:pt x="521891" y="44473"/>
                  </a:lnTo>
                  <a:lnTo>
                    <a:pt x="536179" y="38517"/>
                  </a:lnTo>
                  <a:lnTo>
                    <a:pt x="550069" y="32958"/>
                  </a:lnTo>
                  <a:lnTo>
                    <a:pt x="563563" y="27796"/>
                  </a:lnTo>
                  <a:lnTo>
                    <a:pt x="577057" y="23428"/>
                  </a:lnTo>
                  <a:lnTo>
                    <a:pt x="590551" y="19457"/>
                  </a:lnTo>
                  <a:lnTo>
                    <a:pt x="603647" y="15883"/>
                  </a:lnTo>
                  <a:lnTo>
                    <a:pt x="616744" y="12310"/>
                  </a:lnTo>
                  <a:lnTo>
                    <a:pt x="629841" y="9927"/>
                  </a:lnTo>
                  <a:lnTo>
                    <a:pt x="642541" y="7148"/>
                  </a:lnTo>
                  <a:lnTo>
                    <a:pt x="654844" y="5162"/>
                  </a:lnTo>
                  <a:lnTo>
                    <a:pt x="666751" y="3574"/>
                  </a:lnTo>
                  <a:lnTo>
                    <a:pt x="679054" y="2382"/>
                  </a:lnTo>
                  <a:lnTo>
                    <a:pt x="690960" y="1191"/>
                  </a:lnTo>
                  <a:lnTo>
                    <a:pt x="702866" y="397"/>
                  </a:lnTo>
                  <a:lnTo>
                    <a:pt x="71397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fontAlgn="base">
                <a:defRPr/>
              </a:pPr>
              <a:endParaRPr lang="zh-CN" altLang="en-US" sz="1015" strike="noStrike" noProof="1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47522" y="328000"/>
            <a:ext cx="1770458" cy="401597"/>
          </a:xfrm>
          <a:prstGeom prst="roundRect">
            <a:avLst>
              <a:gd name="adj" fmla="val 9976"/>
            </a:avLst>
          </a:prstGeom>
          <a:solidFill>
            <a:srgbClr val="00B7CA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/>
          </a:p>
        </p:txBody>
      </p:sp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09" y="3001072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9238" y="355600"/>
            <a:ext cx="1668463" cy="34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四、工作规划</a:t>
            </a:r>
            <a:endParaRPr lang="zh-CN" altLang="en-US" sz="1640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 flipH="1">
            <a:off x="5934075" y="2459038"/>
            <a:ext cx="3425825" cy="1062038"/>
          </a:xfrm>
          <a:custGeom>
            <a:avLst/>
            <a:gdLst>
              <a:gd name="connsiteX0" fmla="*/ 1607999 w 4461791"/>
              <a:gd name="connsiteY0" fmla="*/ 0 h 1383796"/>
              <a:gd name="connsiteX1" fmla="*/ 0 w 4461791"/>
              <a:gd name="connsiteY1" fmla="*/ 0 h 1383796"/>
              <a:gd name="connsiteX2" fmla="*/ 0 w 4461791"/>
              <a:gd name="connsiteY2" fmla="*/ 566646 h 1383796"/>
              <a:gd name="connsiteX3" fmla="*/ 1 w 4461791"/>
              <a:gd name="connsiteY3" fmla="*/ 566646 h 1383796"/>
              <a:gd name="connsiteX4" fmla="*/ 1 w 4461791"/>
              <a:gd name="connsiteY4" fmla="*/ 387946 h 1383796"/>
              <a:gd name="connsiteX5" fmla="*/ 1603034 w 4461791"/>
              <a:gd name="connsiteY5" fmla="*/ 387946 h 1383796"/>
              <a:gd name="connsiteX6" fmla="*/ 1603034 w 4461791"/>
              <a:gd name="connsiteY6" fmla="*/ 384898 h 1383796"/>
              <a:gd name="connsiteX7" fmla="*/ 3653197 w 4461791"/>
              <a:gd name="connsiteY7" fmla="*/ 384898 h 1383796"/>
              <a:gd name="connsiteX8" fmla="*/ 4068091 w 4461791"/>
              <a:gd name="connsiteY8" fmla="*/ 799792 h 1383796"/>
              <a:gd name="connsiteX9" fmla="*/ 4068091 w 4461791"/>
              <a:gd name="connsiteY9" fmla="*/ 1383796 h 1383796"/>
              <a:gd name="connsiteX10" fmla="*/ 4461791 w 4461791"/>
              <a:gd name="connsiteY10" fmla="*/ 1383796 h 1383796"/>
              <a:gd name="connsiteX11" fmla="*/ 4461791 w 4461791"/>
              <a:gd name="connsiteY11" fmla="*/ 701914 h 1383796"/>
              <a:gd name="connsiteX12" fmla="*/ 3763050 w 4461791"/>
              <a:gd name="connsiteY12" fmla="*/ 3173 h 1383796"/>
              <a:gd name="connsiteX13" fmla="*/ 1607733 w 4461791"/>
              <a:gd name="connsiteY13" fmla="*/ 3173 h 138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461791" h="1383796">
                <a:moveTo>
                  <a:pt x="1607999" y="0"/>
                </a:moveTo>
                <a:lnTo>
                  <a:pt x="0" y="0"/>
                </a:lnTo>
                <a:lnTo>
                  <a:pt x="0" y="566646"/>
                </a:lnTo>
                <a:lnTo>
                  <a:pt x="1" y="566646"/>
                </a:lnTo>
                <a:lnTo>
                  <a:pt x="1" y="387946"/>
                </a:lnTo>
                <a:lnTo>
                  <a:pt x="1603034" y="387946"/>
                </a:lnTo>
                <a:lnTo>
                  <a:pt x="1603034" y="384898"/>
                </a:lnTo>
                <a:lnTo>
                  <a:pt x="3653197" y="384898"/>
                </a:lnTo>
                <a:cubicBezTo>
                  <a:pt x="3882337" y="384898"/>
                  <a:pt x="4068091" y="570652"/>
                  <a:pt x="4068091" y="799792"/>
                </a:cubicBezTo>
                <a:lnTo>
                  <a:pt x="4068091" y="1383796"/>
                </a:lnTo>
                <a:lnTo>
                  <a:pt x="4461791" y="1383796"/>
                </a:lnTo>
                <a:lnTo>
                  <a:pt x="4461791" y="701914"/>
                </a:lnTo>
                <a:cubicBezTo>
                  <a:pt x="4461791" y="316010"/>
                  <a:pt x="4148954" y="3173"/>
                  <a:pt x="3763050" y="3173"/>
                </a:cubicBezTo>
                <a:lnTo>
                  <a:pt x="1607733" y="3173"/>
                </a:lnTo>
                <a:close/>
              </a:path>
            </a:pathLst>
          </a:custGeom>
          <a:solidFill>
            <a:srgbClr val="FFB954"/>
          </a:solidFill>
          <a:ln>
            <a:noFill/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961063" y="3330575"/>
            <a:ext cx="461962" cy="520700"/>
            <a:chOff x="7764538" y="4015805"/>
            <a:chExt cx="601374" cy="678528"/>
          </a:xfrm>
        </p:grpSpPr>
        <p:sp>
          <p:nvSpPr>
            <p:cNvPr id="12" name="Freeform 5"/>
            <p:cNvSpPr/>
            <p:nvPr/>
          </p:nvSpPr>
          <p:spPr bwMode="auto">
            <a:xfrm rot="5400000">
              <a:off x="7725961" y="4054382"/>
              <a:ext cx="678528" cy="60137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100000"/>
                  </a:schemeClr>
                </a:gs>
                <a:gs pos="2000">
                  <a:schemeClr val="bg1">
                    <a:lumMod val="79000"/>
                  </a:schemeClr>
                </a:gs>
              </a:gsLst>
              <a:lin ang="18900000" scaled="0"/>
              <a:tileRect/>
            </a:gradFill>
            <a:ln w="1587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8900000" scaled="0"/>
                <a:tileRect/>
              </a:gradFill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791645" y="4149436"/>
              <a:ext cx="547159" cy="426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35" noProof="1" dirty="0">
                  <a:solidFill>
                    <a:srgbClr val="FFB954"/>
                  </a:solidFill>
                  <a:latin typeface="Impact" panose="020B0806030902050204" pitchFamily="34" charset="0"/>
                  <a:ea typeface="宋体" panose="02010600030101010101" pitchFamily="2" charset="-122"/>
                  <a:cs typeface="+mn-cs"/>
                </a:rPr>
                <a:t>03</a:t>
              </a:r>
              <a:endParaRPr lang="zh-CN" altLang="en-US" sz="1535" noProof="1" dirty="0">
                <a:solidFill>
                  <a:srgbClr val="FFB954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4" name="任意多边形 13"/>
          <p:cNvSpPr/>
          <p:nvPr/>
        </p:nvSpPr>
        <p:spPr>
          <a:xfrm flipH="1">
            <a:off x="5629275" y="2168525"/>
            <a:ext cx="3730625" cy="1352550"/>
          </a:xfrm>
          <a:custGeom>
            <a:avLst/>
            <a:gdLst>
              <a:gd name="connsiteX0" fmla="*/ 3815940 w 4860256"/>
              <a:gd name="connsiteY0" fmla="*/ 0 h 1762349"/>
              <a:gd name="connsiteX1" fmla="*/ 990598 w 4860256"/>
              <a:gd name="connsiteY1" fmla="*/ 0 h 1762349"/>
              <a:gd name="connsiteX2" fmla="*/ 850231 w 4860256"/>
              <a:gd name="connsiteY2" fmla="*/ 0 h 1762349"/>
              <a:gd name="connsiteX3" fmla="*/ 0 w 4860256"/>
              <a:gd name="connsiteY3" fmla="*/ 0 h 1762349"/>
              <a:gd name="connsiteX4" fmla="*/ 0 w 4860256"/>
              <a:gd name="connsiteY4" fmla="*/ 395925 h 1762349"/>
              <a:gd name="connsiteX5" fmla="*/ 990598 w 4860256"/>
              <a:gd name="connsiteY5" fmla="*/ 395925 h 1762349"/>
              <a:gd name="connsiteX6" fmla="*/ 990598 w 4860256"/>
              <a:gd name="connsiteY6" fmla="*/ 392340 h 1762349"/>
              <a:gd name="connsiteX7" fmla="*/ 3763050 w 4860256"/>
              <a:gd name="connsiteY7" fmla="*/ 392340 h 1762349"/>
              <a:gd name="connsiteX8" fmla="*/ 4461791 w 4860256"/>
              <a:gd name="connsiteY8" fmla="*/ 1091081 h 1762349"/>
              <a:gd name="connsiteX9" fmla="*/ 4461791 w 4860256"/>
              <a:gd name="connsiteY9" fmla="*/ 1762349 h 1762349"/>
              <a:gd name="connsiteX10" fmla="*/ 4860256 w 4860256"/>
              <a:gd name="connsiteY10" fmla="*/ 1762349 h 1762349"/>
              <a:gd name="connsiteX11" fmla="*/ 4860256 w 4860256"/>
              <a:gd name="connsiteY11" fmla="*/ 1044316 h 1762349"/>
              <a:gd name="connsiteX12" fmla="*/ 3815940 w 4860256"/>
              <a:gd name="connsiteY12" fmla="*/ 0 h 1762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60256" h="1762349">
                <a:moveTo>
                  <a:pt x="3815940" y="0"/>
                </a:moveTo>
                <a:lnTo>
                  <a:pt x="990598" y="0"/>
                </a:lnTo>
                <a:lnTo>
                  <a:pt x="850231" y="0"/>
                </a:lnTo>
                <a:lnTo>
                  <a:pt x="0" y="0"/>
                </a:lnTo>
                <a:lnTo>
                  <a:pt x="0" y="395925"/>
                </a:lnTo>
                <a:lnTo>
                  <a:pt x="990598" y="395925"/>
                </a:lnTo>
                <a:lnTo>
                  <a:pt x="990598" y="392340"/>
                </a:lnTo>
                <a:lnTo>
                  <a:pt x="3763050" y="392340"/>
                </a:lnTo>
                <a:cubicBezTo>
                  <a:pt x="4148954" y="392340"/>
                  <a:pt x="4461791" y="705177"/>
                  <a:pt x="4461791" y="1091081"/>
                </a:cubicBezTo>
                <a:lnTo>
                  <a:pt x="4461791" y="1762349"/>
                </a:lnTo>
                <a:lnTo>
                  <a:pt x="4860256" y="1762349"/>
                </a:lnTo>
                <a:lnTo>
                  <a:pt x="4860256" y="1044316"/>
                </a:lnTo>
                <a:cubicBezTo>
                  <a:pt x="4860256" y="467556"/>
                  <a:pt x="4392700" y="0"/>
                  <a:pt x="3815940" y="0"/>
                </a:cubicBezTo>
                <a:close/>
              </a:path>
            </a:pathLst>
          </a:custGeom>
          <a:solidFill>
            <a:srgbClr val="01ACBE"/>
          </a:solidFill>
          <a:ln>
            <a:noFill/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5354638" y="1889125"/>
            <a:ext cx="4005263" cy="1814513"/>
          </a:xfrm>
          <a:custGeom>
            <a:avLst/>
            <a:gdLst>
              <a:gd name="connsiteX0" fmla="*/ 4058363 w 5216493"/>
              <a:gd name="connsiteY0" fmla="*/ 0 h 2362788"/>
              <a:gd name="connsiteX1" fmla="*/ 850234 w 5216493"/>
              <a:gd name="connsiteY1" fmla="*/ 0 h 2362788"/>
              <a:gd name="connsiteX2" fmla="*/ 850234 w 5216493"/>
              <a:gd name="connsiteY2" fmla="*/ 2032 h 2362788"/>
              <a:gd name="connsiteX3" fmla="*/ 0 w 5216493"/>
              <a:gd name="connsiteY3" fmla="*/ 2032 h 2362788"/>
              <a:gd name="connsiteX4" fmla="*/ 0 w 5216493"/>
              <a:gd name="connsiteY4" fmla="*/ 531904 h 2362788"/>
              <a:gd name="connsiteX5" fmla="*/ 1 w 5216493"/>
              <a:gd name="connsiteY5" fmla="*/ 531904 h 2362788"/>
              <a:gd name="connsiteX6" fmla="*/ 1 w 5216493"/>
              <a:gd name="connsiteY6" fmla="*/ 364801 h 2362788"/>
              <a:gd name="connsiteX7" fmla="*/ 850234 w 5216493"/>
              <a:gd name="connsiteY7" fmla="*/ 364801 h 2362788"/>
              <a:gd name="connsiteX8" fmla="*/ 850234 w 5216493"/>
              <a:gd name="connsiteY8" fmla="*/ 2362788 h 2362788"/>
              <a:gd name="connsiteX9" fmla="*/ 850235 w 5216493"/>
              <a:gd name="connsiteY9" fmla="*/ 2362788 h 2362788"/>
              <a:gd name="connsiteX10" fmla="*/ 850235 w 5216493"/>
              <a:gd name="connsiteY10" fmla="*/ 364801 h 2362788"/>
              <a:gd name="connsiteX11" fmla="*/ 1653870 w 5216493"/>
              <a:gd name="connsiteY11" fmla="*/ 364801 h 2362788"/>
              <a:gd name="connsiteX12" fmla="*/ 1653870 w 5216493"/>
              <a:gd name="connsiteY12" fmla="*/ 362769 h 2362788"/>
              <a:gd name="connsiteX13" fmla="*/ 3815944 w 5216493"/>
              <a:gd name="connsiteY13" fmla="*/ 362769 h 2362788"/>
              <a:gd name="connsiteX14" fmla="*/ 4860260 w 5216493"/>
              <a:gd name="connsiteY14" fmla="*/ 1407085 h 2362788"/>
              <a:gd name="connsiteX15" fmla="*/ 4860260 w 5216493"/>
              <a:gd name="connsiteY15" fmla="*/ 2125118 h 2362788"/>
              <a:gd name="connsiteX16" fmla="*/ 5216493 w 5216493"/>
              <a:gd name="connsiteY16" fmla="*/ 2125118 h 2362788"/>
              <a:gd name="connsiteX17" fmla="*/ 5216493 w 5216493"/>
              <a:gd name="connsiteY17" fmla="*/ 1158130 h 2362788"/>
              <a:gd name="connsiteX18" fmla="*/ 4058363 w 5216493"/>
              <a:gd name="connsiteY18" fmla="*/ 0 h 236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216493" h="2362788">
                <a:moveTo>
                  <a:pt x="4058363" y="0"/>
                </a:moveTo>
                <a:lnTo>
                  <a:pt x="850234" y="0"/>
                </a:lnTo>
                <a:lnTo>
                  <a:pt x="850234" y="2032"/>
                </a:lnTo>
                <a:lnTo>
                  <a:pt x="0" y="2032"/>
                </a:lnTo>
                <a:lnTo>
                  <a:pt x="0" y="531904"/>
                </a:lnTo>
                <a:lnTo>
                  <a:pt x="1" y="531904"/>
                </a:lnTo>
                <a:lnTo>
                  <a:pt x="1" y="364801"/>
                </a:lnTo>
                <a:lnTo>
                  <a:pt x="850234" y="364801"/>
                </a:lnTo>
                <a:lnTo>
                  <a:pt x="850234" y="2362788"/>
                </a:lnTo>
                <a:lnTo>
                  <a:pt x="850235" y="2362788"/>
                </a:lnTo>
                <a:lnTo>
                  <a:pt x="850235" y="364801"/>
                </a:lnTo>
                <a:lnTo>
                  <a:pt x="1653870" y="364801"/>
                </a:lnTo>
                <a:lnTo>
                  <a:pt x="1653870" y="362769"/>
                </a:lnTo>
                <a:lnTo>
                  <a:pt x="3815944" y="362769"/>
                </a:lnTo>
                <a:cubicBezTo>
                  <a:pt x="4392704" y="362769"/>
                  <a:pt x="4860260" y="830325"/>
                  <a:pt x="4860260" y="1407085"/>
                </a:cubicBezTo>
                <a:lnTo>
                  <a:pt x="4860260" y="2125118"/>
                </a:lnTo>
                <a:lnTo>
                  <a:pt x="5216493" y="2125118"/>
                </a:lnTo>
                <a:lnTo>
                  <a:pt x="5216493" y="1158130"/>
                </a:lnTo>
                <a:cubicBezTo>
                  <a:pt x="5216493" y="518512"/>
                  <a:pt x="4697981" y="0"/>
                  <a:pt x="4058363" y="0"/>
                </a:cubicBezTo>
                <a:close/>
              </a:path>
            </a:pathLst>
          </a:custGeom>
          <a:solidFill>
            <a:srgbClr val="E87071"/>
          </a:solidFill>
          <a:ln>
            <a:noFill/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578475" y="3330575"/>
            <a:ext cx="461963" cy="520700"/>
            <a:chOff x="7266058" y="4015805"/>
            <a:chExt cx="601374" cy="678528"/>
          </a:xfrm>
        </p:grpSpPr>
        <p:sp>
          <p:nvSpPr>
            <p:cNvPr id="17" name="Freeform 5"/>
            <p:cNvSpPr/>
            <p:nvPr/>
          </p:nvSpPr>
          <p:spPr bwMode="auto">
            <a:xfrm rot="5400000">
              <a:off x="7227481" y="4054382"/>
              <a:ext cx="678528" cy="60137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100000"/>
                  </a:schemeClr>
                </a:gs>
                <a:gs pos="2000">
                  <a:schemeClr val="bg1">
                    <a:lumMod val="79000"/>
                  </a:schemeClr>
                </a:gs>
              </a:gsLst>
              <a:lin ang="18900000" scaled="0"/>
              <a:tileRect/>
            </a:gradFill>
            <a:ln w="1587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8900000" scaled="0"/>
                <a:tileRect/>
              </a:gradFill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290733" y="4149436"/>
              <a:ext cx="547159" cy="426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35" noProof="1" dirty="0">
                  <a:solidFill>
                    <a:srgbClr val="01ACBE"/>
                  </a:solidFill>
                  <a:latin typeface="Impact" panose="020B0806030902050204" pitchFamily="34" charset="0"/>
                  <a:ea typeface="宋体" panose="02010600030101010101" pitchFamily="2" charset="-122"/>
                  <a:cs typeface="+mn-cs"/>
                </a:rPr>
                <a:t>02</a:t>
              </a:r>
              <a:endParaRPr lang="zh-CN" altLang="en-US" sz="1535" noProof="1" dirty="0">
                <a:solidFill>
                  <a:srgbClr val="01ACB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172075" y="3330575"/>
            <a:ext cx="461963" cy="520700"/>
            <a:chOff x="6737553" y="4015805"/>
            <a:chExt cx="601374" cy="678528"/>
          </a:xfrm>
        </p:grpSpPr>
        <p:sp>
          <p:nvSpPr>
            <p:cNvPr id="20" name="Freeform 5"/>
            <p:cNvSpPr/>
            <p:nvPr/>
          </p:nvSpPr>
          <p:spPr bwMode="auto">
            <a:xfrm rot="5400000">
              <a:off x="6698976" y="4054382"/>
              <a:ext cx="678528" cy="60137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100000"/>
                  </a:schemeClr>
                </a:gs>
                <a:gs pos="2000">
                  <a:schemeClr val="bg1">
                    <a:lumMod val="79000"/>
                  </a:schemeClr>
                </a:gs>
              </a:gsLst>
              <a:lin ang="18900000" scaled="0"/>
              <a:tileRect/>
            </a:gradFill>
            <a:ln w="1587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8900000" scaled="0"/>
                <a:tileRect/>
              </a:gradFill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765745" y="4149436"/>
              <a:ext cx="547159" cy="426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35" noProof="1" dirty="0">
                  <a:solidFill>
                    <a:srgbClr val="E87071"/>
                  </a:solidFill>
                  <a:latin typeface="Impact" panose="020B0806030902050204" pitchFamily="34" charset="0"/>
                  <a:ea typeface="宋体" panose="02010600030101010101" pitchFamily="2" charset="-122"/>
                  <a:cs typeface="+mn-cs"/>
                </a:rPr>
                <a:t>01</a:t>
              </a:r>
              <a:endParaRPr lang="zh-CN" altLang="en-US" sz="1535" noProof="1" dirty="0">
                <a:solidFill>
                  <a:srgbClr val="E8707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429000" y="1809750"/>
            <a:ext cx="2314575" cy="420688"/>
            <a:chOff x="4467259" y="2036128"/>
            <a:chExt cx="3013710" cy="547052"/>
          </a:xfrm>
        </p:grpSpPr>
        <p:sp>
          <p:nvSpPr>
            <p:cNvPr id="23" name="任意多边形 22"/>
            <p:cNvSpPr/>
            <p:nvPr/>
          </p:nvSpPr>
          <p:spPr>
            <a:xfrm>
              <a:off x="4509169" y="2075180"/>
              <a:ext cx="2971800" cy="508000"/>
            </a:xfrm>
            <a:custGeom>
              <a:avLst/>
              <a:gdLst>
                <a:gd name="connsiteX0" fmla="*/ 2971800 w 2971800"/>
                <a:gd name="connsiteY0" fmla="*/ 508000 h 508000"/>
                <a:gd name="connsiteX1" fmla="*/ 622300 w 2971800"/>
                <a:gd name="connsiteY1" fmla="*/ 508000 h 508000"/>
                <a:gd name="connsiteX2" fmla="*/ 622300 w 2971800"/>
                <a:gd name="connsiteY2" fmla="*/ 0 h 508000"/>
                <a:gd name="connsiteX3" fmla="*/ 0 w 2971800"/>
                <a:gd name="connsiteY3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1800" h="508000">
                  <a:moveTo>
                    <a:pt x="2971800" y="508000"/>
                  </a:moveTo>
                  <a:lnTo>
                    <a:pt x="622300" y="508000"/>
                  </a:lnTo>
                  <a:lnTo>
                    <a:pt x="622300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4467259" y="2036128"/>
              <a:ext cx="83820" cy="838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429000" y="2497138"/>
            <a:ext cx="2509838" cy="65087"/>
            <a:chOff x="4467259" y="2930753"/>
            <a:chExt cx="3267710" cy="83820"/>
          </a:xfrm>
        </p:grpSpPr>
        <p:sp>
          <p:nvSpPr>
            <p:cNvPr id="26" name="任意多边形 25"/>
            <p:cNvSpPr/>
            <p:nvPr/>
          </p:nvSpPr>
          <p:spPr>
            <a:xfrm>
              <a:off x="4509169" y="2974340"/>
              <a:ext cx="3225800" cy="0"/>
            </a:xfrm>
            <a:custGeom>
              <a:avLst/>
              <a:gdLst>
                <a:gd name="connsiteX0" fmla="*/ 3225800 w 3225800"/>
                <a:gd name="connsiteY0" fmla="*/ 0 h 0"/>
                <a:gd name="connsiteX1" fmla="*/ 0 w 3225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5800">
                  <a:moveTo>
                    <a:pt x="322580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4467259" y="2930753"/>
              <a:ext cx="83820" cy="838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429000" y="2792413"/>
            <a:ext cx="2733675" cy="481012"/>
            <a:chOff x="4467259" y="3314700"/>
            <a:chExt cx="3559810" cy="626702"/>
          </a:xfrm>
        </p:grpSpPr>
        <p:sp>
          <p:nvSpPr>
            <p:cNvPr id="29" name="任意多边形 28"/>
            <p:cNvSpPr/>
            <p:nvPr/>
          </p:nvSpPr>
          <p:spPr>
            <a:xfrm>
              <a:off x="4509169" y="3314700"/>
              <a:ext cx="3517900" cy="584200"/>
            </a:xfrm>
            <a:custGeom>
              <a:avLst/>
              <a:gdLst>
                <a:gd name="connsiteX0" fmla="*/ 3517900 w 3517900"/>
                <a:gd name="connsiteY0" fmla="*/ 0 h 584200"/>
                <a:gd name="connsiteX1" fmla="*/ 609600 w 3517900"/>
                <a:gd name="connsiteY1" fmla="*/ 0 h 584200"/>
                <a:gd name="connsiteX2" fmla="*/ 609600 w 3517900"/>
                <a:gd name="connsiteY2" fmla="*/ 584200 h 584200"/>
                <a:gd name="connsiteX3" fmla="*/ 0 w 3517900"/>
                <a:gd name="connsiteY3" fmla="*/ 584200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7900" h="584200">
                  <a:moveTo>
                    <a:pt x="3517900" y="0"/>
                  </a:moveTo>
                  <a:lnTo>
                    <a:pt x="609600" y="0"/>
                  </a:lnTo>
                  <a:lnTo>
                    <a:pt x="609600" y="584200"/>
                  </a:lnTo>
                  <a:lnTo>
                    <a:pt x="0" y="584200"/>
                  </a:lnTo>
                </a:path>
              </a:pathLst>
            </a:cu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4467259" y="3857582"/>
              <a:ext cx="83820" cy="838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373188" y="1573213"/>
            <a:ext cx="1947862" cy="520700"/>
            <a:chOff x="1787682" y="1727130"/>
            <a:chExt cx="2538337" cy="678528"/>
          </a:xfrm>
        </p:grpSpPr>
        <p:sp>
          <p:nvSpPr>
            <p:cNvPr id="32" name="Freeform 5"/>
            <p:cNvSpPr/>
            <p:nvPr/>
          </p:nvSpPr>
          <p:spPr bwMode="auto">
            <a:xfrm rot="5400000">
              <a:off x="1749105" y="1765707"/>
              <a:ext cx="678528" cy="60137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100000"/>
                  </a:schemeClr>
                </a:gs>
                <a:gs pos="2000">
                  <a:schemeClr val="bg1">
                    <a:lumMod val="79000"/>
                  </a:schemeClr>
                </a:gs>
              </a:gsLst>
              <a:lin ang="18900000" scaled="0"/>
              <a:tileRect/>
            </a:gradFill>
            <a:ln w="1587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8900000" scaled="0"/>
                <a:tileRect/>
              </a:gradFill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430063" y="1895877"/>
              <a:ext cx="1895956" cy="364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30" noProof="1" dirty="0">
                  <a:solidFill>
                    <a:srgbClr val="E45C5B"/>
                  </a:solidFill>
                  <a:latin typeface="造字工房悦黑体验版细体" pitchFamily="50" charset="-122"/>
                  <a:ea typeface="造字工房悦黑体验版细体" pitchFamily="50" charset="-122"/>
                  <a:cs typeface="+mn-cs"/>
                </a:rPr>
                <a:t>问题处理小组建设</a:t>
              </a:r>
              <a:endParaRPr lang="zh-CN" altLang="en-US" sz="1230" noProof="1" dirty="0">
                <a:solidFill>
                  <a:srgbClr val="E45C5B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34" name="椭圆 70"/>
            <p:cNvSpPr/>
            <p:nvPr/>
          </p:nvSpPr>
          <p:spPr>
            <a:xfrm>
              <a:off x="1936301" y="1891882"/>
              <a:ext cx="304138" cy="366595"/>
            </a:xfrm>
            <a:custGeom>
              <a:avLst/>
              <a:gdLst/>
              <a:ahLst/>
              <a:cxnLst/>
              <a:rect l="l" t="t" r="r" b="b"/>
              <a:pathLst>
                <a:path w="1674290" h="2018114">
                  <a:moveTo>
                    <a:pt x="307141" y="691642"/>
                  </a:moveTo>
                  <a:lnTo>
                    <a:pt x="1378912" y="691642"/>
                  </a:lnTo>
                  <a:lnTo>
                    <a:pt x="1369387" y="1458335"/>
                  </a:lnTo>
                  <a:cubicBezTo>
                    <a:pt x="1369387" y="1541769"/>
                    <a:pt x="1301750" y="1609406"/>
                    <a:pt x="1218316" y="1609406"/>
                  </a:cubicBezTo>
                  <a:lnTo>
                    <a:pt x="1158892" y="1609406"/>
                  </a:lnTo>
                  <a:lnTo>
                    <a:pt x="1158892" y="1898352"/>
                  </a:lnTo>
                  <a:cubicBezTo>
                    <a:pt x="1158892" y="1964495"/>
                    <a:pt x="1105273" y="2018114"/>
                    <a:pt x="1039130" y="2018114"/>
                  </a:cubicBezTo>
                  <a:cubicBezTo>
                    <a:pt x="972987" y="2018114"/>
                    <a:pt x="919368" y="1964495"/>
                    <a:pt x="919368" y="1898352"/>
                  </a:cubicBezTo>
                  <a:lnTo>
                    <a:pt x="919368" y="1609406"/>
                  </a:lnTo>
                  <a:lnTo>
                    <a:pt x="765901" y="1609406"/>
                  </a:lnTo>
                  <a:lnTo>
                    <a:pt x="765901" y="1898351"/>
                  </a:lnTo>
                  <a:cubicBezTo>
                    <a:pt x="765901" y="1964494"/>
                    <a:pt x="712282" y="2018113"/>
                    <a:pt x="646139" y="2018113"/>
                  </a:cubicBezTo>
                  <a:cubicBezTo>
                    <a:pt x="579996" y="2018113"/>
                    <a:pt x="526377" y="1964494"/>
                    <a:pt x="526377" y="1898351"/>
                  </a:cubicBezTo>
                  <a:lnTo>
                    <a:pt x="526377" y="1609406"/>
                  </a:lnTo>
                  <a:lnTo>
                    <a:pt x="458213" y="1609406"/>
                  </a:lnTo>
                  <a:cubicBezTo>
                    <a:pt x="374779" y="1609406"/>
                    <a:pt x="307141" y="1541769"/>
                    <a:pt x="307141" y="1458335"/>
                  </a:cubicBezTo>
                  <a:lnTo>
                    <a:pt x="307141" y="1156202"/>
                  </a:lnTo>
                  <a:lnTo>
                    <a:pt x="307141" y="854070"/>
                  </a:lnTo>
                  <a:close/>
                  <a:moveTo>
                    <a:pt x="1554528" y="683951"/>
                  </a:moveTo>
                  <a:cubicBezTo>
                    <a:pt x="1620671" y="683951"/>
                    <a:pt x="1674290" y="737570"/>
                    <a:pt x="1674290" y="803713"/>
                  </a:cubicBezTo>
                  <a:lnTo>
                    <a:pt x="1674290" y="1299148"/>
                  </a:lnTo>
                  <a:cubicBezTo>
                    <a:pt x="1674290" y="1365291"/>
                    <a:pt x="1620671" y="1418910"/>
                    <a:pt x="1554528" y="1418910"/>
                  </a:cubicBezTo>
                  <a:cubicBezTo>
                    <a:pt x="1488385" y="1418910"/>
                    <a:pt x="1434766" y="1365291"/>
                    <a:pt x="1434766" y="1299148"/>
                  </a:cubicBezTo>
                  <a:lnTo>
                    <a:pt x="1434766" y="803713"/>
                  </a:lnTo>
                  <a:cubicBezTo>
                    <a:pt x="1434766" y="737570"/>
                    <a:pt x="1488385" y="683951"/>
                    <a:pt x="1554528" y="683951"/>
                  </a:cubicBezTo>
                  <a:close/>
                  <a:moveTo>
                    <a:pt x="119762" y="683950"/>
                  </a:moveTo>
                  <a:cubicBezTo>
                    <a:pt x="185905" y="683950"/>
                    <a:pt x="239524" y="737569"/>
                    <a:pt x="239524" y="803712"/>
                  </a:cubicBezTo>
                  <a:lnTo>
                    <a:pt x="239524" y="1299147"/>
                  </a:lnTo>
                  <a:cubicBezTo>
                    <a:pt x="239524" y="1365290"/>
                    <a:pt x="185905" y="1418909"/>
                    <a:pt x="119762" y="1418909"/>
                  </a:cubicBezTo>
                  <a:cubicBezTo>
                    <a:pt x="53619" y="1418909"/>
                    <a:pt x="0" y="1365290"/>
                    <a:pt x="0" y="1299147"/>
                  </a:cubicBezTo>
                  <a:lnTo>
                    <a:pt x="0" y="803712"/>
                  </a:lnTo>
                  <a:cubicBezTo>
                    <a:pt x="0" y="737569"/>
                    <a:pt x="53619" y="683950"/>
                    <a:pt x="119762" y="683950"/>
                  </a:cubicBezTo>
                  <a:close/>
                  <a:moveTo>
                    <a:pt x="1058285" y="381191"/>
                  </a:moveTo>
                  <a:cubicBezTo>
                    <a:pt x="1028091" y="381191"/>
                    <a:pt x="1003614" y="405668"/>
                    <a:pt x="1003614" y="435862"/>
                  </a:cubicBezTo>
                  <a:cubicBezTo>
                    <a:pt x="1003614" y="466056"/>
                    <a:pt x="1028091" y="490533"/>
                    <a:pt x="1058285" y="490533"/>
                  </a:cubicBezTo>
                  <a:cubicBezTo>
                    <a:pt x="1088479" y="490533"/>
                    <a:pt x="1112956" y="466056"/>
                    <a:pt x="1112956" y="435862"/>
                  </a:cubicBezTo>
                  <a:cubicBezTo>
                    <a:pt x="1112956" y="405668"/>
                    <a:pt x="1088479" y="381191"/>
                    <a:pt x="1058285" y="381191"/>
                  </a:cubicBezTo>
                  <a:close/>
                  <a:moveTo>
                    <a:pt x="620445" y="381191"/>
                  </a:moveTo>
                  <a:cubicBezTo>
                    <a:pt x="590251" y="381191"/>
                    <a:pt x="565774" y="405668"/>
                    <a:pt x="565774" y="435862"/>
                  </a:cubicBezTo>
                  <a:cubicBezTo>
                    <a:pt x="565774" y="466056"/>
                    <a:pt x="590251" y="490533"/>
                    <a:pt x="620445" y="490533"/>
                  </a:cubicBezTo>
                  <a:cubicBezTo>
                    <a:pt x="650639" y="490533"/>
                    <a:pt x="675116" y="466056"/>
                    <a:pt x="675116" y="435862"/>
                  </a:cubicBezTo>
                  <a:cubicBezTo>
                    <a:pt x="675116" y="405668"/>
                    <a:pt x="650639" y="381191"/>
                    <a:pt x="620445" y="381191"/>
                  </a:cubicBezTo>
                  <a:close/>
                  <a:moveTo>
                    <a:pt x="508384" y="1373"/>
                  </a:moveTo>
                  <a:cubicBezTo>
                    <a:pt x="515956" y="3701"/>
                    <a:pt x="522639" y="8917"/>
                    <a:pt x="526639" y="16470"/>
                  </a:cubicBezTo>
                  <a:lnTo>
                    <a:pt x="615978" y="185144"/>
                  </a:lnTo>
                  <a:cubicBezTo>
                    <a:pt x="687009" y="148129"/>
                    <a:pt x="767930" y="128483"/>
                    <a:pt x="853439" y="128483"/>
                  </a:cubicBezTo>
                  <a:cubicBezTo>
                    <a:pt x="932860" y="128483"/>
                    <a:pt x="1008322" y="145431"/>
                    <a:pt x="1075718" y="177325"/>
                  </a:cubicBezTo>
                  <a:lnTo>
                    <a:pt x="1150798" y="40824"/>
                  </a:lnTo>
                  <a:cubicBezTo>
                    <a:pt x="1154917" y="33335"/>
                    <a:pt x="1161682" y="28224"/>
                    <a:pt x="1169289" y="26016"/>
                  </a:cubicBezTo>
                  <a:cubicBezTo>
                    <a:pt x="1176896" y="23808"/>
                    <a:pt x="1185346" y="24501"/>
                    <a:pt x="1192835" y="28621"/>
                  </a:cubicBezTo>
                  <a:cubicBezTo>
                    <a:pt x="1207813" y="36859"/>
                    <a:pt x="1213277" y="55680"/>
                    <a:pt x="1205038" y="70658"/>
                  </a:cubicBezTo>
                  <a:lnTo>
                    <a:pt x="1130773" y="205677"/>
                  </a:lnTo>
                  <a:cubicBezTo>
                    <a:pt x="1280708" y="293097"/>
                    <a:pt x="1383706" y="450928"/>
                    <a:pt x="1395615" y="633899"/>
                  </a:cubicBezTo>
                  <a:lnTo>
                    <a:pt x="311263" y="633899"/>
                  </a:lnTo>
                  <a:cubicBezTo>
                    <a:pt x="322782" y="456918"/>
                    <a:pt x="419524" y="303459"/>
                    <a:pt x="560939" y="213488"/>
                  </a:cubicBezTo>
                  <a:lnTo>
                    <a:pt x="471935" y="45445"/>
                  </a:lnTo>
                  <a:cubicBezTo>
                    <a:pt x="463934" y="30339"/>
                    <a:pt x="469694" y="11606"/>
                    <a:pt x="484800" y="3605"/>
                  </a:cubicBezTo>
                  <a:cubicBezTo>
                    <a:pt x="492353" y="-395"/>
                    <a:pt x="500812" y="-955"/>
                    <a:pt x="508384" y="1373"/>
                  </a:cubicBezTo>
                  <a:close/>
                </a:path>
              </a:pathLst>
            </a:custGeom>
            <a:solidFill>
              <a:srgbClr val="E8707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0199" tIns="35099" rIns="70199" bIns="35099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lang="zh-CN" altLang="en-US" sz="1040" strike="noStrike" noProof="1" dirty="0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73188" y="2270125"/>
            <a:ext cx="1816100" cy="522288"/>
            <a:chOff x="1787682" y="2635898"/>
            <a:chExt cx="2367433" cy="678528"/>
          </a:xfrm>
        </p:grpSpPr>
        <p:sp>
          <p:nvSpPr>
            <p:cNvPr id="38" name="Freeform 5"/>
            <p:cNvSpPr/>
            <p:nvPr/>
          </p:nvSpPr>
          <p:spPr bwMode="auto">
            <a:xfrm rot="5400000">
              <a:off x="1749105" y="2674475"/>
              <a:ext cx="678528" cy="60137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100000"/>
                  </a:schemeClr>
                </a:gs>
                <a:gs pos="2000">
                  <a:schemeClr val="bg1">
                    <a:lumMod val="79000"/>
                  </a:schemeClr>
                </a:gs>
              </a:gsLst>
              <a:lin ang="18900000" scaled="0"/>
              <a:tileRect/>
            </a:gradFill>
            <a:ln w="1587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8900000" scaled="0"/>
                <a:tileRect/>
              </a:gradFill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430063" y="2789076"/>
              <a:ext cx="1725052" cy="364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30" noProof="1" dirty="0">
                  <a:solidFill>
                    <a:srgbClr val="02B3C1"/>
                  </a:solidFill>
                  <a:latin typeface="造字工房悦黑体验版细体" pitchFamily="50" charset="-122"/>
                  <a:ea typeface="造字工房悦黑体验版细体" pitchFamily="50" charset="-122"/>
                  <a:cs typeface="+mn-cs"/>
                </a:rPr>
                <a:t>容器化落地推进</a:t>
              </a:r>
              <a:endParaRPr lang="zh-CN" altLang="en-US" sz="1230" noProof="1" dirty="0">
                <a:solidFill>
                  <a:srgbClr val="02B3C1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36301" y="2838219"/>
              <a:ext cx="287749" cy="289711"/>
              <a:chOff x="3771900" y="3200400"/>
              <a:chExt cx="2011680" cy="2025396"/>
            </a:xfrm>
            <a:solidFill>
              <a:srgbClr val="01ACBE"/>
            </a:solidFill>
          </p:grpSpPr>
          <p:sp>
            <p:nvSpPr>
              <p:cNvPr id="41" name="任意多边形 40"/>
              <p:cNvSpPr/>
              <p:nvPr/>
            </p:nvSpPr>
            <p:spPr>
              <a:xfrm>
                <a:off x="3775166" y="3370217"/>
                <a:ext cx="770708" cy="796834"/>
              </a:xfrm>
              <a:custGeom>
                <a:avLst/>
                <a:gdLst>
                  <a:gd name="connsiteX0" fmla="*/ 0 w 770708"/>
                  <a:gd name="connsiteY0" fmla="*/ 104503 h 796834"/>
                  <a:gd name="connsiteX1" fmla="*/ 0 w 770708"/>
                  <a:gd name="connsiteY1" fmla="*/ 796834 h 796834"/>
                  <a:gd name="connsiteX2" fmla="*/ 770708 w 770708"/>
                  <a:gd name="connsiteY2" fmla="*/ 770709 h 796834"/>
                  <a:gd name="connsiteX3" fmla="*/ 770708 w 770708"/>
                  <a:gd name="connsiteY3" fmla="*/ 0 h 796834"/>
                  <a:gd name="connsiteX4" fmla="*/ 0 w 770708"/>
                  <a:gd name="connsiteY4" fmla="*/ 104503 h 796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0708" h="796834">
                    <a:moveTo>
                      <a:pt x="0" y="104503"/>
                    </a:moveTo>
                    <a:lnTo>
                      <a:pt x="0" y="796834"/>
                    </a:lnTo>
                    <a:lnTo>
                      <a:pt x="770708" y="770709"/>
                    </a:lnTo>
                    <a:lnTo>
                      <a:pt x="770708" y="0"/>
                    </a:lnTo>
                    <a:lnTo>
                      <a:pt x="0" y="104503"/>
                    </a:lnTo>
                    <a:close/>
                  </a:path>
                </a:pathLst>
              </a:cu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1040" strike="noStrike" noProof="1">
                  <a:solidFill>
                    <a:prstClr val="white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>
                <a:off x="4704588" y="3200400"/>
                <a:ext cx="1078992" cy="937260"/>
              </a:xfrm>
              <a:custGeom>
                <a:avLst/>
                <a:gdLst>
                  <a:gd name="connsiteX0" fmla="*/ 0 w 1078992"/>
                  <a:gd name="connsiteY0" fmla="*/ 155448 h 937260"/>
                  <a:gd name="connsiteX1" fmla="*/ 1078992 w 1078992"/>
                  <a:gd name="connsiteY1" fmla="*/ 0 h 937260"/>
                  <a:gd name="connsiteX2" fmla="*/ 1078992 w 1078992"/>
                  <a:gd name="connsiteY2" fmla="*/ 928116 h 937260"/>
                  <a:gd name="connsiteX3" fmla="*/ 9144 w 1078992"/>
                  <a:gd name="connsiteY3" fmla="*/ 937260 h 937260"/>
                  <a:gd name="connsiteX4" fmla="*/ 0 w 1078992"/>
                  <a:gd name="connsiteY4" fmla="*/ 155448 h 937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8992" h="937260">
                    <a:moveTo>
                      <a:pt x="0" y="155448"/>
                    </a:moveTo>
                    <a:lnTo>
                      <a:pt x="1078992" y="0"/>
                    </a:lnTo>
                    <a:lnTo>
                      <a:pt x="1078992" y="928116"/>
                    </a:lnTo>
                    <a:lnTo>
                      <a:pt x="9144" y="937260"/>
                    </a:lnTo>
                    <a:lnTo>
                      <a:pt x="0" y="155448"/>
                    </a:lnTo>
                    <a:close/>
                  </a:path>
                </a:pathLst>
              </a:cu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1040" strike="noStrike" noProof="1">
                  <a:solidFill>
                    <a:prstClr val="white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43" name="任意多边形 42"/>
              <p:cNvSpPr/>
              <p:nvPr/>
            </p:nvSpPr>
            <p:spPr>
              <a:xfrm>
                <a:off x="3771900" y="4279392"/>
                <a:ext cx="772668" cy="786384"/>
              </a:xfrm>
              <a:custGeom>
                <a:avLst/>
                <a:gdLst>
                  <a:gd name="connsiteX0" fmla="*/ 0 w 772668"/>
                  <a:gd name="connsiteY0" fmla="*/ 0 h 786384"/>
                  <a:gd name="connsiteX1" fmla="*/ 772668 w 772668"/>
                  <a:gd name="connsiteY1" fmla="*/ 13716 h 786384"/>
                  <a:gd name="connsiteX2" fmla="*/ 772668 w 772668"/>
                  <a:gd name="connsiteY2" fmla="*/ 786384 h 786384"/>
                  <a:gd name="connsiteX3" fmla="*/ 4572 w 772668"/>
                  <a:gd name="connsiteY3" fmla="*/ 667512 h 786384"/>
                  <a:gd name="connsiteX4" fmla="*/ 0 w 772668"/>
                  <a:gd name="connsiteY4" fmla="*/ 0 h 786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2668" h="786384">
                    <a:moveTo>
                      <a:pt x="0" y="0"/>
                    </a:moveTo>
                    <a:lnTo>
                      <a:pt x="772668" y="13716"/>
                    </a:lnTo>
                    <a:lnTo>
                      <a:pt x="772668" y="786384"/>
                    </a:lnTo>
                    <a:lnTo>
                      <a:pt x="4572" y="6675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1040" strike="noStrike" noProof="1">
                  <a:solidFill>
                    <a:prstClr val="white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4704587" y="4293109"/>
                <a:ext cx="1076201" cy="932687"/>
              </a:xfrm>
              <a:custGeom>
                <a:avLst/>
                <a:gdLst>
                  <a:gd name="connsiteX0" fmla="*/ 0 w 1092708"/>
                  <a:gd name="connsiteY0" fmla="*/ 0 h 932688"/>
                  <a:gd name="connsiteX1" fmla="*/ 0 w 1092708"/>
                  <a:gd name="connsiteY1" fmla="*/ 795528 h 932688"/>
                  <a:gd name="connsiteX2" fmla="*/ 1092708 w 1092708"/>
                  <a:gd name="connsiteY2" fmla="*/ 932688 h 932688"/>
                  <a:gd name="connsiteX3" fmla="*/ 1092708 w 1092708"/>
                  <a:gd name="connsiteY3" fmla="*/ 9144 h 932688"/>
                  <a:gd name="connsiteX4" fmla="*/ 0 w 1092708"/>
                  <a:gd name="connsiteY4" fmla="*/ 0 h 93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2708" h="932688">
                    <a:moveTo>
                      <a:pt x="0" y="0"/>
                    </a:moveTo>
                    <a:lnTo>
                      <a:pt x="0" y="795528"/>
                    </a:lnTo>
                    <a:lnTo>
                      <a:pt x="1092708" y="932688"/>
                    </a:lnTo>
                    <a:lnTo>
                      <a:pt x="1092708" y="91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1040" strike="noStrike" noProof="1">
                  <a:solidFill>
                    <a:prstClr val="white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1373188" y="2995613"/>
            <a:ext cx="2135187" cy="520700"/>
            <a:chOff x="1787682" y="3579716"/>
            <a:chExt cx="2782185" cy="678528"/>
          </a:xfrm>
        </p:grpSpPr>
        <p:sp>
          <p:nvSpPr>
            <p:cNvPr id="48" name="Freeform 5"/>
            <p:cNvSpPr/>
            <p:nvPr/>
          </p:nvSpPr>
          <p:spPr bwMode="auto">
            <a:xfrm rot="5400000">
              <a:off x="1749105" y="3618293"/>
              <a:ext cx="678528" cy="60137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100000"/>
                  </a:schemeClr>
                </a:gs>
                <a:gs pos="2000">
                  <a:schemeClr val="bg1">
                    <a:lumMod val="79000"/>
                  </a:schemeClr>
                </a:gs>
              </a:gsLst>
              <a:lin ang="18900000" scaled="0"/>
              <a:tileRect/>
            </a:gradFill>
            <a:ln w="1587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8900000" scaled="0"/>
                <a:tileRect/>
              </a:gradFill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040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430064" y="3737025"/>
              <a:ext cx="2139803" cy="364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30" noProof="1" dirty="0">
                  <a:solidFill>
                    <a:srgbClr val="FFC165"/>
                  </a:solidFill>
                  <a:latin typeface="造字工房悦黑体验版细体" pitchFamily="50" charset="-122"/>
                  <a:ea typeface="造字工房悦黑体验版细体" pitchFamily="50" charset="-122"/>
                  <a:cs typeface="+mn-cs"/>
                </a:rPr>
                <a:t>实现</a:t>
              </a:r>
              <a:r>
                <a:rPr lang="en-US" altLang="zh-CN" sz="1230" noProof="1" dirty="0">
                  <a:solidFill>
                    <a:srgbClr val="FFC165"/>
                  </a:solidFill>
                  <a:latin typeface="造字工房悦黑体验版细体" pitchFamily="50" charset="-122"/>
                  <a:ea typeface="造字工房悦黑体验版细体" pitchFamily="50" charset="-122"/>
                  <a:cs typeface="+mn-cs"/>
                </a:rPr>
                <a:t>cloud</a:t>
              </a:r>
              <a:r>
                <a:rPr lang="zh-CN" altLang="en-US" sz="1230" noProof="1" dirty="0">
                  <a:solidFill>
                    <a:srgbClr val="FFC165"/>
                  </a:solidFill>
                  <a:latin typeface="造字工房悦黑体验版细体" pitchFamily="50" charset="-122"/>
                  <a:ea typeface="造字工房悦黑体验版细体" pitchFamily="50" charset="-122"/>
                  <a:cs typeface="+mn-cs"/>
                </a:rPr>
                <a:t>的突破</a:t>
              </a:r>
              <a:endParaRPr lang="zh-CN" altLang="en-US" sz="1230" noProof="1" dirty="0">
                <a:solidFill>
                  <a:srgbClr val="FFC165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sp>
        <p:nvSpPr>
          <p:cNvPr id="55" name="椭圆 54"/>
          <p:cNvSpPr/>
          <p:nvPr/>
        </p:nvSpPr>
        <p:spPr>
          <a:xfrm>
            <a:off x="5703051" y="2159458"/>
            <a:ext cx="140327" cy="1403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25400" dist="127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5899566" y="2458355"/>
            <a:ext cx="140327" cy="1403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25400" dist="127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121578" y="2721603"/>
            <a:ext cx="140327" cy="1403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25400" dist="127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>
              <a:solidFill>
                <a:prstClr val="white"/>
              </a:solidFill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1312863" y="4427538"/>
            <a:ext cx="673417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438275" y="4494213"/>
            <a:ext cx="6483350" cy="37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3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Lato Light" charset="0"/>
                <a:sym typeface="Lato Light" charset="0"/>
              </a:rPr>
              <a:t>路漫漫其修远兮，吾将上下而求索。</a:t>
            </a:r>
            <a:endParaRPr lang="zh-CN" altLang="en-US" sz="1230" noProof="1" dirty="0">
              <a:solidFill>
                <a:schemeClr val="tx1">
                  <a:lumMod val="50000"/>
                  <a:lumOff val="5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Lato Light" charset="0"/>
              <a:sym typeface="Lato Light" charset="0"/>
            </a:endParaRPr>
          </a:p>
        </p:txBody>
      </p:sp>
      <p:grpSp>
        <p:nvGrpSpPr>
          <p:cNvPr id="60" name="Group 18"/>
          <p:cNvGrpSpPr>
            <a:grpSpLocks noChangeAspect="1"/>
          </p:cNvGrpSpPr>
          <p:nvPr/>
        </p:nvGrpSpPr>
        <p:grpSpPr bwMode="auto">
          <a:xfrm>
            <a:off x="1455222" y="3095424"/>
            <a:ext cx="282767" cy="263487"/>
            <a:chOff x="3802" y="2858"/>
            <a:chExt cx="616" cy="574"/>
          </a:xfrm>
          <a:solidFill>
            <a:srgbClr val="00B0F0"/>
          </a:solidFill>
        </p:grpSpPr>
        <p:sp>
          <p:nvSpPr>
            <p:cNvPr id="61" name="Rectangle 19"/>
            <p:cNvSpPr>
              <a:spLocks noChangeArrowheads="1"/>
            </p:cNvSpPr>
            <p:nvPr/>
          </p:nvSpPr>
          <p:spPr bwMode="auto">
            <a:xfrm>
              <a:off x="3802" y="3205"/>
              <a:ext cx="129" cy="2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62" name="Rectangle 20"/>
            <p:cNvSpPr>
              <a:spLocks noChangeArrowheads="1"/>
            </p:cNvSpPr>
            <p:nvPr/>
          </p:nvSpPr>
          <p:spPr bwMode="auto">
            <a:xfrm>
              <a:off x="3964" y="3174"/>
              <a:ext cx="129" cy="2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63" name="Rectangle 21"/>
            <p:cNvSpPr>
              <a:spLocks noChangeArrowheads="1"/>
            </p:cNvSpPr>
            <p:nvPr/>
          </p:nvSpPr>
          <p:spPr bwMode="auto">
            <a:xfrm>
              <a:off x="4129" y="3131"/>
              <a:ext cx="129" cy="30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64" name="Rectangle 22"/>
            <p:cNvSpPr>
              <a:spLocks noChangeArrowheads="1"/>
            </p:cNvSpPr>
            <p:nvPr/>
          </p:nvSpPr>
          <p:spPr bwMode="auto">
            <a:xfrm>
              <a:off x="4289" y="3078"/>
              <a:ext cx="129" cy="3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65" name="Freeform 23"/>
            <p:cNvSpPr/>
            <p:nvPr/>
          </p:nvSpPr>
          <p:spPr bwMode="auto">
            <a:xfrm>
              <a:off x="3888" y="2858"/>
              <a:ext cx="370" cy="270"/>
            </a:xfrm>
            <a:custGeom>
              <a:avLst/>
              <a:gdLst>
                <a:gd name="T0" fmla="*/ 94 w 155"/>
                <a:gd name="T1" fmla="*/ 21 h 113"/>
                <a:gd name="T2" fmla="*/ 0 w 155"/>
                <a:gd name="T3" fmla="*/ 72 h 113"/>
                <a:gd name="T4" fmla="*/ 114 w 155"/>
                <a:gd name="T5" fmla="*/ 63 h 113"/>
                <a:gd name="T6" fmla="*/ 122 w 155"/>
                <a:gd name="T7" fmla="*/ 82 h 113"/>
                <a:gd name="T8" fmla="*/ 155 w 155"/>
                <a:gd name="T9" fmla="*/ 0 h 113"/>
                <a:gd name="T10" fmla="*/ 85 w 155"/>
                <a:gd name="T11" fmla="*/ 2 h 113"/>
                <a:gd name="T12" fmla="*/ 94 w 155"/>
                <a:gd name="T13" fmla="*/ 2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5" h="113">
                  <a:moveTo>
                    <a:pt x="94" y="21"/>
                  </a:moveTo>
                  <a:cubicBezTo>
                    <a:pt x="85" y="33"/>
                    <a:pt x="53" y="68"/>
                    <a:pt x="0" y="72"/>
                  </a:cubicBezTo>
                  <a:cubicBezTo>
                    <a:pt x="0" y="72"/>
                    <a:pt x="31" y="113"/>
                    <a:pt x="114" y="63"/>
                  </a:cubicBezTo>
                  <a:cubicBezTo>
                    <a:pt x="122" y="82"/>
                    <a:pt x="122" y="82"/>
                    <a:pt x="122" y="8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85" y="2"/>
                    <a:pt x="85" y="2"/>
                    <a:pt x="85" y="2"/>
                  </a:cubicBezTo>
                  <a:lnTo>
                    <a:pt x="94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sp>
        <p:nvSpPr>
          <p:cNvPr id="41005" name="Text Box 32"/>
          <p:cNvSpPr txBox="1"/>
          <p:nvPr/>
        </p:nvSpPr>
        <p:spPr>
          <a:xfrm>
            <a:off x="4084638" y="1954213"/>
            <a:ext cx="1243012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未来</a:t>
            </a:r>
            <a:r>
              <a:rPr lang="en-US" altLang="zh-CN" sz="1200">
                <a:latin typeface="Arial" panose="020B0604020202020204" pitchFamily="34" charset="0"/>
                <a:ea typeface="宋体" panose="02010600030101010101" pitchFamily="2" charset="-122"/>
              </a:rPr>
              <a:t>0~3</a:t>
            </a:r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月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06" name="Text Box 35"/>
          <p:cNvSpPr txBox="1"/>
          <p:nvPr/>
        </p:nvSpPr>
        <p:spPr>
          <a:xfrm>
            <a:off x="4084638" y="2254250"/>
            <a:ext cx="1243012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未来</a:t>
            </a:r>
            <a:r>
              <a:rPr lang="en-US" altLang="zh-CN" sz="1200">
                <a:latin typeface="Arial" panose="020B0604020202020204" pitchFamily="34" charset="0"/>
                <a:ea typeface="宋体" panose="02010600030101010101" pitchFamily="2" charset="-122"/>
              </a:rPr>
              <a:t>0~6</a:t>
            </a:r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月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07" name="Text Box 38"/>
          <p:cNvSpPr txBox="1"/>
          <p:nvPr/>
        </p:nvSpPr>
        <p:spPr>
          <a:xfrm>
            <a:off x="4078288" y="2532063"/>
            <a:ext cx="1243012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长期目标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ac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2" presetClass="entr" presetSubtype="4" accel="7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3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800"/>
                            </p:stCondLst>
                            <p:childTnLst>
                              <p:par>
                                <p:cTn id="34" presetID="2" presetClass="entr" presetSubtype="4" accel="7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3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800"/>
                            </p:stCondLst>
                            <p:childTnLst>
                              <p:par>
                                <p:cTn id="43" presetID="2" presetClass="entr" presetSubtype="4" accel="7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3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300"/>
                            </p:stCondLst>
                            <p:childTnLst>
                              <p:par>
                                <p:cTn id="5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8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300"/>
                            </p:stCondLst>
                            <p:childTnLst>
                              <p:par>
                                <p:cTn id="59" presetID="16" presetClass="entr" presetSubtype="37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1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100"/>
                            </p:stCondLst>
                            <p:childTnLst>
                              <p:par>
                                <p:cTn id="6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6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100"/>
                            </p:stCondLst>
                            <p:childTnLst>
                              <p:par>
                                <p:cTn id="74" presetID="16" presetClass="entr" presetSubtype="37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9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900"/>
                            </p:stCondLst>
                            <p:childTnLst>
                              <p:par>
                                <p:cTn id="8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4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900"/>
                            </p:stCondLst>
                            <p:childTnLst>
                              <p:par>
                                <p:cTn id="8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400"/>
                            </p:stCondLst>
                            <p:childTnLst>
                              <p:par>
                                <p:cTn id="9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9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400"/>
                            </p:stCondLst>
                            <p:childTnLst>
                              <p:par>
                                <p:cTn id="10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/>
      <p:bldP spid="10" grpId="0" bldLvl="0" animBg="1"/>
      <p:bldP spid="14" grpId="0" bldLvl="0" animBg="1"/>
      <p:bldP spid="15" grpId="0" bldLvl="0" animBg="1"/>
      <p:bldP spid="55" grpId="0" bldLvl="0" animBg="1"/>
      <p:bldP spid="55" grpId="1" bldLvl="0" animBg="1"/>
      <p:bldP spid="56" grpId="0" bldLvl="0" animBg="1"/>
      <p:bldP spid="56" grpId="1" bldLvl="0" animBg="1"/>
      <p:bldP spid="57" grpId="0" bldLvl="0" animBg="1"/>
      <p:bldP spid="57" grpId="1" bldLvl="0" animBg="1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41989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问题处理小组的建设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3" name="Group 4"/>
          <p:cNvGrpSpPr>
            <a:grpSpLocks noChangeAspect="1"/>
          </p:cNvGrpSpPr>
          <p:nvPr/>
        </p:nvGrpSpPr>
        <p:grpSpPr bwMode="auto">
          <a:xfrm>
            <a:off x="3471567" y="2055540"/>
            <a:ext cx="2218264" cy="2217461"/>
            <a:chOff x="2162" y="480"/>
            <a:chExt cx="3358" cy="3358"/>
          </a:xfrm>
          <a:solidFill>
            <a:schemeClr val="bg1"/>
          </a:solidFill>
        </p:grpSpPr>
        <p:sp>
          <p:nvSpPr>
            <p:cNvPr id="144" name="Freeform 5"/>
            <p:cNvSpPr>
              <a:spLocks noEditPoints="1"/>
            </p:cNvSpPr>
            <p:nvPr/>
          </p:nvSpPr>
          <p:spPr bwMode="auto">
            <a:xfrm>
              <a:off x="2252" y="570"/>
              <a:ext cx="3178" cy="3178"/>
            </a:xfrm>
            <a:custGeom>
              <a:avLst/>
              <a:gdLst>
                <a:gd name="T0" fmla="*/ 671 w 1342"/>
                <a:gd name="T1" fmla="*/ 1277 h 1342"/>
                <a:gd name="T2" fmla="*/ 65 w 1342"/>
                <a:gd name="T3" fmla="*/ 671 h 1342"/>
                <a:gd name="T4" fmla="*/ 671 w 1342"/>
                <a:gd name="T5" fmla="*/ 65 h 1342"/>
                <a:gd name="T6" fmla="*/ 1277 w 1342"/>
                <a:gd name="T7" fmla="*/ 671 h 1342"/>
                <a:gd name="T8" fmla="*/ 671 w 1342"/>
                <a:gd name="T9" fmla="*/ 1277 h 1342"/>
                <a:gd name="T10" fmla="*/ 671 w 1342"/>
                <a:gd name="T11" fmla="*/ 0 h 1342"/>
                <a:gd name="T12" fmla="*/ 0 w 1342"/>
                <a:gd name="T13" fmla="*/ 671 h 1342"/>
                <a:gd name="T14" fmla="*/ 671 w 1342"/>
                <a:gd name="T15" fmla="*/ 1342 h 1342"/>
                <a:gd name="T16" fmla="*/ 1342 w 1342"/>
                <a:gd name="T17" fmla="*/ 671 h 1342"/>
                <a:gd name="T18" fmla="*/ 671 w 1342"/>
                <a:gd name="T19" fmla="*/ 0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2" h="1342">
                  <a:moveTo>
                    <a:pt x="671" y="1277"/>
                  </a:moveTo>
                  <a:cubicBezTo>
                    <a:pt x="337" y="1277"/>
                    <a:pt x="65" y="1005"/>
                    <a:pt x="65" y="671"/>
                  </a:cubicBezTo>
                  <a:cubicBezTo>
                    <a:pt x="65" y="337"/>
                    <a:pt x="337" y="65"/>
                    <a:pt x="671" y="65"/>
                  </a:cubicBezTo>
                  <a:cubicBezTo>
                    <a:pt x="1005" y="65"/>
                    <a:pt x="1277" y="337"/>
                    <a:pt x="1277" y="671"/>
                  </a:cubicBezTo>
                  <a:cubicBezTo>
                    <a:pt x="1277" y="1005"/>
                    <a:pt x="1005" y="1277"/>
                    <a:pt x="671" y="1277"/>
                  </a:cubicBezTo>
                  <a:moveTo>
                    <a:pt x="671" y="0"/>
                  </a:moveTo>
                  <a:cubicBezTo>
                    <a:pt x="301" y="0"/>
                    <a:pt x="0" y="301"/>
                    <a:pt x="0" y="671"/>
                  </a:cubicBezTo>
                  <a:cubicBezTo>
                    <a:pt x="0" y="1041"/>
                    <a:pt x="301" y="1342"/>
                    <a:pt x="671" y="1342"/>
                  </a:cubicBezTo>
                  <a:cubicBezTo>
                    <a:pt x="1041" y="1342"/>
                    <a:pt x="1342" y="1041"/>
                    <a:pt x="1342" y="671"/>
                  </a:cubicBezTo>
                  <a:cubicBezTo>
                    <a:pt x="1342" y="301"/>
                    <a:pt x="1041" y="0"/>
                    <a:pt x="67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145" name="Freeform 6"/>
            <p:cNvSpPr>
              <a:spLocks noEditPoints="1"/>
            </p:cNvSpPr>
            <p:nvPr/>
          </p:nvSpPr>
          <p:spPr bwMode="auto">
            <a:xfrm>
              <a:off x="2162" y="480"/>
              <a:ext cx="3358" cy="3358"/>
            </a:xfrm>
            <a:custGeom>
              <a:avLst/>
              <a:gdLst>
                <a:gd name="T0" fmla="*/ 709 w 1418"/>
                <a:gd name="T1" fmla="*/ 1406 h 1418"/>
                <a:gd name="T2" fmla="*/ 13 w 1418"/>
                <a:gd name="T3" fmla="*/ 709 h 1418"/>
                <a:gd name="T4" fmla="*/ 709 w 1418"/>
                <a:gd name="T5" fmla="*/ 12 h 1418"/>
                <a:gd name="T6" fmla="*/ 1406 w 1418"/>
                <a:gd name="T7" fmla="*/ 709 h 1418"/>
                <a:gd name="T8" fmla="*/ 709 w 1418"/>
                <a:gd name="T9" fmla="*/ 1406 h 1418"/>
                <a:gd name="T10" fmla="*/ 709 w 1418"/>
                <a:gd name="T11" fmla="*/ 0 h 1418"/>
                <a:gd name="T12" fmla="*/ 0 w 1418"/>
                <a:gd name="T13" fmla="*/ 709 h 1418"/>
                <a:gd name="T14" fmla="*/ 709 w 1418"/>
                <a:gd name="T15" fmla="*/ 1418 h 1418"/>
                <a:gd name="T16" fmla="*/ 1418 w 1418"/>
                <a:gd name="T17" fmla="*/ 709 h 1418"/>
                <a:gd name="T18" fmla="*/ 709 w 1418"/>
                <a:gd name="T19" fmla="*/ 0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8" h="1418">
                  <a:moveTo>
                    <a:pt x="709" y="1406"/>
                  </a:moveTo>
                  <a:cubicBezTo>
                    <a:pt x="325" y="1406"/>
                    <a:pt x="13" y="1093"/>
                    <a:pt x="13" y="709"/>
                  </a:cubicBezTo>
                  <a:cubicBezTo>
                    <a:pt x="13" y="325"/>
                    <a:pt x="325" y="12"/>
                    <a:pt x="709" y="12"/>
                  </a:cubicBezTo>
                  <a:cubicBezTo>
                    <a:pt x="1093" y="12"/>
                    <a:pt x="1406" y="325"/>
                    <a:pt x="1406" y="709"/>
                  </a:cubicBezTo>
                  <a:cubicBezTo>
                    <a:pt x="1406" y="1093"/>
                    <a:pt x="1093" y="1406"/>
                    <a:pt x="709" y="1406"/>
                  </a:cubicBezTo>
                  <a:moveTo>
                    <a:pt x="709" y="0"/>
                  </a:moveTo>
                  <a:cubicBezTo>
                    <a:pt x="318" y="0"/>
                    <a:pt x="0" y="318"/>
                    <a:pt x="0" y="709"/>
                  </a:cubicBezTo>
                  <a:cubicBezTo>
                    <a:pt x="0" y="1100"/>
                    <a:pt x="318" y="1418"/>
                    <a:pt x="709" y="1418"/>
                  </a:cubicBezTo>
                  <a:cubicBezTo>
                    <a:pt x="1100" y="1418"/>
                    <a:pt x="1418" y="1100"/>
                    <a:pt x="1418" y="709"/>
                  </a:cubicBezTo>
                  <a:cubicBezTo>
                    <a:pt x="1418" y="318"/>
                    <a:pt x="1100" y="0"/>
                    <a:pt x="70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41991" name="组合 145"/>
          <p:cNvGrpSpPr/>
          <p:nvPr/>
        </p:nvGrpSpPr>
        <p:grpSpPr>
          <a:xfrm rot="8100000">
            <a:off x="3328988" y="2101850"/>
            <a:ext cx="598487" cy="122238"/>
            <a:chOff x="8725719" y="1669670"/>
            <a:chExt cx="1424726" cy="291130"/>
          </a:xfrm>
        </p:grpSpPr>
        <p:sp>
          <p:nvSpPr>
            <p:cNvPr id="147" name="椭圆 146"/>
            <p:cNvSpPr/>
            <p:nvPr/>
          </p:nvSpPr>
          <p:spPr>
            <a:xfrm>
              <a:off x="8725719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48" name="椭圆 147"/>
            <p:cNvSpPr/>
            <p:nvPr/>
          </p:nvSpPr>
          <p:spPr>
            <a:xfrm>
              <a:off x="9292517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49" name="椭圆 148"/>
            <p:cNvSpPr/>
            <p:nvPr/>
          </p:nvSpPr>
          <p:spPr>
            <a:xfrm>
              <a:off x="9859315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1995" name="组合 149"/>
          <p:cNvGrpSpPr/>
          <p:nvPr/>
        </p:nvGrpSpPr>
        <p:grpSpPr>
          <a:xfrm rot="8100000">
            <a:off x="5286375" y="4071938"/>
            <a:ext cx="600075" cy="122237"/>
            <a:chOff x="8725719" y="1669670"/>
            <a:chExt cx="1424726" cy="291130"/>
          </a:xfrm>
        </p:grpSpPr>
        <p:sp>
          <p:nvSpPr>
            <p:cNvPr id="151" name="椭圆 150"/>
            <p:cNvSpPr/>
            <p:nvPr/>
          </p:nvSpPr>
          <p:spPr>
            <a:xfrm>
              <a:off x="8725719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52" name="椭圆 151"/>
            <p:cNvSpPr/>
            <p:nvPr/>
          </p:nvSpPr>
          <p:spPr>
            <a:xfrm>
              <a:off x="9292517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9859315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1999" name="组合 153"/>
          <p:cNvGrpSpPr/>
          <p:nvPr/>
        </p:nvGrpSpPr>
        <p:grpSpPr>
          <a:xfrm rot="-8100000">
            <a:off x="5276850" y="2090738"/>
            <a:ext cx="598488" cy="122237"/>
            <a:chOff x="8725719" y="1669670"/>
            <a:chExt cx="1424726" cy="291130"/>
          </a:xfrm>
        </p:grpSpPr>
        <p:sp>
          <p:nvSpPr>
            <p:cNvPr id="155" name="椭圆 154"/>
            <p:cNvSpPr/>
            <p:nvPr/>
          </p:nvSpPr>
          <p:spPr>
            <a:xfrm>
              <a:off x="8725719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9292517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9859315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2003" name="组合 157"/>
          <p:cNvGrpSpPr/>
          <p:nvPr/>
        </p:nvGrpSpPr>
        <p:grpSpPr>
          <a:xfrm rot="-8100000">
            <a:off x="3305175" y="4048125"/>
            <a:ext cx="598488" cy="122238"/>
            <a:chOff x="8725719" y="1669670"/>
            <a:chExt cx="1424726" cy="291130"/>
          </a:xfrm>
        </p:grpSpPr>
        <p:sp>
          <p:nvSpPr>
            <p:cNvPr id="159" name="椭圆 158"/>
            <p:cNvSpPr/>
            <p:nvPr/>
          </p:nvSpPr>
          <p:spPr>
            <a:xfrm>
              <a:off x="8725719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9292517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9859315" y="1669670"/>
              <a:ext cx="291130" cy="2911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2007" name="组合 161"/>
          <p:cNvGrpSpPr/>
          <p:nvPr/>
        </p:nvGrpSpPr>
        <p:grpSpPr>
          <a:xfrm>
            <a:off x="4094163" y="1003300"/>
            <a:ext cx="1408112" cy="1754188"/>
            <a:chOff x="5261222" y="534402"/>
            <a:chExt cx="1877714" cy="2339553"/>
          </a:xfrm>
        </p:grpSpPr>
        <p:grpSp>
          <p:nvGrpSpPr>
            <p:cNvPr id="42008" name="组合 162"/>
            <p:cNvGrpSpPr/>
            <p:nvPr/>
          </p:nvGrpSpPr>
          <p:grpSpPr>
            <a:xfrm>
              <a:off x="5261222" y="534402"/>
              <a:ext cx="1877714" cy="2339553"/>
              <a:chOff x="7380501" y="2927403"/>
              <a:chExt cx="2311884" cy="2880513"/>
            </a:xfrm>
          </p:grpSpPr>
          <p:sp>
            <p:nvSpPr>
              <p:cNvPr id="2" name="椭圆 50"/>
              <p:cNvSpPr/>
              <p:nvPr/>
            </p:nvSpPr>
            <p:spPr>
              <a:xfrm rot="18900000">
                <a:off x="7501945" y="2927403"/>
                <a:ext cx="2190440" cy="2880513"/>
              </a:xfrm>
              <a:custGeom>
                <a:avLst/>
                <a:gdLst>
                  <a:gd name="connsiteX0" fmla="*/ 0 w 1674495"/>
                  <a:gd name="connsiteY0" fmla="*/ 1035368 h 2070735"/>
                  <a:gd name="connsiteX1" fmla="*/ 837248 w 1674495"/>
                  <a:gd name="connsiteY1" fmla="*/ 0 h 2070735"/>
                  <a:gd name="connsiteX2" fmla="*/ 1674496 w 1674495"/>
                  <a:gd name="connsiteY2" fmla="*/ 1035368 h 2070735"/>
                  <a:gd name="connsiteX3" fmla="*/ 837248 w 1674495"/>
                  <a:gd name="connsiteY3" fmla="*/ 2070736 h 2070735"/>
                  <a:gd name="connsiteX4" fmla="*/ 0 w 1674495"/>
                  <a:gd name="connsiteY4" fmla="*/ 1035368 h 2070735"/>
                  <a:gd name="connsiteX0-1" fmla="*/ 13249 w 1687745"/>
                  <a:gd name="connsiteY0-2" fmla="*/ 1035368 h 2070736"/>
                  <a:gd name="connsiteX1-3" fmla="*/ 850497 w 1687745"/>
                  <a:gd name="connsiteY1-4" fmla="*/ 0 h 2070736"/>
                  <a:gd name="connsiteX2-5" fmla="*/ 1687745 w 1687745"/>
                  <a:gd name="connsiteY2-6" fmla="*/ 1035368 h 2070736"/>
                  <a:gd name="connsiteX3-7" fmla="*/ 850497 w 1687745"/>
                  <a:gd name="connsiteY3-8" fmla="*/ 2070736 h 2070736"/>
                  <a:gd name="connsiteX4-9" fmla="*/ 13249 w 1687745"/>
                  <a:gd name="connsiteY4-10" fmla="*/ 1035368 h 2070736"/>
                  <a:gd name="connsiteX0-11" fmla="*/ 13249 w 1696474"/>
                  <a:gd name="connsiteY0-12" fmla="*/ 1035368 h 2070736"/>
                  <a:gd name="connsiteX1-13" fmla="*/ 850497 w 1696474"/>
                  <a:gd name="connsiteY1-14" fmla="*/ 0 h 2070736"/>
                  <a:gd name="connsiteX2-15" fmla="*/ 1687745 w 1696474"/>
                  <a:gd name="connsiteY2-16" fmla="*/ 1035368 h 2070736"/>
                  <a:gd name="connsiteX3-17" fmla="*/ 850497 w 1696474"/>
                  <a:gd name="connsiteY3-18" fmla="*/ 2070736 h 2070736"/>
                  <a:gd name="connsiteX4-19" fmla="*/ 13249 w 1696474"/>
                  <a:gd name="connsiteY4-20" fmla="*/ 1035368 h 20707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696474" h="2070736">
                    <a:moveTo>
                      <a:pt x="13249" y="1035368"/>
                    </a:moveTo>
                    <a:cubicBezTo>
                      <a:pt x="112309" y="471170"/>
                      <a:pt x="388098" y="0"/>
                      <a:pt x="850497" y="0"/>
                    </a:cubicBezTo>
                    <a:cubicBezTo>
                      <a:pt x="1312896" y="0"/>
                      <a:pt x="1611545" y="478790"/>
                      <a:pt x="1687745" y="1035368"/>
                    </a:cubicBezTo>
                    <a:cubicBezTo>
                      <a:pt x="1765308" y="1601901"/>
                      <a:pt x="1312896" y="2070736"/>
                      <a:pt x="850497" y="2070736"/>
                    </a:cubicBezTo>
                    <a:cubicBezTo>
                      <a:pt x="388098" y="2070736"/>
                      <a:pt x="-85811" y="1599566"/>
                      <a:pt x="13249" y="1035368"/>
                    </a:cubicBezTo>
                    <a:close/>
                  </a:path>
                </a:pathLst>
              </a:custGeom>
              <a:gradFill>
                <a:gsLst>
                  <a:gs pos="17000">
                    <a:srgbClr val="000000">
                      <a:alpha val="46000"/>
                    </a:srgbClr>
                  </a:gs>
                  <a:gs pos="34000">
                    <a:srgbClr val="000000">
                      <a:alpha val="43000"/>
                    </a:srgbClr>
                  </a:gs>
                  <a:gs pos="65000">
                    <a:srgbClr val="000000">
                      <a:alpha val="10000"/>
                    </a:srgbClr>
                  </a:gs>
                  <a:gs pos="51000">
                    <a:schemeClr val="tx1">
                      <a:alpha val="20000"/>
                    </a:schemeClr>
                  </a:gs>
                  <a:gs pos="78000">
                    <a:schemeClr val="tx1">
                      <a:alpha val="5000"/>
                    </a:schemeClr>
                  </a:gs>
                  <a:gs pos="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softEdge rad="431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椭圆 169"/>
              <p:cNvSpPr/>
              <p:nvPr/>
            </p:nvSpPr>
            <p:spPr>
              <a:xfrm>
                <a:off x="7567580" y="3243360"/>
                <a:ext cx="1344544" cy="1344544"/>
              </a:xfrm>
              <a:prstGeom prst="ellipse">
                <a:avLst/>
              </a:prstGeom>
              <a:gradFill>
                <a:gsLst>
                  <a:gs pos="43000">
                    <a:srgbClr val="F7F7F7"/>
                  </a:gs>
                  <a:gs pos="0">
                    <a:schemeClr val="bg1">
                      <a:alpha val="99000"/>
                    </a:schemeClr>
                  </a:gs>
                  <a:gs pos="100000">
                    <a:srgbClr val="B8C0C0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39700" dir="2700000" algn="tl" rotWithShape="0">
                  <a:srgbClr val="494949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171" name="椭圆 170"/>
              <p:cNvSpPr/>
              <p:nvPr/>
            </p:nvSpPr>
            <p:spPr>
              <a:xfrm>
                <a:off x="7380501" y="3019185"/>
                <a:ext cx="1596494" cy="1596494"/>
              </a:xfrm>
              <a:prstGeom prst="ellipse">
                <a:avLst/>
              </a:prstGeom>
              <a:gradFill>
                <a:gsLst>
                  <a:gs pos="39000">
                    <a:schemeClr val="bg1"/>
                  </a:gs>
                  <a:gs pos="53000">
                    <a:srgbClr val="F7F7F7"/>
                  </a:gs>
                  <a:gs pos="11000">
                    <a:schemeClr val="bg1">
                      <a:alpha val="99000"/>
                    </a:schemeClr>
                  </a:gs>
                  <a:gs pos="100000">
                    <a:srgbClr val="B8C0C0"/>
                  </a:gs>
                </a:gsLst>
                <a:lin ang="2700000" scaled="1"/>
              </a:gradFill>
              <a:ln>
                <a:noFill/>
              </a:ln>
              <a:effectLst>
                <a:innerShdw blurRad="520700" dist="177800" dir="2700000">
                  <a:srgbClr val="5F6D6C">
                    <a:alpha val="36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4" name="Group 4"/>
            <p:cNvGrpSpPr>
              <a:grpSpLocks noChangeAspect="1"/>
            </p:cNvGrpSpPr>
            <p:nvPr/>
          </p:nvGrpSpPr>
          <p:grpSpPr bwMode="auto">
            <a:xfrm>
              <a:off x="5713341" y="980391"/>
              <a:ext cx="365268" cy="536356"/>
              <a:chOff x="3540" y="531"/>
              <a:chExt cx="348" cy="511"/>
            </a:xfrm>
            <a:solidFill>
              <a:srgbClr val="FFB850"/>
            </a:solidFill>
          </p:grpSpPr>
          <p:sp>
            <p:nvSpPr>
              <p:cNvPr id="165" name="Freeform 5"/>
              <p:cNvSpPr/>
              <p:nvPr/>
            </p:nvSpPr>
            <p:spPr bwMode="auto">
              <a:xfrm>
                <a:off x="3540" y="801"/>
                <a:ext cx="348" cy="241"/>
              </a:xfrm>
              <a:custGeom>
                <a:avLst/>
                <a:gdLst>
                  <a:gd name="T0" fmla="*/ 78 w 97"/>
                  <a:gd name="T1" fmla="*/ 0 h 68"/>
                  <a:gd name="T2" fmla="*/ 70 w 97"/>
                  <a:gd name="T3" fmla="*/ 20 h 68"/>
                  <a:gd name="T4" fmla="*/ 49 w 97"/>
                  <a:gd name="T5" fmla="*/ 66 h 68"/>
                  <a:gd name="T6" fmla="*/ 29 w 97"/>
                  <a:gd name="T7" fmla="*/ 20 h 68"/>
                  <a:gd name="T8" fmla="*/ 20 w 97"/>
                  <a:gd name="T9" fmla="*/ 0 h 68"/>
                  <a:gd name="T10" fmla="*/ 0 w 97"/>
                  <a:gd name="T11" fmla="*/ 39 h 68"/>
                  <a:gd name="T12" fmla="*/ 0 w 97"/>
                  <a:gd name="T13" fmla="*/ 50 h 68"/>
                  <a:gd name="T14" fmla="*/ 49 w 97"/>
                  <a:gd name="T15" fmla="*/ 68 h 68"/>
                  <a:gd name="T16" fmla="*/ 97 w 97"/>
                  <a:gd name="T17" fmla="*/ 50 h 68"/>
                  <a:gd name="T18" fmla="*/ 97 w 97"/>
                  <a:gd name="T19" fmla="*/ 39 h 68"/>
                  <a:gd name="T20" fmla="*/ 78 w 97"/>
                  <a:gd name="T21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68">
                    <a:moveTo>
                      <a:pt x="78" y="0"/>
                    </a:moveTo>
                    <a:cubicBezTo>
                      <a:pt x="70" y="20"/>
                      <a:pt x="70" y="20"/>
                      <a:pt x="70" y="20"/>
                    </a:cubicBezTo>
                    <a:cubicBezTo>
                      <a:pt x="49" y="66"/>
                      <a:pt x="49" y="66"/>
                      <a:pt x="49" y="66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8" y="8"/>
                      <a:pt x="0" y="23"/>
                      <a:pt x="0" y="3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3" y="61"/>
                      <a:pt x="30" y="68"/>
                      <a:pt x="49" y="68"/>
                    </a:cubicBezTo>
                    <a:cubicBezTo>
                      <a:pt x="67" y="68"/>
                      <a:pt x="84" y="61"/>
                      <a:pt x="97" y="50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7" y="23"/>
                      <a:pt x="90" y="9"/>
                      <a:pt x="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Freeform 6"/>
              <p:cNvSpPr/>
              <p:nvPr/>
            </p:nvSpPr>
            <p:spPr bwMode="auto">
              <a:xfrm>
                <a:off x="3687" y="833"/>
                <a:ext cx="58" cy="156"/>
              </a:xfrm>
              <a:custGeom>
                <a:avLst/>
                <a:gdLst>
                  <a:gd name="T0" fmla="*/ 0 w 16"/>
                  <a:gd name="T1" fmla="*/ 0 h 44"/>
                  <a:gd name="T2" fmla="*/ 3 w 16"/>
                  <a:gd name="T3" fmla="*/ 7 h 44"/>
                  <a:gd name="T4" fmla="*/ 0 w 16"/>
                  <a:gd name="T5" fmla="*/ 36 h 44"/>
                  <a:gd name="T6" fmla="*/ 8 w 16"/>
                  <a:gd name="T7" fmla="*/ 44 h 44"/>
                  <a:gd name="T8" fmla="*/ 15 w 16"/>
                  <a:gd name="T9" fmla="*/ 36 h 44"/>
                  <a:gd name="T10" fmla="*/ 12 w 16"/>
                  <a:gd name="T11" fmla="*/ 7 h 44"/>
                  <a:gd name="T12" fmla="*/ 16 w 16"/>
                  <a:gd name="T13" fmla="*/ 0 h 44"/>
                  <a:gd name="T14" fmla="*/ 8 w 16"/>
                  <a:gd name="T15" fmla="*/ 1 h 44"/>
                  <a:gd name="T16" fmla="*/ 0 w 16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44">
                    <a:moveTo>
                      <a:pt x="0" y="0"/>
                    </a:moveTo>
                    <a:cubicBezTo>
                      <a:pt x="0" y="3"/>
                      <a:pt x="1" y="5"/>
                      <a:pt x="3" y="7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5"/>
                      <a:pt x="15" y="3"/>
                      <a:pt x="16" y="0"/>
                    </a:cubicBezTo>
                    <a:cubicBezTo>
                      <a:pt x="13" y="1"/>
                      <a:pt x="10" y="1"/>
                      <a:pt x="8" y="1"/>
                    </a:cubicBezTo>
                    <a:cubicBezTo>
                      <a:pt x="5" y="1"/>
                      <a:pt x="2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 7"/>
              <p:cNvSpPr/>
              <p:nvPr/>
            </p:nvSpPr>
            <p:spPr bwMode="auto">
              <a:xfrm>
                <a:off x="3609" y="652"/>
                <a:ext cx="215" cy="181"/>
              </a:xfrm>
              <a:custGeom>
                <a:avLst/>
                <a:gdLst>
                  <a:gd name="T0" fmla="*/ 30 w 60"/>
                  <a:gd name="T1" fmla="*/ 5 h 51"/>
                  <a:gd name="T2" fmla="*/ 13 w 60"/>
                  <a:gd name="T3" fmla="*/ 0 h 51"/>
                  <a:gd name="T4" fmla="*/ 1 w 60"/>
                  <a:gd name="T5" fmla="*/ 0 h 51"/>
                  <a:gd name="T6" fmla="*/ 0 w 60"/>
                  <a:gd name="T7" fmla="*/ 0 h 51"/>
                  <a:gd name="T8" fmla="*/ 0 w 60"/>
                  <a:gd name="T9" fmla="*/ 6 h 51"/>
                  <a:gd name="T10" fmla="*/ 0 w 60"/>
                  <a:gd name="T11" fmla="*/ 24 h 51"/>
                  <a:gd name="T12" fmla="*/ 22 w 60"/>
                  <a:gd name="T13" fmla="*/ 50 h 51"/>
                  <a:gd name="T14" fmla="*/ 30 w 60"/>
                  <a:gd name="T15" fmla="*/ 51 h 51"/>
                  <a:gd name="T16" fmla="*/ 38 w 60"/>
                  <a:gd name="T17" fmla="*/ 50 h 51"/>
                  <a:gd name="T18" fmla="*/ 60 w 60"/>
                  <a:gd name="T19" fmla="*/ 24 h 51"/>
                  <a:gd name="T20" fmla="*/ 60 w 60"/>
                  <a:gd name="T21" fmla="*/ 6 h 51"/>
                  <a:gd name="T22" fmla="*/ 59 w 60"/>
                  <a:gd name="T23" fmla="*/ 0 h 51"/>
                  <a:gd name="T24" fmla="*/ 47 w 60"/>
                  <a:gd name="T25" fmla="*/ 0 h 51"/>
                  <a:gd name="T26" fmla="*/ 30 w 60"/>
                  <a:gd name="T27" fmla="*/ 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51">
                    <a:moveTo>
                      <a:pt x="30" y="5"/>
                    </a:moveTo>
                    <a:cubicBezTo>
                      <a:pt x="22" y="5"/>
                      <a:pt x="15" y="3"/>
                      <a:pt x="13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4"/>
                      <a:pt x="0" y="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6"/>
                      <a:pt x="9" y="47"/>
                      <a:pt x="22" y="50"/>
                    </a:cubicBezTo>
                    <a:cubicBezTo>
                      <a:pt x="24" y="51"/>
                      <a:pt x="27" y="51"/>
                      <a:pt x="30" y="51"/>
                    </a:cubicBezTo>
                    <a:cubicBezTo>
                      <a:pt x="32" y="51"/>
                      <a:pt x="35" y="51"/>
                      <a:pt x="38" y="50"/>
                    </a:cubicBezTo>
                    <a:cubicBezTo>
                      <a:pt x="50" y="47"/>
                      <a:pt x="60" y="36"/>
                      <a:pt x="60" y="24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4"/>
                      <a:pt x="59" y="2"/>
                      <a:pt x="59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3"/>
                      <a:pt x="38" y="5"/>
                      <a:pt x="3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 8"/>
              <p:cNvSpPr>
                <a:spLocks noEditPoints="1"/>
              </p:cNvSpPr>
              <p:nvPr/>
            </p:nvSpPr>
            <p:spPr bwMode="auto">
              <a:xfrm>
                <a:off x="3598" y="531"/>
                <a:ext cx="240" cy="128"/>
              </a:xfrm>
              <a:custGeom>
                <a:avLst/>
                <a:gdLst>
                  <a:gd name="T0" fmla="*/ 33 w 67"/>
                  <a:gd name="T1" fmla="*/ 0 h 36"/>
                  <a:gd name="T2" fmla="*/ 0 w 67"/>
                  <a:gd name="T3" fmla="*/ 31 h 36"/>
                  <a:gd name="T4" fmla="*/ 4 w 67"/>
                  <a:gd name="T5" fmla="*/ 31 h 36"/>
                  <a:gd name="T6" fmla="*/ 4 w 67"/>
                  <a:gd name="T7" fmla="*/ 31 h 36"/>
                  <a:gd name="T8" fmla="*/ 16 w 67"/>
                  <a:gd name="T9" fmla="*/ 31 h 36"/>
                  <a:gd name="T10" fmla="*/ 33 w 67"/>
                  <a:gd name="T11" fmla="*/ 36 h 36"/>
                  <a:gd name="T12" fmla="*/ 51 w 67"/>
                  <a:gd name="T13" fmla="*/ 31 h 36"/>
                  <a:gd name="T14" fmla="*/ 62 w 67"/>
                  <a:gd name="T15" fmla="*/ 31 h 36"/>
                  <a:gd name="T16" fmla="*/ 64 w 67"/>
                  <a:gd name="T17" fmla="*/ 31 h 36"/>
                  <a:gd name="T18" fmla="*/ 67 w 67"/>
                  <a:gd name="T19" fmla="*/ 31 h 36"/>
                  <a:gd name="T20" fmla="*/ 33 w 67"/>
                  <a:gd name="T21" fmla="*/ 0 h 36"/>
                  <a:gd name="T22" fmla="*/ 33 w 67"/>
                  <a:gd name="T23" fmla="*/ 26 h 36"/>
                  <a:gd name="T24" fmla="*/ 27 w 67"/>
                  <a:gd name="T25" fmla="*/ 20 h 36"/>
                  <a:gd name="T26" fmla="*/ 33 w 67"/>
                  <a:gd name="T27" fmla="*/ 14 h 36"/>
                  <a:gd name="T28" fmla="*/ 40 w 67"/>
                  <a:gd name="T29" fmla="*/ 20 h 36"/>
                  <a:gd name="T30" fmla="*/ 33 w 67"/>
                  <a:gd name="T31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7" h="36">
                    <a:moveTo>
                      <a:pt x="33" y="0"/>
                    </a:moveTo>
                    <a:cubicBezTo>
                      <a:pt x="15" y="0"/>
                      <a:pt x="1" y="14"/>
                      <a:pt x="0" y="31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8" y="34"/>
                      <a:pt x="25" y="36"/>
                      <a:pt x="33" y="36"/>
                    </a:cubicBezTo>
                    <a:cubicBezTo>
                      <a:pt x="42" y="36"/>
                      <a:pt x="49" y="34"/>
                      <a:pt x="51" y="31"/>
                    </a:cubicBezTo>
                    <a:cubicBezTo>
                      <a:pt x="62" y="31"/>
                      <a:pt x="62" y="31"/>
                      <a:pt x="62" y="31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1"/>
                      <a:pt x="67" y="31"/>
                      <a:pt x="67" y="31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  <a:moveTo>
                      <a:pt x="33" y="26"/>
                    </a:moveTo>
                    <a:cubicBezTo>
                      <a:pt x="30" y="26"/>
                      <a:pt x="27" y="24"/>
                      <a:pt x="27" y="20"/>
                    </a:cubicBezTo>
                    <a:cubicBezTo>
                      <a:pt x="27" y="17"/>
                      <a:pt x="30" y="14"/>
                      <a:pt x="33" y="14"/>
                    </a:cubicBezTo>
                    <a:cubicBezTo>
                      <a:pt x="37" y="14"/>
                      <a:pt x="40" y="17"/>
                      <a:pt x="40" y="20"/>
                    </a:cubicBezTo>
                    <a:cubicBezTo>
                      <a:pt x="40" y="24"/>
                      <a:pt x="37" y="26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42013" name="组合 171"/>
          <p:cNvGrpSpPr/>
          <p:nvPr/>
        </p:nvGrpSpPr>
        <p:grpSpPr>
          <a:xfrm>
            <a:off x="5618163" y="2560638"/>
            <a:ext cx="1408112" cy="1754187"/>
            <a:chOff x="7388206" y="2615808"/>
            <a:chExt cx="1877714" cy="2339553"/>
          </a:xfrm>
        </p:grpSpPr>
        <p:grpSp>
          <p:nvGrpSpPr>
            <p:cNvPr id="42014" name="组合 172"/>
            <p:cNvGrpSpPr/>
            <p:nvPr/>
          </p:nvGrpSpPr>
          <p:grpSpPr>
            <a:xfrm>
              <a:off x="7388206" y="2615808"/>
              <a:ext cx="1877714" cy="2339553"/>
              <a:chOff x="7380501" y="2927403"/>
              <a:chExt cx="2311884" cy="2880513"/>
            </a:xfrm>
          </p:grpSpPr>
          <p:sp>
            <p:nvSpPr>
              <p:cNvPr id="178" name="椭圆 50"/>
              <p:cNvSpPr/>
              <p:nvPr/>
            </p:nvSpPr>
            <p:spPr>
              <a:xfrm rot="18900000">
                <a:off x="7501945" y="2927403"/>
                <a:ext cx="2190440" cy="2880513"/>
              </a:xfrm>
              <a:custGeom>
                <a:avLst/>
                <a:gdLst>
                  <a:gd name="connsiteX0" fmla="*/ 0 w 1674495"/>
                  <a:gd name="connsiteY0" fmla="*/ 1035368 h 2070735"/>
                  <a:gd name="connsiteX1" fmla="*/ 837248 w 1674495"/>
                  <a:gd name="connsiteY1" fmla="*/ 0 h 2070735"/>
                  <a:gd name="connsiteX2" fmla="*/ 1674496 w 1674495"/>
                  <a:gd name="connsiteY2" fmla="*/ 1035368 h 2070735"/>
                  <a:gd name="connsiteX3" fmla="*/ 837248 w 1674495"/>
                  <a:gd name="connsiteY3" fmla="*/ 2070736 h 2070735"/>
                  <a:gd name="connsiteX4" fmla="*/ 0 w 1674495"/>
                  <a:gd name="connsiteY4" fmla="*/ 1035368 h 2070735"/>
                  <a:gd name="connsiteX0-1" fmla="*/ 13249 w 1687745"/>
                  <a:gd name="connsiteY0-2" fmla="*/ 1035368 h 2070736"/>
                  <a:gd name="connsiteX1-3" fmla="*/ 850497 w 1687745"/>
                  <a:gd name="connsiteY1-4" fmla="*/ 0 h 2070736"/>
                  <a:gd name="connsiteX2-5" fmla="*/ 1687745 w 1687745"/>
                  <a:gd name="connsiteY2-6" fmla="*/ 1035368 h 2070736"/>
                  <a:gd name="connsiteX3-7" fmla="*/ 850497 w 1687745"/>
                  <a:gd name="connsiteY3-8" fmla="*/ 2070736 h 2070736"/>
                  <a:gd name="connsiteX4-9" fmla="*/ 13249 w 1687745"/>
                  <a:gd name="connsiteY4-10" fmla="*/ 1035368 h 2070736"/>
                  <a:gd name="connsiteX0-11" fmla="*/ 13249 w 1696474"/>
                  <a:gd name="connsiteY0-12" fmla="*/ 1035368 h 2070736"/>
                  <a:gd name="connsiteX1-13" fmla="*/ 850497 w 1696474"/>
                  <a:gd name="connsiteY1-14" fmla="*/ 0 h 2070736"/>
                  <a:gd name="connsiteX2-15" fmla="*/ 1687745 w 1696474"/>
                  <a:gd name="connsiteY2-16" fmla="*/ 1035368 h 2070736"/>
                  <a:gd name="connsiteX3-17" fmla="*/ 850497 w 1696474"/>
                  <a:gd name="connsiteY3-18" fmla="*/ 2070736 h 2070736"/>
                  <a:gd name="connsiteX4-19" fmla="*/ 13249 w 1696474"/>
                  <a:gd name="connsiteY4-20" fmla="*/ 1035368 h 20707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696474" h="2070736">
                    <a:moveTo>
                      <a:pt x="13249" y="1035368"/>
                    </a:moveTo>
                    <a:cubicBezTo>
                      <a:pt x="112309" y="471170"/>
                      <a:pt x="388098" y="0"/>
                      <a:pt x="850497" y="0"/>
                    </a:cubicBezTo>
                    <a:cubicBezTo>
                      <a:pt x="1312896" y="0"/>
                      <a:pt x="1611545" y="478790"/>
                      <a:pt x="1687745" y="1035368"/>
                    </a:cubicBezTo>
                    <a:cubicBezTo>
                      <a:pt x="1765308" y="1601901"/>
                      <a:pt x="1312896" y="2070736"/>
                      <a:pt x="850497" y="2070736"/>
                    </a:cubicBezTo>
                    <a:cubicBezTo>
                      <a:pt x="388098" y="2070736"/>
                      <a:pt x="-85811" y="1599566"/>
                      <a:pt x="13249" y="1035368"/>
                    </a:cubicBezTo>
                    <a:close/>
                  </a:path>
                </a:pathLst>
              </a:custGeom>
              <a:gradFill>
                <a:gsLst>
                  <a:gs pos="17000">
                    <a:srgbClr val="000000">
                      <a:alpha val="46000"/>
                    </a:srgbClr>
                  </a:gs>
                  <a:gs pos="34000">
                    <a:srgbClr val="000000">
                      <a:alpha val="43000"/>
                    </a:srgbClr>
                  </a:gs>
                  <a:gs pos="65000">
                    <a:srgbClr val="000000">
                      <a:alpha val="10000"/>
                    </a:srgbClr>
                  </a:gs>
                  <a:gs pos="51000">
                    <a:schemeClr val="tx1">
                      <a:alpha val="20000"/>
                    </a:schemeClr>
                  </a:gs>
                  <a:gs pos="78000">
                    <a:schemeClr val="tx1">
                      <a:alpha val="5000"/>
                    </a:schemeClr>
                  </a:gs>
                  <a:gs pos="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softEdge rad="431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179" name="椭圆 178"/>
              <p:cNvSpPr/>
              <p:nvPr/>
            </p:nvSpPr>
            <p:spPr>
              <a:xfrm>
                <a:off x="7567580" y="3243360"/>
                <a:ext cx="1344544" cy="1344544"/>
              </a:xfrm>
              <a:prstGeom prst="ellipse">
                <a:avLst/>
              </a:prstGeom>
              <a:gradFill>
                <a:gsLst>
                  <a:gs pos="43000">
                    <a:srgbClr val="F7F7F7"/>
                  </a:gs>
                  <a:gs pos="0">
                    <a:schemeClr val="bg1">
                      <a:alpha val="99000"/>
                    </a:schemeClr>
                  </a:gs>
                  <a:gs pos="100000">
                    <a:srgbClr val="B8C0C0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39700" dir="2700000" algn="tl" rotWithShape="0">
                  <a:srgbClr val="494949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180" name="椭圆 179"/>
              <p:cNvSpPr/>
              <p:nvPr/>
            </p:nvSpPr>
            <p:spPr>
              <a:xfrm>
                <a:off x="7380501" y="3019185"/>
                <a:ext cx="1596494" cy="1596494"/>
              </a:xfrm>
              <a:prstGeom prst="ellipse">
                <a:avLst/>
              </a:prstGeom>
              <a:gradFill>
                <a:gsLst>
                  <a:gs pos="39000">
                    <a:schemeClr val="bg1"/>
                  </a:gs>
                  <a:gs pos="53000">
                    <a:srgbClr val="F7F7F7"/>
                  </a:gs>
                  <a:gs pos="11000">
                    <a:schemeClr val="bg1">
                      <a:alpha val="99000"/>
                    </a:schemeClr>
                  </a:gs>
                  <a:gs pos="100000">
                    <a:srgbClr val="B8C0C0"/>
                  </a:gs>
                </a:gsLst>
                <a:lin ang="2700000" scaled="1"/>
              </a:gradFill>
              <a:ln>
                <a:noFill/>
              </a:ln>
              <a:effectLst>
                <a:innerShdw blurRad="520700" dist="177800" dir="2700000">
                  <a:srgbClr val="5F6D6C">
                    <a:alpha val="36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74" name="Group 11"/>
            <p:cNvGrpSpPr>
              <a:grpSpLocks noChangeAspect="1"/>
            </p:cNvGrpSpPr>
            <p:nvPr/>
          </p:nvGrpSpPr>
          <p:grpSpPr bwMode="auto">
            <a:xfrm>
              <a:off x="7813988" y="3135607"/>
              <a:ext cx="521662" cy="453436"/>
              <a:chOff x="4838" y="1902"/>
              <a:chExt cx="497" cy="432"/>
            </a:xfrm>
            <a:solidFill>
              <a:srgbClr val="663A77"/>
            </a:solidFill>
          </p:grpSpPr>
          <p:sp>
            <p:nvSpPr>
              <p:cNvPr id="175" name="Freeform 12"/>
              <p:cNvSpPr>
                <a:spLocks noEditPoints="1"/>
              </p:cNvSpPr>
              <p:nvPr/>
            </p:nvSpPr>
            <p:spPr bwMode="auto">
              <a:xfrm>
                <a:off x="5001" y="1999"/>
                <a:ext cx="334" cy="335"/>
              </a:xfrm>
              <a:custGeom>
                <a:avLst/>
                <a:gdLst>
                  <a:gd name="T0" fmla="*/ 9 w 80"/>
                  <a:gd name="T1" fmla="*/ 19 h 80"/>
                  <a:gd name="T2" fmla="*/ 10 w 80"/>
                  <a:gd name="T3" fmla="*/ 26 h 80"/>
                  <a:gd name="T4" fmla="*/ 5 w 80"/>
                  <a:gd name="T5" fmla="*/ 27 h 80"/>
                  <a:gd name="T6" fmla="*/ 0 w 80"/>
                  <a:gd name="T7" fmla="*/ 31 h 80"/>
                  <a:gd name="T8" fmla="*/ 3 w 80"/>
                  <a:gd name="T9" fmla="*/ 37 h 80"/>
                  <a:gd name="T10" fmla="*/ 7 w 80"/>
                  <a:gd name="T11" fmla="*/ 42 h 80"/>
                  <a:gd name="T12" fmla="*/ 3 w 80"/>
                  <a:gd name="T13" fmla="*/ 46 h 80"/>
                  <a:gd name="T14" fmla="*/ 1 w 80"/>
                  <a:gd name="T15" fmla="*/ 52 h 80"/>
                  <a:gd name="T16" fmla="*/ 7 w 80"/>
                  <a:gd name="T17" fmla="*/ 56 h 80"/>
                  <a:gd name="T18" fmla="*/ 11 w 80"/>
                  <a:gd name="T19" fmla="*/ 57 h 80"/>
                  <a:gd name="T20" fmla="*/ 11 w 80"/>
                  <a:gd name="T21" fmla="*/ 63 h 80"/>
                  <a:gd name="T22" fmla="*/ 13 w 80"/>
                  <a:gd name="T23" fmla="*/ 70 h 80"/>
                  <a:gd name="T24" fmla="*/ 19 w 80"/>
                  <a:gd name="T25" fmla="*/ 70 h 80"/>
                  <a:gd name="T26" fmla="*/ 25 w 80"/>
                  <a:gd name="T27" fmla="*/ 70 h 80"/>
                  <a:gd name="T28" fmla="*/ 27 w 80"/>
                  <a:gd name="T29" fmla="*/ 74 h 80"/>
                  <a:gd name="T30" fmla="*/ 31 w 80"/>
                  <a:gd name="T31" fmla="*/ 79 h 80"/>
                  <a:gd name="T32" fmla="*/ 37 w 80"/>
                  <a:gd name="T33" fmla="*/ 76 h 80"/>
                  <a:gd name="T34" fmla="*/ 42 w 80"/>
                  <a:gd name="T35" fmla="*/ 73 h 80"/>
                  <a:gd name="T36" fmla="*/ 46 w 80"/>
                  <a:gd name="T37" fmla="*/ 76 h 80"/>
                  <a:gd name="T38" fmla="*/ 52 w 80"/>
                  <a:gd name="T39" fmla="*/ 78 h 80"/>
                  <a:gd name="T40" fmla="*/ 56 w 80"/>
                  <a:gd name="T41" fmla="*/ 73 h 80"/>
                  <a:gd name="T42" fmla="*/ 58 w 80"/>
                  <a:gd name="T43" fmla="*/ 67 h 80"/>
                  <a:gd name="T44" fmla="*/ 63 w 80"/>
                  <a:gd name="T45" fmla="*/ 68 h 80"/>
                  <a:gd name="T46" fmla="*/ 69 w 80"/>
                  <a:gd name="T47" fmla="*/ 67 h 80"/>
                  <a:gd name="T48" fmla="*/ 70 w 80"/>
                  <a:gd name="T49" fmla="*/ 60 h 80"/>
                  <a:gd name="T50" fmla="*/ 69 w 80"/>
                  <a:gd name="T51" fmla="*/ 54 h 80"/>
                  <a:gd name="T52" fmla="*/ 74 w 80"/>
                  <a:gd name="T53" fmla="*/ 53 h 80"/>
                  <a:gd name="T54" fmla="*/ 79 w 80"/>
                  <a:gd name="T55" fmla="*/ 48 h 80"/>
                  <a:gd name="T56" fmla="*/ 76 w 80"/>
                  <a:gd name="T57" fmla="*/ 42 h 80"/>
                  <a:gd name="T58" fmla="*/ 72 w 80"/>
                  <a:gd name="T59" fmla="*/ 37 h 80"/>
                  <a:gd name="T60" fmla="*/ 76 w 80"/>
                  <a:gd name="T61" fmla="*/ 34 h 80"/>
                  <a:gd name="T62" fmla="*/ 78 w 80"/>
                  <a:gd name="T63" fmla="*/ 27 h 80"/>
                  <a:gd name="T64" fmla="*/ 73 w 80"/>
                  <a:gd name="T65" fmla="*/ 24 h 80"/>
                  <a:gd name="T66" fmla="*/ 67 w 80"/>
                  <a:gd name="T67" fmla="*/ 21 h 80"/>
                  <a:gd name="T68" fmla="*/ 68 w 80"/>
                  <a:gd name="T69" fmla="*/ 16 h 80"/>
                  <a:gd name="T70" fmla="*/ 67 w 80"/>
                  <a:gd name="T71" fmla="*/ 10 h 80"/>
                  <a:gd name="T72" fmla="*/ 60 w 80"/>
                  <a:gd name="T73" fmla="*/ 9 h 80"/>
                  <a:gd name="T74" fmla="*/ 54 w 80"/>
                  <a:gd name="T75" fmla="*/ 10 h 80"/>
                  <a:gd name="T76" fmla="*/ 52 w 80"/>
                  <a:gd name="T77" fmla="*/ 5 h 80"/>
                  <a:gd name="T78" fmla="*/ 48 w 80"/>
                  <a:gd name="T79" fmla="*/ 0 h 80"/>
                  <a:gd name="T80" fmla="*/ 42 w 80"/>
                  <a:gd name="T81" fmla="*/ 3 h 80"/>
                  <a:gd name="T82" fmla="*/ 37 w 80"/>
                  <a:gd name="T83" fmla="*/ 7 h 80"/>
                  <a:gd name="T84" fmla="*/ 33 w 80"/>
                  <a:gd name="T85" fmla="*/ 3 h 80"/>
                  <a:gd name="T86" fmla="*/ 27 w 80"/>
                  <a:gd name="T87" fmla="*/ 1 h 80"/>
                  <a:gd name="T88" fmla="*/ 23 w 80"/>
                  <a:gd name="T89" fmla="*/ 7 h 80"/>
                  <a:gd name="T90" fmla="*/ 21 w 80"/>
                  <a:gd name="T91" fmla="*/ 13 h 80"/>
                  <a:gd name="T92" fmla="*/ 16 w 80"/>
                  <a:gd name="T93" fmla="*/ 11 h 80"/>
                  <a:gd name="T94" fmla="*/ 10 w 80"/>
                  <a:gd name="T95" fmla="*/ 13 h 80"/>
                  <a:gd name="T96" fmla="*/ 9 w 80"/>
                  <a:gd name="T97" fmla="*/ 19 h 80"/>
                  <a:gd name="T98" fmla="*/ 32 w 80"/>
                  <a:gd name="T99" fmla="*/ 18 h 80"/>
                  <a:gd name="T100" fmla="*/ 62 w 80"/>
                  <a:gd name="T101" fmla="*/ 33 h 80"/>
                  <a:gd name="T102" fmla="*/ 47 w 80"/>
                  <a:gd name="T103" fmla="*/ 62 h 80"/>
                  <a:gd name="T104" fmla="*/ 18 w 80"/>
                  <a:gd name="T105" fmla="*/ 47 h 80"/>
                  <a:gd name="T106" fmla="*/ 32 w 80"/>
                  <a:gd name="T107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0" h="80">
                    <a:moveTo>
                      <a:pt x="9" y="19"/>
                    </a:moveTo>
                    <a:cubicBezTo>
                      <a:pt x="11" y="21"/>
                      <a:pt x="10" y="25"/>
                      <a:pt x="10" y="26"/>
                    </a:cubicBezTo>
                    <a:cubicBezTo>
                      <a:pt x="9" y="27"/>
                      <a:pt x="7" y="27"/>
                      <a:pt x="5" y="27"/>
                    </a:cubicBezTo>
                    <a:cubicBezTo>
                      <a:pt x="3" y="26"/>
                      <a:pt x="1" y="28"/>
                      <a:pt x="0" y="31"/>
                    </a:cubicBezTo>
                    <a:cubicBezTo>
                      <a:pt x="0" y="34"/>
                      <a:pt x="1" y="37"/>
                      <a:pt x="3" y="37"/>
                    </a:cubicBezTo>
                    <a:cubicBezTo>
                      <a:pt x="5" y="38"/>
                      <a:pt x="7" y="41"/>
                      <a:pt x="7" y="42"/>
                    </a:cubicBezTo>
                    <a:cubicBezTo>
                      <a:pt x="7" y="44"/>
                      <a:pt x="5" y="45"/>
                      <a:pt x="3" y="46"/>
                    </a:cubicBezTo>
                    <a:cubicBezTo>
                      <a:pt x="1" y="47"/>
                      <a:pt x="0" y="49"/>
                      <a:pt x="1" y="52"/>
                    </a:cubicBezTo>
                    <a:cubicBezTo>
                      <a:pt x="2" y="55"/>
                      <a:pt x="4" y="57"/>
                      <a:pt x="7" y="56"/>
                    </a:cubicBezTo>
                    <a:cubicBezTo>
                      <a:pt x="9" y="55"/>
                      <a:pt x="11" y="56"/>
                      <a:pt x="11" y="57"/>
                    </a:cubicBezTo>
                    <a:cubicBezTo>
                      <a:pt x="12" y="58"/>
                      <a:pt x="13" y="62"/>
                      <a:pt x="11" y="63"/>
                    </a:cubicBezTo>
                    <a:cubicBezTo>
                      <a:pt x="10" y="65"/>
                      <a:pt x="10" y="68"/>
                      <a:pt x="13" y="70"/>
                    </a:cubicBezTo>
                    <a:cubicBezTo>
                      <a:pt x="15" y="72"/>
                      <a:pt x="18" y="72"/>
                      <a:pt x="19" y="70"/>
                    </a:cubicBezTo>
                    <a:cubicBezTo>
                      <a:pt x="20" y="69"/>
                      <a:pt x="24" y="69"/>
                      <a:pt x="25" y="70"/>
                    </a:cubicBezTo>
                    <a:cubicBezTo>
                      <a:pt x="27" y="70"/>
                      <a:pt x="27" y="72"/>
                      <a:pt x="27" y="74"/>
                    </a:cubicBezTo>
                    <a:cubicBezTo>
                      <a:pt x="26" y="76"/>
                      <a:pt x="28" y="78"/>
                      <a:pt x="31" y="79"/>
                    </a:cubicBezTo>
                    <a:cubicBezTo>
                      <a:pt x="34" y="80"/>
                      <a:pt x="37" y="79"/>
                      <a:pt x="37" y="76"/>
                    </a:cubicBezTo>
                    <a:cubicBezTo>
                      <a:pt x="37" y="74"/>
                      <a:pt x="41" y="73"/>
                      <a:pt x="42" y="73"/>
                    </a:cubicBezTo>
                    <a:cubicBezTo>
                      <a:pt x="43" y="72"/>
                      <a:pt x="45" y="74"/>
                      <a:pt x="46" y="76"/>
                    </a:cubicBezTo>
                    <a:cubicBezTo>
                      <a:pt x="46" y="78"/>
                      <a:pt x="49" y="79"/>
                      <a:pt x="52" y="78"/>
                    </a:cubicBezTo>
                    <a:cubicBezTo>
                      <a:pt x="55" y="77"/>
                      <a:pt x="56" y="75"/>
                      <a:pt x="56" y="73"/>
                    </a:cubicBezTo>
                    <a:cubicBezTo>
                      <a:pt x="55" y="71"/>
                      <a:pt x="57" y="68"/>
                      <a:pt x="58" y="67"/>
                    </a:cubicBezTo>
                    <a:cubicBezTo>
                      <a:pt x="59" y="66"/>
                      <a:pt x="61" y="67"/>
                      <a:pt x="63" y="68"/>
                    </a:cubicBezTo>
                    <a:cubicBezTo>
                      <a:pt x="65" y="70"/>
                      <a:pt x="67" y="69"/>
                      <a:pt x="69" y="67"/>
                    </a:cubicBezTo>
                    <a:cubicBezTo>
                      <a:pt x="71" y="65"/>
                      <a:pt x="72" y="62"/>
                      <a:pt x="70" y="60"/>
                    </a:cubicBezTo>
                    <a:cubicBezTo>
                      <a:pt x="69" y="59"/>
                      <a:pt x="69" y="55"/>
                      <a:pt x="69" y="54"/>
                    </a:cubicBezTo>
                    <a:cubicBezTo>
                      <a:pt x="70" y="53"/>
                      <a:pt x="72" y="52"/>
                      <a:pt x="74" y="53"/>
                    </a:cubicBezTo>
                    <a:cubicBezTo>
                      <a:pt x="76" y="53"/>
                      <a:pt x="78" y="51"/>
                      <a:pt x="79" y="48"/>
                    </a:cubicBezTo>
                    <a:cubicBezTo>
                      <a:pt x="80" y="45"/>
                      <a:pt x="78" y="43"/>
                      <a:pt x="76" y="42"/>
                    </a:cubicBezTo>
                    <a:cubicBezTo>
                      <a:pt x="74" y="42"/>
                      <a:pt x="72" y="38"/>
                      <a:pt x="72" y="37"/>
                    </a:cubicBezTo>
                    <a:cubicBezTo>
                      <a:pt x="72" y="36"/>
                      <a:pt x="74" y="34"/>
                      <a:pt x="76" y="34"/>
                    </a:cubicBezTo>
                    <a:cubicBezTo>
                      <a:pt x="78" y="33"/>
                      <a:pt x="79" y="30"/>
                      <a:pt x="78" y="27"/>
                    </a:cubicBezTo>
                    <a:cubicBezTo>
                      <a:pt x="77" y="25"/>
                      <a:pt x="75" y="23"/>
                      <a:pt x="73" y="24"/>
                    </a:cubicBezTo>
                    <a:cubicBezTo>
                      <a:pt x="71" y="24"/>
                      <a:pt x="67" y="22"/>
                      <a:pt x="67" y="21"/>
                    </a:cubicBezTo>
                    <a:cubicBezTo>
                      <a:pt x="66" y="20"/>
                      <a:pt x="66" y="18"/>
                      <a:pt x="68" y="16"/>
                    </a:cubicBezTo>
                    <a:cubicBezTo>
                      <a:pt x="69" y="15"/>
                      <a:pt x="69" y="12"/>
                      <a:pt x="67" y="10"/>
                    </a:cubicBezTo>
                    <a:cubicBezTo>
                      <a:pt x="64" y="8"/>
                      <a:pt x="61" y="8"/>
                      <a:pt x="60" y="9"/>
                    </a:cubicBezTo>
                    <a:cubicBezTo>
                      <a:pt x="59" y="11"/>
                      <a:pt x="55" y="10"/>
                      <a:pt x="54" y="10"/>
                    </a:cubicBezTo>
                    <a:cubicBezTo>
                      <a:pt x="52" y="9"/>
                      <a:pt x="52" y="7"/>
                      <a:pt x="52" y="5"/>
                    </a:cubicBezTo>
                    <a:cubicBezTo>
                      <a:pt x="53" y="3"/>
                      <a:pt x="51" y="1"/>
                      <a:pt x="48" y="0"/>
                    </a:cubicBezTo>
                    <a:cubicBezTo>
                      <a:pt x="45" y="0"/>
                      <a:pt x="42" y="1"/>
                      <a:pt x="42" y="3"/>
                    </a:cubicBezTo>
                    <a:cubicBezTo>
                      <a:pt x="42" y="5"/>
                      <a:pt x="38" y="7"/>
                      <a:pt x="37" y="7"/>
                    </a:cubicBezTo>
                    <a:cubicBezTo>
                      <a:pt x="36" y="7"/>
                      <a:pt x="34" y="5"/>
                      <a:pt x="33" y="3"/>
                    </a:cubicBezTo>
                    <a:cubicBezTo>
                      <a:pt x="33" y="1"/>
                      <a:pt x="30" y="1"/>
                      <a:pt x="27" y="1"/>
                    </a:cubicBezTo>
                    <a:cubicBezTo>
                      <a:pt x="24" y="2"/>
                      <a:pt x="23" y="5"/>
                      <a:pt x="23" y="7"/>
                    </a:cubicBezTo>
                    <a:cubicBezTo>
                      <a:pt x="24" y="9"/>
                      <a:pt x="22" y="12"/>
                      <a:pt x="21" y="13"/>
                    </a:cubicBezTo>
                    <a:cubicBezTo>
                      <a:pt x="20" y="13"/>
                      <a:pt x="18" y="13"/>
                      <a:pt x="16" y="11"/>
                    </a:cubicBezTo>
                    <a:cubicBezTo>
                      <a:pt x="15" y="10"/>
                      <a:pt x="12" y="11"/>
                      <a:pt x="10" y="13"/>
                    </a:cubicBezTo>
                    <a:cubicBezTo>
                      <a:pt x="8" y="15"/>
                      <a:pt x="7" y="18"/>
                      <a:pt x="9" y="19"/>
                    </a:cubicBezTo>
                    <a:close/>
                    <a:moveTo>
                      <a:pt x="32" y="18"/>
                    </a:moveTo>
                    <a:cubicBezTo>
                      <a:pt x="45" y="14"/>
                      <a:pt x="58" y="21"/>
                      <a:pt x="62" y="33"/>
                    </a:cubicBezTo>
                    <a:cubicBezTo>
                      <a:pt x="65" y="45"/>
                      <a:pt x="59" y="58"/>
                      <a:pt x="47" y="62"/>
                    </a:cubicBezTo>
                    <a:cubicBezTo>
                      <a:pt x="34" y="66"/>
                      <a:pt x="21" y="59"/>
                      <a:pt x="18" y="47"/>
                    </a:cubicBezTo>
                    <a:cubicBezTo>
                      <a:pt x="14" y="35"/>
                      <a:pt x="20" y="22"/>
                      <a:pt x="3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Freeform 13"/>
              <p:cNvSpPr>
                <a:spLocks noEditPoints="1"/>
              </p:cNvSpPr>
              <p:nvPr/>
            </p:nvSpPr>
            <p:spPr bwMode="auto">
              <a:xfrm>
                <a:off x="4838" y="1902"/>
                <a:ext cx="217" cy="214"/>
              </a:xfrm>
              <a:custGeom>
                <a:avLst/>
                <a:gdLst>
                  <a:gd name="T0" fmla="*/ 6 w 52"/>
                  <a:gd name="T1" fmla="*/ 12 h 51"/>
                  <a:gd name="T2" fmla="*/ 7 w 52"/>
                  <a:gd name="T3" fmla="*/ 16 h 51"/>
                  <a:gd name="T4" fmla="*/ 4 w 52"/>
                  <a:gd name="T5" fmla="*/ 17 h 51"/>
                  <a:gd name="T6" fmla="*/ 1 w 52"/>
                  <a:gd name="T7" fmla="*/ 20 h 51"/>
                  <a:gd name="T8" fmla="*/ 3 w 52"/>
                  <a:gd name="T9" fmla="*/ 24 h 51"/>
                  <a:gd name="T10" fmla="*/ 5 w 52"/>
                  <a:gd name="T11" fmla="*/ 27 h 51"/>
                  <a:gd name="T12" fmla="*/ 3 w 52"/>
                  <a:gd name="T13" fmla="*/ 29 h 51"/>
                  <a:gd name="T14" fmla="*/ 1 w 52"/>
                  <a:gd name="T15" fmla="*/ 33 h 51"/>
                  <a:gd name="T16" fmla="*/ 5 w 52"/>
                  <a:gd name="T17" fmla="*/ 36 h 51"/>
                  <a:gd name="T18" fmla="*/ 8 w 52"/>
                  <a:gd name="T19" fmla="*/ 36 h 51"/>
                  <a:gd name="T20" fmla="*/ 8 w 52"/>
                  <a:gd name="T21" fmla="*/ 41 h 51"/>
                  <a:gd name="T22" fmla="*/ 9 w 52"/>
                  <a:gd name="T23" fmla="*/ 45 h 51"/>
                  <a:gd name="T24" fmla="*/ 13 w 52"/>
                  <a:gd name="T25" fmla="*/ 45 h 51"/>
                  <a:gd name="T26" fmla="*/ 17 w 52"/>
                  <a:gd name="T27" fmla="*/ 45 h 51"/>
                  <a:gd name="T28" fmla="*/ 18 w 52"/>
                  <a:gd name="T29" fmla="*/ 48 h 51"/>
                  <a:gd name="T30" fmla="*/ 21 w 52"/>
                  <a:gd name="T31" fmla="*/ 51 h 51"/>
                  <a:gd name="T32" fmla="*/ 25 w 52"/>
                  <a:gd name="T33" fmla="*/ 49 h 51"/>
                  <a:gd name="T34" fmla="*/ 28 w 52"/>
                  <a:gd name="T35" fmla="*/ 47 h 51"/>
                  <a:gd name="T36" fmla="*/ 30 w 52"/>
                  <a:gd name="T37" fmla="*/ 49 h 51"/>
                  <a:gd name="T38" fmla="*/ 34 w 52"/>
                  <a:gd name="T39" fmla="*/ 50 h 51"/>
                  <a:gd name="T40" fmla="*/ 37 w 52"/>
                  <a:gd name="T41" fmla="*/ 47 h 51"/>
                  <a:gd name="T42" fmla="*/ 38 w 52"/>
                  <a:gd name="T43" fmla="*/ 43 h 51"/>
                  <a:gd name="T44" fmla="*/ 41 w 52"/>
                  <a:gd name="T45" fmla="*/ 44 h 51"/>
                  <a:gd name="T46" fmla="*/ 45 w 52"/>
                  <a:gd name="T47" fmla="*/ 43 h 51"/>
                  <a:gd name="T48" fmla="*/ 46 w 52"/>
                  <a:gd name="T49" fmla="*/ 39 h 51"/>
                  <a:gd name="T50" fmla="*/ 45 w 52"/>
                  <a:gd name="T51" fmla="*/ 35 h 51"/>
                  <a:gd name="T52" fmla="*/ 48 w 52"/>
                  <a:gd name="T53" fmla="*/ 34 h 51"/>
                  <a:gd name="T54" fmla="*/ 51 w 52"/>
                  <a:gd name="T55" fmla="*/ 31 h 51"/>
                  <a:gd name="T56" fmla="*/ 50 w 52"/>
                  <a:gd name="T57" fmla="*/ 27 h 51"/>
                  <a:gd name="T58" fmla="*/ 47 w 52"/>
                  <a:gd name="T59" fmla="*/ 24 h 51"/>
                  <a:gd name="T60" fmla="*/ 49 w 52"/>
                  <a:gd name="T61" fmla="*/ 22 h 51"/>
                  <a:gd name="T62" fmla="*/ 51 w 52"/>
                  <a:gd name="T63" fmla="*/ 18 h 51"/>
                  <a:gd name="T64" fmla="*/ 47 w 52"/>
                  <a:gd name="T65" fmla="*/ 15 h 51"/>
                  <a:gd name="T66" fmla="*/ 44 w 52"/>
                  <a:gd name="T67" fmla="*/ 13 h 51"/>
                  <a:gd name="T68" fmla="*/ 44 w 52"/>
                  <a:gd name="T69" fmla="*/ 10 h 51"/>
                  <a:gd name="T70" fmla="*/ 43 w 52"/>
                  <a:gd name="T71" fmla="*/ 6 h 51"/>
                  <a:gd name="T72" fmla="*/ 39 w 52"/>
                  <a:gd name="T73" fmla="*/ 6 h 51"/>
                  <a:gd name="T74" fmla="*/ 35 w 52"/>
                  <a:gd name="T75" fmla="*/ 6 h 51"/>
                  <a:gd name="T76" fmla="*/ 34 w 52"/>
                  <a:gd name="T77" fmla="*/ 3 h 51"/>
                  <a:gd name="T78" fmla="*/ 32 w 52"/>
                  <a:gd name="T79" fmla="*/ 0 h 51"/>
                  <a:gd name="T80" fmla="*/ 28 w 52"/>
                  <a:gd name="T81" fmla="*/ 2 h 51"/>
                  <a:gd name="T82" fmla="*/ 24 w 52"/>
                  <a:gd name="T83" fmla="*/ 4 h 51"/>
                  <a:gd name="T84" fmla="*/ 22 w 52"/>
                  <a:gd name="T85" fmla="*/ 2 h 51"/>
                  <a:gd name="T86" fmla="*/ 18 w 52"/>
                  <a:gd name="T87" fmla="*/ 1 h 51"/>
                  <a:gd name="T88" fmla="*/ 16 w 52"/>
                  <a:gd name="T89" fmla="*/ 4 h 51"/>
                  <a:gd name="T90" fmla="*/ 14 w 52"/>
                  <a:gd name="T91" fmla="*/ 8 h 51"/>
                  <a:gd name="T92" fmla="*/ 11 w 52"/>
                  <a:gd name="T93" fmla="*/ 7 h 51"/>
                  <a:gd name="T94" fmla="*/ 7 w 52"/>
                  <a:gd name="T95" fmla="*/ 8 h 51"/>
                  <a:gd name="T96" fmla="*/ 6 w 52"/>
                  <a:gd name="T97" fmla="*/ 12 h 51"/>
                  <a:gd name="T98" fmla="*/ 22 w 52"/>
                  <a:gd name="T99" fmla="*/ 11 h 51"/>
                  <a:gd name="T100" fmla="*/ 40 w 52"/>
                  <a:gd name="T101" fmla="*/ 21 h 51"/>
                  <a:gd name="T102" fmla="*/ 31 w 52"/>
                  <a:gd name="T103" fmla="*/ 40 h 51"/>
                  <a:gd name="T104" fmla="*/ 12 w 52"/>
                  <a:gd name="T105" fmla="*/ 30 h 51"/>
                  <a:gd name="T106" fmla="*/ 22 w 52"/>
                  <a:gd name="T107" fmla="*/ 1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2" h="51">
                    <a:moveTo>
                      <a:pt x="6" y="12"/>
                    </a:moveTo>
                    <a:cubicBezTo>
                      <a:pt x="7" y="13"/>
                      <a:pt x="7" y="16"/>
                      <a:pt x="7" y="16"/>
                    </a:cubicBezTo>
                    <a:cubicBezTo>
                      <a:pt x="7" y="17"/>
                      <a:pt x="5" y="18"/>
                      <a:pt x="4" y="17"/>
                    </a:cubicBezTo>
                    <a:cubicBezTo>
                      <a:pt x="3" y="17"/>
                      <a:pt x="1" y="18"/>
                      <a:pt x="1" y="20"/>
                    </a:cubicBezTo>
                    <a:cubicBezTo>
                      <a:pt x="0" y="22"/>
                      <a:pt x="1" y="24"/>
                      <a:pt x="3" y="24"/>
                    </a:cubicBezTo>
                    <a:cubicBezTo>
                      <a:pt x="4" y="24"/>
                      <a:pt x="5" y="26"/>
                      <a:pt x="5" y="27"/>
                    </a:cubicBezTo>
                    <a:cubicBezTo>
                      <a:pt x="5" y="28"/>
                      <a:pt x="4" y="29"/>
                      <a:pt x="3" y="29"/>
                    </a:cubicBezTo>
                    <a:cubicBezTo>
                      <a:pt x="1" y="30"/>
                      <a:pt x="1" y="32"/>
                      <a:pt x="1" y="33"/>
                    </a:cubicBezTo>
                    <a:cubicBezTo>
                      <a:pt x="2" y="35"/>
                      <a:pt x="4" y="36"/>
                      <a:pt x="5" y="36"/>
                    </a:cubicBezTo>
                    <a:cubicBezTo>
                      <a:pt x="6" y="36"/>
                      <a:pt x="8" y="36"/>
                      <a:pt x="8" y="36"/>
                    </a:cubicBezTo>
                    <a:cubicBezTo>
                      <a:pt x="8" y="37"/>
                      <a:pt x="9" y="40"/>
                      <a:pt x="8" y="41"/>
                    </a:cubicBezTo>
                    <a:cubicBezTo>
                      <a:pt x="7" y="42"/>
                      <a:pt x="7" y="43"/>
                      <a:pt x="9" y="45"/>
                    </a:cubicBezTo>
                    <a:cubicBezTo>
                      <a:pt x="10" y="46"/>
                      <a:pt x="12" y="46"/>
                      <a:pt x="13" y="45"/>
                    </a:cubicBezTo>
                    <a:cubicBezTo>
                      <a:pt x="14" y="44"/>
                      <a:pt x="16" y="44"/>
                      <a:pt x="17" y="45"/>
                    </a:cubicBezTo>
                    <a:cubicBezTo>
                      <a:pt x="18" y="45"/>
                      <a:pt x="18" y="46"/>
                      <a:pt x="18" y="48"/>
                    </a:cubicBezTo>
                    <a:cubicBezTo>
                      <a:pt x="18" y="49"/>
                      <a:pt x="19" y="50"/>
                      <a:pt x="21" y="51"/>
                    </a:cubicBezTo>
                    <a:cubicBezTo>
                      <a:pt x="22" y="51"/>
                      <a:pt x="24" y="50"/>
                      <a:pt x="25" y="49"/>
                    </a:cubicBezTo>
                    <a:cubicBezTo>
                      <a:pt x="25" y="48"/>
                      <a:pt x="27" y="47"/>
                      <a:pt x="28" y="47"/>
                    </a:cubicBezTo>
                    <a:cubicBezTo>
                      <a:pt x="29" y="47"/>
                      <a:pt x="30" y="48"/>
                      <a:pt x="30" y="49"/>
                    </a:cubicBezTo>
                    <a:cubicBezTo>
                      <a:pt x="30" y="50"/>
                      <a:pt x="32" y="51"/>
                      <a:pt x="34" y="50"/>
                    </a:cubicBezTo>
                    <a:cubicBezTo>
                      <a:pt x="36" y="50"/>
                      <a:pt x="37" y="48"/>
                      <a:pt x="37" y="47"/>
                    </a:cubicBezTo>
                    <a:cubicBezTo>
                      <a:pt x="36" y="45"/>
                      <a:pt x="38" y="43"/>
                      <a:pt x="38" y="43"/>
                    </a:cubicBezTo>
                    <a:cubicBezTo>
                      <a:pt x="39" y="42"/>
                      <a:pt x="40" y="43"/>
                      <a:pt x="41" y="44"/>
                    </a:cubicBezTo>
                    <a:cubicBezTo>
                      <a:pt x="42" y="45"/>
                      <a:pt x="44" y="44"/>
                      <a:pt x="45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8"/>
                      <a:pt x="45" y="35"/>
                      <a:pt x="45" y="35"/>
                    </a:cubicBezTo>
                    <a:cubicBezTo>
                      <a:pt x="46" y="34"/>
                      <a:pt x="47" y="34"/>
                      <a:pt x="48" y="34"/>
                    </a:cubicBezTo>
                    <a:cubicBezTo>
                      <a:pt x="50" y="34"/>
                      <a:pt x="51" y="33"/>
                      <a:pt x="51" y="31"/>
                    </a:cubicBezTo>
                    <a:cubicBezTo>
                      <a:pt x="52" y="29"/>
                      <a:pt x="51" y="27"/>
                      <a:pt x="50" y="27"/>
                    </a:cubicBezTo>
                    <a:cubicBezTo>
                      <a:pt x="48" y="27"/>
                      <a:pt x="47" y="25"/>
                      <a:pt x="47" y="24"/>
                    </a:cubicBezTo>
                    <a:cubicBezTo>
                      <a:pt x="47" y="23"/>
                      <a:pt x="48" y="22"/>
                      <a:pt x="49" y="22"/>
                    </a:cubicBezTo>
                    <a:cubicBezTo>
                      <a:pt x="51" y="21"/>
                      <a:pt x="51" y="19"/>
                      <a:pt x="51" y="18"/>
                    </a:cubicBezTo>
                    <a:cubicBezTo>
                      <a:pt x="50" y="16"/>
                      <a:pt x="49" y="15"/>
                      <a:pt x="47" y="15"/>
                    </a:cubicBezTo>
                    <a:cubicBezTo>
                      <a:pt x="46" y="16"/>
                      <a:pt x="44" y="14"/>
                      <a:pt x="44" y="13"/>
                    </a:cubicBezTo>
                    <a:cubicBezTo>
                      <a:pt x="43" y="13"/>
                      <a:pt x="43" y="11"/>
                      <a:pt x="44" y="10"/>
                    </a:cubicBezTo>
                    <a:cubicBezTo>
                      <a:pt x="45" y="9"/>
                      <a:pt x="45" y="8"/>
                      <a:pt x="43" y="6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8" y="7"/>
                      <a:pt x="36" y="7"/>
                      <a:pt x="35" y="6"/>
                    </a:cubicBezTo>
                    <a:cubicBezTo>
                      <a:pt x="34" y="6"/>
                      <a:pt x="34" y="5"/>
                      <a:pt x="34" y="3"/>
                    </a:cubicBezTo>
                    <a:cubicBezTo>
                      <a:pt x="35" y="2"/>
                      <a:pt x="33" y="1"/>
                      <a:pt x="32" y="0"/>
                    </a:cubicBezTo>
                    <a:cubicBezTo>
                      <a:pt x="30" y="0"/>
                      <a:pt x="28" y="1"/>
                      <a:pt x="28" y="2"/>
                    </a:cubicBezTo>
                    <a:cubicBezTo>
                      <a:pt x="27" y="3"/>
                      <a:pt x="25" y="4"/>
                      <a:pt x="24" y="4"/>
                    </a:cubicBezTo>
                    <a:cubicBezTo>
                      <a:pt x="24" y="4"/>
                      <a:pt x="23" y="3"/>
                      <a:pt x="22" y="2"/>
                    </a:cubicBezTo>
                    <a:cubicBezTo>
                      <a:pt x="22" y="1"/>
                      <a:pt x="20" y="0"/>
                      <a:pt x="18" y="1"/>
                    </a:cubicBezTo>
                    <a:cubicBezTo>
                      <a:pt x="16" y="1"/>
                      <a:pt x="15" y="3"/>
                      <a:pt x="16" y="4"/>
                    </a:cubicBezTo>
                    <a:cubicBezTo>
                      <a:pt x="16" y="6"/>
                      <a:pt x="15" y="8"/>
                      <a:pt x="14" y="8"/>
                    </a:cubicBezTo>
                    <a:cubicBezTo>
                      <a:pt x="13" y="9"/>
                      <a:pt x="12" y="8"/>
                      <a:pt x="11" y="7"/>
                    </a:cubicBezTo>
                    <a:cubicBezTo>
                      <a:pt x="10" y="6"/>
                      <a:pt x="8" y="7"/>
                      <a:pt x="7" y="8"/>
                    </a:cubicBezTo>
                    <a:cubicBezTo>
                      <a:pt x="6" y="10"/>
                      <a:pt x="5" y="11"/>
                      <a:pt x="6" y="12"/>
                    </a:cubicBezTo>
                    <a:close/>
                    <a:moveTo>
                      <a:pt x="22" y="11"/>
                    </a:moveTo>
                    <a:cubicBezTo>
                      <a:pt x="29" y="9"/>
                      <a:pt x="38" y="13"/>
                      <a:pt x="40" y="21"/>
                    </a:cubicBezTo>
                    <a:cubicBezTo>
                      <a:pt x="43" y="29"/>
                      <a:pt x="38" y="37"/>
                      <a:pt x="31" y="40"/>
                    </a:cubicBezTo>
                    <a:cubicBezTo>
                      <a:pt x="23" y="42"/>
                      <a:pt x="14" y="38"/>
                      <a:pt x="12" y="30"/>
                    </a:cubicBezTo>
                    <a:cubicBezTo>
                      <a:pt x="9" y="22"/>
                      <a:pt x="14" y="14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Freeform 14"/>
              <p:cNvSpPr>
                <a:spLocks noEditPoints="1"/>
              </p:cNvSpPr>
              <p:nvPr/>
            </p:nvSpPr>
            <p:spPr bwMode="auto">
              <a:xfrm>
                <a:off x="4842" y="2116"/>
                <a:ext cx="163" cy="168"/>
              </a:xfrm>
              <a:custGeom>
                <a:avLst/>
                <a:gdLst>
                  <a:gd name="T0" fmla="*/ 4 w 39"/>
                  <a:gd name="T1" fmla="*/ 10 h 40"/>
                  <a:gd name="T2" fmla="*/ 5 w 39"/>
                  <a:gd name="T3" fmla="*/ 13 h 40"/>
                  <a:gd name="T4" fmla="*/ 2 w 39"/>
                  <a:gd name="T5" fmla="*/ 13 h 40"/>
                  <a:gd name="T6" fmla="*/ 0 w 39"/>
                  <a:gd name="T7" fmla="*/ 16 h 40"/>
                  <a:gd name="T8" fmla="*/ 1 w 39"/>
                  <a:gd name="T9" fmla="*/ 19 h 40"/>
                  <a:gd name="T10" fmla="*/ 3 w 39"/>
                  <a:gd name="T11" fmla="*/ 21 h 40"/>
                  <a:gd name="T12" fmla="*/ 2 w 39"/>
                  <a:gd name="T13" fmla="*/ 23 h 40"/>
                  <a:gd name="T14" fmla="*/ 1 w 39"/>
                  <a:gd name="T15" fmla="*/ 26 h 40"/>
                  <a:gd name="T16" fmla="*/ 3 w 39"/>
                  <a:gd name="T17" fmla="*/ 28 h 40"/>
                  <a:gd name="T18" fmla="*/ 5 w 39"/>
                  <a:gd name="T19" fmla="*/ 28 h 40"/>
                  <a:gd name="T20" fmla="*/ 5 w 39"/>
                  <a:gd name="T21" fmla="*/ 31 h 40"/>
                  <a:gd name="T22" fmla="*/ 6 w 39"/>
                  <a:gd name="T23" fmla="*/ 35 h 40"/>
                  <a:gd name="T24" fmla="*/ 9 w 39"/>
                  <a:gd name="T25" fmla="*/ 35 h 40"/>
                  <a:gd name="T26" fmla="*/ 13 w 39"/>
                  <a:gd name="T27" fmla="*/ 34 h 40"/>
                  <a:gd name="T28" fmla="*/ 13 w 39"/>
                  <a:gd name="T29" fmla="*/ 37 h 40"/>
                  <a:gd name="T30" fmla="*/ 15 w 39"/>
                  <a:gd name="T31" fmla="*/ 39 h 40"/>
                  <a:gd name="T32" fmla="*/ 18 w 39"/>
                  <a:gd name="T33" fmla="*/ 38 h 40"/>
                  <a:gd name="T34" fmla="*/ 21 w 39"/>
                  <a:gd name="T35" fmla="*/ 36 h 40"/>
                  <a:gd name="T36" fmla="*/ 22 w 39"/>
                  <a:gd name="T37" fmla="*/ 38 h 40"/>
                  <a:gd name="T38" fmla="*/ 26 w 39"/>
                  <a:gd name="T39" fmla="*/ 39 h 40"/>
                  <a:gd name="T40" fmla="*/ 27 w 39"/>
                  <a:gd name="T41" fmla="*/ 36 h 40"/>
                  <a:gd name="T42" fmla="*/ 29 w 39"/>
                  <a:gd name="T43" fmla="*/ 33 h 40"/>
                  <a:gd name="T44" fmla="*/ 31 w 39"/>
                  <a:gd name="T45" fmla="*/ 34 h 40"/>
                  <a:gd name="T46" fmla="*/ 34 w 39"/>
                  <a:gd name="T47" fmla="*/ 33 h 40"/>
                  <a:gd name="T48" fmla="*/ 35 w 39"/>
                  <a:gd name="T49" fmla="*/ 30 h 40"/>
                  <a:gd name="T50" fmla="*/ 34 w 39"/>
                  <a:gd name="T51" fmla="*/ 27 h 40"/>
                  <a:gd name="T52" fmla="*/ 36 w 39"/>
                  <a:gd name="T53" fmla="*/ 26 h 40"/>
                  <a:gd name="T54" fmla="*/ 39 w 39"/>
                  <a:gd name="T55" fmla="*/ 24 h 40"/>
                  <a:gd name="T56" fmla="*/ 38 w 39"/>
                  <a:gd name="T57" fmla="*/ 21 h 40"/>
                  <a:gd name="T58" fmla="*/ 36 w 39"/>
                  <a:gd name="T59" fmla="*/ 18 h 40"/>
                  <a:gd name="T60" fmla="*/ 37 w 39"/>
                  <a:gd name="T61" fmla="*/ 17 h 40"/>
                  <a:gd name="T62" fmla="*/ 38 w 39"/>
                  <a:gd name="T63" fmla="*/ 14 h 40"/>
                  <a:gd name="T64" fmla="*/ 36 w 39"/>
                  <a:gd name="T65" fmla="*/ 12 h 40"/>
                  <a:gd name="T66" fmla="*/ 33 w 39"/>
                  <a:gd name="T67" fmla="*/ 10 h 40"/>
                  <a:gd name="T68" fmla="*/ 33 w 39"/>
                  <a:gd name="T69" fmla="*/ 8 h 40"/>
                  <a:gd name="T70" fmla="*/ 33 w 39"/>
                  <a:gd name="T71" fmla="*/ 5 h 40"/>
                  <a:gd name="T72" fmla="*/ 30 w 39"/>
                  <a:gd name="T73" fmla="*/ 5 h 40"/>
                  <a:gd name="T74" fmla="*/ 26 w 39"/>
                  <a:gd name="T75" fmla="*/ 5 h 40"/>
                  <a:gd name="T76" fmla="*/ 26 w 39"/>
                  <a:gd name="T77" fmla="*/ 3 h 40"/>
                  <a:gd name="T78" fmla="*/ 24 w 39"/>
                  <a:gd name="T79" fmla="*/ 0 h 40"/>
                  <a:gd name="T80" fmla="*/ 21 w 39"/>
                  <a:gd name="T81" fmla="*/ 2 h 40"/>
                  <a:gd name="T82" fmla="*/ 18 w 39"/>
                  <a:gd name="T83" fmla="*/ 4 h 40"/>
                  <a:gd name="T84" fmla="*/ 16 w 39"/>
                  <a:gd name="T85" fmla="*/ 2 h 40"/>
                  <a:gd name="T86" fmla="*/ 13 w 39"/>
                  <a:gd name="T87" fmla="*/ 1 h 40"/>
                  <a:gd name="T88" fmla="*/ 11 w 39"/>
                  <a:gd name="T89" fmla="*/ 3 h 40"/>
                  <a:gd name="T90" fmla="*/ 10 w 39"/>
                  <a:gd name="T91" fmla="*/ 6 h 40"/>
                  <a:gd name="T92" fmla="*/ 8 w 39"/>
                  <a:gd name="T93" fmla="*/ 6 h 40"/>
                  <a:gd name="T94" fmla="*/ 5 w 39"/>
                  <a:gd name="T95" fmla="*/ 6 h 40"/>
                  <a:gd name="T96" fmla="*/ 4 w 39"/>
                  <a:gd name="T97" fmla="*/ 10 h 40"/>
                  <a:gd name="T98" fmla="*/ 16 w 39"/>
                  <a:gd name="T99" fmla="*/ 9 h 40"/>
                  <a:gd name="T100" fmla="*/ 30 w 39"/>
                  <a:gd name="T101" fmla="*/ 16 h 40"/>
                  <a:gd name="T102" fmla="*/ 23 w 39"/>
                  <a:gd name="T103" fmla="*/ 31 h 40"/>
                  <a:gd name="T104" fmla="*/ 9 w 39"/>
                  <a:gd name="T105" fmla="*/ 23 h 40"/>
                  <a:gd name="T106" fmla="*/ 16 w 39"/>
                  <a:gd name="T107" fmla="*/ 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0">
                    <a:moveTo>
                      <a:pt x="4" y="10"/>
                    </a:moveTo>
                    <a:cubicBezTo>
                      <a:pt x="5" y="10"/>
                      <a:pt x="5" y="12"/>
                      <a:pt x="5" y="13"/>
                    </a:cubicBezTo>
                    <a:cubicBezTo>
                      <a:pt x="4" y="13"/>
                      <a:pt x="3" y="14"/>
                      <a:pt x="2" y="13"/>
                    </a:cubicBezTo>
                    <a:cubicBezTo>
                      <a:pt x="1" y="13"/>
                      <a:pt x="0" y="14"/>
                      <a:pt x="0" y="16"/>
                    </a:cubicBezTo>
                    <a:cubicBezTo>
                      <a:pt x="0" y="17"/>
                      <a:pt x="0" y="18"/>
                      <a:pt x="1" y="19"/>
                    </a:cubicBezTo>
                    <a:cubicBezTo>
                      <a:pt x="2" y="19"/>
                      <a:pt x="3" y="20"/>
                      <a:pt x="3" y="21"/>
                    </a:cubicBezTo>
                    <a:cubicBezTo>
                      <a:pt x="3" y="22"/>
                      <a:pt x="3" y="22"/>
                      <a:pt x="2" y="23"/>
                    </a:cubicBezTo>
                    <a:cubicBezTo>
                      <a:pt x="1" y="23"/>
                      <a:pt x="0" y="24"/>
                      <a:pt x="1" y="26"/>
                    </a:cubicBezTo>
                    <a:cubicBezTo>
                      <a:pt x="1" y="27"/>
                      <a:pt x="2" y="28"/>
                      <a:pt x="3" y="28"/>
                    </a:cubicBezTo>
                    <a:cubicBezTo>
                      <a:pt x="4" y="27"/>
                      <a:pt x="5" y="28"/>
                      <a:pt x="5" y="28"/>
                    </a:cubicBezTo>
                    <a:cubicBezTo>
                      <a:pt x="6" y="29"/>
                      <a:pt x="6" y="31"/>
                      <a:pt x="5" y="31"/>
                    </a:cubicBezTo>
                    <a:cubicBezTo>
                      <a:pt x="5" y="32"/>
                      <a:pt x="5" y="34"/>
                      <a:pt x="6" y="35"/>
                    </a:cubicBezTo>
                    <a:cubicBezTo>
                      <a:pt x="7" y="35"/>
                      <a:pt x="9" y="36"/>
                      <a:pt x="9" y="35"/>
                    </a:cubicBezTo>
                    <a:cubicBezTo>
                      <a:pt x="10" y="34"/>
                      <a:pt x="12" y="34"/>
                      <a:pt x="13" y="34"/>
                    </a:cubicBezTo>
                    <a:cubicBezTo>
                      <a:pt x="13" y="35"/>
                      <a:pt x="13" y="36"/>
                      <a:pt x="13" y="37"/>
                    </a:cubicBezTo>
                    <a:cubicBezTo>
                      <a:pt x="13" y="38"/>
                      <a:pt x="14" y="39"/>
                      <a:pt x="15" y="39"/>
                    </a:cubicBezTo>
                    <a:cubicBezTo>
                      <a:pt x="17" y="40"/>
                      <a:pt x="18" y="39"/>
                      <a:pt x="18" y="38"/>
                    </a:cubicBezTo>
                    <a:cubicBezTo>
                      <a:pt x="18" y="37"/>
                      <a:pt x="20" y="36"/>
                      <a:pt x="21" y="36"/>
                    </a:cubicBezTo>
                    <a:cubicBezTo>
                      <a:pt x="21" y="36"/>
                      <a:pt x="22" y="37"/>
                      <a:pt x="22" y="38"/>
                    </a:cubicBezTo>
                    <a:cubicBezTo>
                      <a:pt x="23" y="39"/>
                      <a:pt x="24" y="39"/>
                      <a:pt x="26" y="39"/>
                    </a:cubicBezTo>
                    <a:cubicBezTo>
                      <a:pt x="27" y="38"/>
                      <a:pt x="28" y="37"/>
                      <a:pt x="27" y="36"/>
                    </a:cubicBezTo>
                    <a:cubicBezTo>
                      <a:pt x="27" y="35"/>
                      <a:pt x="28" y="33"/>
                      <a:pt x="29" y="33"/>
                    </a:cubicBezTo>
                    <a:cubicBezTo>
                      <a:pt x="29" y="33"/>
                      <a:pt x="30" y="33"/>
                      <a:pt x="31" y="34"/>
                    </a:cubicBezTo>
                    <a:cubicBezTo>
                      <a:pt x="32" y="34"/>
                      <a:pt x="33" y="34"/>
                      <a:pt x="34" y="33"/>
                    </a:cubicBezTo>
                    <a:cubicBezTo>
                      <a:pt x="35" y="32"/>
                      <a:pt x="35" y="31"/>
                      <a:pt x="35" y="30"/>
                    </a:cubicBezTo>
                    <a:cubicBezTo>
                      <a:pt x="34" y="29"/>
                      <a:pt x="34" y="27"/>
                      <a:pt x="34" y="27"/>
                    </a:cubicBezTo>
                    <a:cubicBezTo>
                      <a:pt x="34" y="26"/>
                      <a:pt x="35" y="26"/>
                      <a:pt x="36" y="26"/>
                    </a:cubicBezTo>
                    <a:cubicBezTo>
                      <a:pt x="38" y="26"/>
                      <a:pt x="39" y="25"/>
                      <a:pt x="39" y="24"/>
                    </a:cubicBezTo>
                    <a:cubicBezTo>
                      <a:pt x="39" y="23"/>
                      <a:pt x="39" y="21"/>
                      <a:pt x="38" y="21"/>
                    </a:cubicBezTo>
                    <a:cubicBezTo>
                      <a:pt x="37" y="21"/>
                      <a:pt x="36" y="19"/>
                      <a:pt x="36" y="18"/>
                    </a:cubicBezTo>
                    <a:cubicBezTo>
                      <a:pt x="36" y="18"/>
                      <a:pt x="36" y="17"/>
                      <a:pt x="37" y="17"/>
                    </a:cubicBezTo>
                    <a:cubicBezTo>
                      <a:pt x="38" y="16"/>
                      <a:pt x="39" y="15"/>
                      <a:pt x="38" y="14"/>
                    </a:cubicBezTo>
                    <a:cubicBezTo>
                      <a:pt x="38" y="12"/>
                      <a:pt x="37" y="11"/>
                      <a:pt x="36" y="12"/>
                    </a:cubicBezTo>
                    <a:cubicBezTo>
                      <a:pt x="35" y="12"/>
                      <a:pt x="33" y="11"/>
                      <a:pt x="33" y="10"/>
                    </a:cubicBezTo>
                    <a:cubicBezTo>
                      <a:pt x="32" y="10"/>
                      <a:pt x="33" y="9"/>
                      <a:pt x="33" y="8"/>
                    </a:cubicBezTo>
                    <a:cubicBezTo>
                      <a:pt x="34" y="7"/>
                      <a:pt x="34" y="6"/>
                      <a:pt x="33" y="5"/>
                    </a:cubicBezTo>
                    <a:cubicBezTo>
                      <a:pt x="32" y="4"/>
                      <a:pt x="30" y="4"/>
                      <a:pt x="30" y="5"/>
                    </a:cubicBezTo>
                    <a:cubicBezTo>
                      <a:pt x="29" y="5"/>
                      <a:pt x="27" y="5"/>
                      <a:pt x="26" y="5"/>
                    </a:cubicBezTo>
                    <a:cubicBezTo>
                      <a:pt x="26" y="5"/>
                      <a:pt x="26" y="4"/>
                      <a:pt x="26" y="3"/>
                    </a:cubicBezTo>
                    <a:cubicBezTo>
                      <a:pt x="26" y="2"/>
                      <a:pt x="25" y="1"/>
                      <a:pt x="24" y="0"/>
                    </a:cubicBezTo>
                    <a:cubicBezTo>
                      <a:pt x="22" y="0"/>
                      <a:pt x="21" y="1"/>
                      <a:pt x="21" y="2"/>
                    </a:cubicBezTo>
                    <a:cubicBezTo>
                      <a:pt x="20" y="3"/>
                      <a:pt x="19" y="3"/>
                      <a:pt x="18" y="4"/>
                    </a:cubicBezTo>
                    <a:cubicBezTo>
                      <a:pt x="18" y="4"/>
                      <a:pt x="17" y="3"/>
                      <a:pt x="16" y="2"/>
                    </a:cubicBezTo>
                    <a:cubicBezTo>
                      <a:pt x="16" y="1"/>
                      <a:pt x="15" y="0"/>
                      <a:pt x="13" y="1"/>
                    </a:cubicBezTo>
                    <a:cubicBezTo>
                      <a:pt x="12" y="1"/>
                      <a:pt x="11" y="2"/>
                      <a:pt x="11" y="3"/>
                    </a:cubicBezTo>
                    <a:cubicBezTo>
                      <a:pt x="12" y="4"/>
                      <a:pt x="11" y="6"/>
                      <a:pt x="10" y="6"/>
                    </a:cubicBezTo>
                    <a:cubicBezTo>
                      <a:pt x="10" y="7"/>
                      <a:pt x="9" y="6"/>
                      <a:pt x="8" y="6"/>
                    </a:cubicBezTo>
                    <a:cubicBezTo>
                      <a:pt x="7" y="5"/>
                      <a:pt x="6" y="5"/>
                      <a:pt x="5" y="6"/>
                    </a:cubicBezTo>
                    <a:cubicBezTo>
                      <a:pt x="4" y="7"/>
                      <a:pt x="4" y="9"/>
                      <a:pt x="4" y="10"/>
                    </a:cubicBezTo>
                    <a:close/>
                    <a:moveTo>
                      <a:pt x="16" y="9"/>
                    </a:moveTo>
                    <a:cubicBezTo>
                      <a:pt x="22" y="7"/>
                      <a:pt x="28" y="10"/>
                      <a:pt x="30" y="16"/>
                    </a:cubicBezTo>
                    <a:cubicBezTo>
                      <a:pt x="32" y="22"/>
                      <a:pt x="29" y="29"/>
                      <a:pt x="23" y="31"/>
                    </a:cubicBezTo>
                    <a:cubicBezTo>
                      <a:pt x="17" y="33"/>
                      <a:pt x="11" y="29"/>
                      <a:pt x="9" y="23"/>
                    </a:cubicBezTo>
                    <a:cubicBezTo>
                      <a:pt x="7" y="17"/>
                      <a:pt x="10" y="11"/>
                      <a:pt x="16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42019" name="组合 195"/>
          <p:cNvGrpSpPr/>
          <p:nvPr/>
        </p:nvGrpSpPr>
        <p:grpSpPr>
          <a:xfrm>
            <a:off x="5170488" y="1533525"/>
            <a:ext cx="2530475" cy="296863"/>
            <a:chOff x="6695188" y="1240450"/>
            <a:chExt cx="3373321" cy="396581"/>
          </a:xfrm>
        </p:grpSpPr>
        <p:sp>
          <p:nvSpPr>
            <p:cNvPr id="17" name="任意多边形 196"/>
            <p:cNvSpPr/>
            <p:nvPr/>
          </p:nvSpPr>
          <p:spPr>
            <a:xfrm flipH="1">
              <a:off x="6805380" y="1279566"/>
              <a:ext cx="3263129" cy="357465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18" name="椭圆 197"/>
            <p:cNvSpPr/>
            <p:nvPr/>
          </p:nvSpPr>
          <p:spPr>
            <a:xfrm>
              <a:off x="6695188" y="1240450"/>
              <a:ext cx="73471" cy="7347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2022" name="组合 198"/>
          <p:cNvGrpSpPr/>
          <p:nvPr/>
        </p:nvGrpSpPr>
        <p:grpSpPr>
          <a:xfrm>
            <a:off x="6726238" y="3149600"/>
            <a:ext cx="1003300" cy="292100"/>
            <a:chOff x="8768868" y="3396198"/>
            <a:chExt cx="1337742" cy="388856"/>
          </a:xfrm>
        </p:grpSpPr>
        <p:sp>
          <p:nvSpPr>
            <p:cNvPr id="20" name="任意多边形 199"/>
            <p:cNvSpPr/>
            <p:nvPr/>
          </p:nvSpPr>
          <p:spPr>
            <a:xfrm flipH="1">
              <a:off x="8857283" y="3427589"/>
              <a:ext cx="1249327" cy="357465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21" name="椭圆 200"/>
            <p:cNvSpPr/>
            <p:nvPr/>
          </p:nvSpPr>
          <p:spPr>
            <a:xfrm>
              <a:off x="8768868" y="3396198"/>
              <a:ext cx="73471" cy="7347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2025" name="组合 204"/>
          <p:cNvGrpSpPr/>
          <p:nvPr/>
        </p:nvGrpSpPr>
        <p:grpSpPr>
          <a:xfrm>
            <a:off x="1446213" y="2908300"/>
            <a:ext cx="1006475" cy="296863"/>
            <a:chOff x="1730656" y="3075164"/>
            <a:chExt cx="1342196" cy="394837"/>
          </a:xfrm>
        </p:grpSpPr>
        <p:sp>
          <p:nvSpPr>
            <p:cNvPr id="206" name="任意多边形 205"/>
            <p:cNvSpPr/>
            <p:nvPr/>
          </p:nvSpPr>
          <p:spPr>
            <a:xfrm flipV="1">
              <a:off x="1730656" y="3075164"/>
              <a:ext cx="1249327" cy="357465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23" name="椭圆 206"/>
            <p:cNvSpPr/>
            <p:nvPr/>
          </p:nvSpPr>
          <p:spPr>
            <a:xfrm>
              <a:off x="2999381" y="3396530"/>
              <a:ext cx="73471" cy="7347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2028" name="组合 210"/>
          <p:cNvGrpSpPr/>
          <p:nvPr/>
        </p:nvGrpSpPr>
        <p:grpSpPr>
          <a:xfrm>
            <a:off x="441325" y="2012950"/>
            <a:ext cx="2011363" cy="681038"/>
            <a:chOff x="970302" y="3933850"/>
            <a:chExt cx="2682025" cy="906266"/>
          </a:xfrm>
        </p:grpSpPr>
        <p:sp>
          <p:nvSpPr>
            <p:cNvPr id="42029" name="文本框 126"/>
            <p:cNvSpPr txBox="1"/>
            <p:nvPr/>
          </p:nvSpPr>
          <p:spPr>
            <a:xfrm>
              <a:off x="970302" y="3933850"/>
              <a:ext cx="2682025" cy="429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E87071"/>
                  </a:solidFill>
                  <a:latin typeface="方正正中黑简体" pitchFamily="2" charset="-122"/>
                  <a:ea typeface="方正正中黑简体" pitchFamily="2" charset="-122"/>
                </a:rPr>
                <a:t>可用性误告警的杜绝</a:t>
              </a:r>
              <a:endParaRPr lang="zh-CN" altLang="en-US" sz="1500" dirty="0">
                <a:solidFill>
                  <a:srgbClr val="E87071"/>
                </a:solidFill>
                <a:latin typeface="方正正中黑简体" pitchFamily="2" charset="-122"/>
                <a:ea typeface="方正正中黑简体" pitchFamily="2" charset="-122"/>
              </a:endParaRPr>
            </a:p>
          </p:txBody>
        </p:sp>
        <p:sp>
          <p:nvSpPr>
            <p:cNvPr id="42030" name="矩形 47"/>
            <p:cNvSpPr/>
            <p:nvPr/>
          </p:nvSpPr>
          <p:spPr>
            <a:xfrm>
              <a:off x="1054646" y="4293890"/>
              <a:ext cx="2160556" cy="5462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51430" tIns="25715" rIns="51430" bIns="25715" anchor="t">
              <a:spAutoFit/>
            </a:bodyPr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多维度判断条件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更可靠的架构方案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2031" name="组合 213"/>
          <p:cNvGrpSpPr/>
          <p:nvPr/>
        </p:nvGrpSpPr>
        <p:grpSpPr>
          <a:xfrm>
            <a:off x="6969125" y="1862138"/>
            <a:ext cx="2011363" cy="876300"/>
            <a:chOff x="9093593" y="1679425"/>
            <a:chExt cx="2682025" cy="1168105"/>
          </a:xfrm>
        </p:grpSpPr>
        <p:sp>
          <p:nvSpPr>
            <p:cNvPr id="42032" name="文本框 130"/>
            <p:cNvSpPr txBox="1"/>
            <p:nvPr/>
          </p:nvSpPr>
          <p:spPr>
            <a:xfrm>
              <a:off x="9093593" y="1679425"/>
              <a:ext cx="2682025" cy="429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FFB850"/>
                  </a:solidFill>
                  <a:latin typeface="方正正中黑简体" pitchFamily="2" charset="-122"/>
                  <a:ea typeface="方正正中黑简体" pitchFamily="2" charset="-122"/>
                </a:rPr>
                <a:t>管理节点远程巡检</a:t>
              </a:r>
              <a:endParaRPr lang="zh-CN" altLang="en-US" sz="1500" dirty="0">
                <a:solidFill>
                  <a:srgbClr val="FFB850"/>
                </a:solidFill>
                <a:latin typeface="方正正中黑简体" pitchFamily="2" charset="-122"/>
                <a:ea typeface="方正正中黑简体" pitchFamily="2" charset="-122"/>
              </a:endParaRPr>
            </a:p>
          </p:txBody>
        </p:sp>
        <p:sp>
          <p:nvSpPr>
            <p:cNvPr id="42033" name="矩形 47"/>
            <p:cNvSpPr/>
            <p:nvPr/>
          </p:nvSpPr>
          <p:spPr>
            <a:xfrm>
              <a:off x="9119542" y="2061642"/>
              <a:ext cx="2160556" cy="785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51430" tIns="25715" rIns="51430" bIns="25715" anchor="t">
              <a:spAutoFit/>
            </a:bodyPr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更全面的检查指标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更规范的检查流程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更多的客户实践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2034" name="组合 216"/>
          <p:cNvGrpSpPr/>
          <p:nvPr/>
        </p:nvGrpSpPr>
        <p:grpSpPr>
          <a:xfrm>
            <a:off x="6969125" y="3452813"/>
            <a:ext cx="2011363" cy="1030287"/>
            <a:chOff x="9093593" y="3801247"/>
            <a:chExt cx="2682025" cy="1373330"/>
          </a:xfrm>
        </p:grpSpPr>
        <p:sp>
          <p:nvSpPr>
            <p:cNvPr id="42035" name="文本框 122"/>
            <p:cNvSpPr txBox="1"/>
            <p:nvPr/>
          </p:nvSpPr>
          <p:spPr>
            <a:xfrm>
              <a:off x="9093593" y="3801247"/>
              <a:ext cx="2682025" cy="429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663A77"/>
                  </a:solidFill>
                  <a:latin typeface="方正正中黑简体" pitchFamily="2" charset="-122"/>
                  <a:ea typeface="方正正中黑简体" pitchFamily="2" charset="-122"/>
                </a:rPr>
                <a:t>监控告警的梳理重构</a:t>
              </a:r>
              <a:endParaRPr lang="zh-CN" altLang="en-US" sz="1500" dirty="0">
                <a:solidFill>
                  <a:srgbClr val="663A77"/>
                </a:solidFill>
                <a:latin typeface="方正正中黑简体" pitchFamily="2" charset="-122"/>
                <a:ea typeface="方正正中黑简体" pitchFamily="2" charset="-122"/>
              </a:endParaRPr>
            </a:p>
          </p:txBody>
        </p:sp>
        <p:sp>
          <p:nvSpPr>
            <p:cNvPr id="42036" name="矩形 47"/>
            <p:cNvSpPr/>
            <p:nvPr/>
          </p:nvSpPr>
          <p:spPr>
            <a:xfrm>
              <a:off x="9119542" y="4149874"/>
              <a:ext cx="2160556" cy="10247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51430" tIns="25715" rIns="51430" bIns="25715" anchor="t">
              <a:spAutoFit/>
            </a:bodyPr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培养新人尽快熟悉掌握监控告警组件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Char char="•"/>
              </a:pPr>
              <a:r>
                <a:rPr lang="zh-CN" altLang="en-US" sz="9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增加团队内监控告警技术分享</a:t>
              </a:r>
              <a:endParaRPr lang="zh-CN" altLang="en-US" sz="9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2037" name="文本框 118"/>
          <p:cNvSpPr txBox="1"/>
          <p:nvPr/>
        </p:nvSpPr>
        <p:spPr>
          <a:xfrm>
            <a:off x="3951288" y="2690813"/>
            <a:ext cx="1362075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2400" dirty="0">
                <a:solidFill>
                  <a:srgbClr val="01AC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建设方案</a:t>
            </a:r>
            <a:endParaRPr lang="zh-CN" altLang="en-US" sz="2400" dirty="0">
              <a:solidFill>
                <a:srgbClr val="01ACB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038" name="组合 186"/>
          <p:cNvGrpSpPr/>
          <p:nvPr/>
        </p:nvGrpSpPr>
        <p:grpSpPr>
          <a:xfrm>
            <a:off x="2549525" y="2501900"/>
            <a:ext cx="1409700" cy="1754188"/>
            <a:chOff x="5261221" y="4811968"/>
            <a:chExt cx="1877714" cy="2339553"/>
          </a:xfrm>
        </p:grpSpPr>
        <p:grpSp>
          <p:nvGrpSpPr>
            <p:cNvPr id="42039" name="组合 187"/>
            <p:cNvGrpSpPr/>
            <p:nvPr/>
          </p:nvGrpSpPr>
          <p:grpSpPr>
            <a:xfrm>
              <a:off x="5261221" y="4811968"/>
              <a:ext cx="1877714" cy="2339553"/>
              <a:chOff x="7380501" y="2927403"/>
              <a:chExt cx="2311884" cy="2880513"/>
            </a:xfrm>
          </p:grpSpPr>
          <p:sp>
            <p:nvSpPr>
              <p:cNvPr id="27" name="椭圆 50"/>
              <p:cNvSpPr/>
              <p:nvPr/>
            </p:nvSpPr>
            <p:spPr>
              <a:xfrm rot="18900000">
                <a:off x="7501945" y="2927403"/>
                <a:ext cx="2190440" cy="2880513"/>
              </a:xfrm>
              <a:custGeom>
                <a:avLst/>
                <a:gdLst>
                  <a:gd name="connsiteX0" fmla="*/ 0 w 1674495"/>
                  <a:gd name="connsiteY0" fmla="*/ 1035368 h 2070735"/>
                  <a:gd name="connsiteX1" fmla="*/ 837248 w 1674495"/>
                  <a:gd name="connsiteY1" fmla="*/ 0 h 2070735"/>
                  <a:gd name="connsiteX2" fmla="*/ 1674496 w 1674495"/>
                  <a:gd name="connsiteY2" fmla="*/ 1035368 h 2070735"/>
                  <a:gd name="connsiteX3" fmla="*/ 837248 w 1674495"/>
                  <a:gd name="connsiteY3" fmla="*/ 2070736 h 2070735"/>
                  <a:gd name="connsiteX4" fmla="*/ 0 w 1674495"/>
                  <a:gd name="connsiteY4" fmla="*/ 1035368 h 2070735"/>
                  <a:gd name="connsiteX0-1" fmla="*/ 13249 w 1687745"/>
                  <a:gd name="connsiteY0-2" fmla="*/ 1035368 h 2070736"/>
                  <a:gd name="connsiteX1-3" fmla="*/ 850497 w 1687745"/>
                  <a:gd name="connsiteY1-4" fmla="*/ 0 h 2070736"/>
                  <a:gd name="connsiteX2-5" fmla="*/ 1687745 w 1687745"/>
                  <a:gd name="connsiteY2-6" fmla="*/ 1035368 h 2070736"/>
                  <a:gd name="connsiteX3-7" fmla="*/ 850497 w 1687745"/>
                  <a:gd name="connsiteY3-8" fmla="*/ 2070736 h 2070736"/>
                  <a:gd name="connsiteX4-9" fmla="*/ 13249 w 1687745"/>
                  <a:gd name="connsiteY4-10" fmla="*/ 1035368 h 2070736"/>
                  <a:gd name="connsiteX0-11" fmla="*/ 13249 w 1696474"/>
                  <a:gd name="connsiteY0-12" fmla="*/ 1035368 h 2070736"/>
                  <a:gd name="connsiteX1-13" fmla="*/ 850497 w 1696474"/>
                  <a:gd name="connsiteY1-14" fmla="*/ 0 h 2070736"/>
                  <a:gd name="connsiteX2-15" fmla="*/ 1687745 w 1696474"/>
                  <a:gd name="connsiteY2-16" fmla="*/ 1035368 h 2070736"/>
                  <a:gd name="connsiteX3-17" fmla="*/ 850497 w 1696474"/>
                  <a:gd name="connsiteY3-18" fmla="*/ 2070736 h 2070736"/>
                  <a:gd name="connsiteX4-19" fmla="*/ 13249 w 1696474"/>
                  <a:gd name="connsiteY4-20" fmla="*/ 1035368 h 20707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696474" h="2070736">
                    <a:moveTo>
                      <a:pt x="13249" y="1035368"/>
                    </a:moveTo>
                    <a:cubicBezTo>
                      <a:pt x="112309" y="471170"/>
                      <a:pt x="388098" y="0"/>
                      <a:pt x="850497" y="0"/>
                    </a:cubicBezTo>
                    <a:cubicBezTo>
                      <a:pt x="1312896" y="0"/>
                      <a:pt x="1611545" y="478790"/>
                      <a:pt x="1687745" y="1035368"/>
                    </a:cubicBezTo>
                    <a:cubicBezTo>
                      <a:pt x="1765308" y="1601901"/>
                      <a:pt x="1312896" y="2070736"/>
                      <a:pt x="850497" y="2070736"/>
                    </a:cubicBezTo>
                    <a:cubicBezTo>
                      <a:pt x="388098" y="2070736"/>
                      <a:pt x="-85811" y="1599566"/>
                      <a:pt x="13249" y="1035368"/>
                    </a:cubicBezTo>
                    <a:close/>
                  </a:path>
                </a:pathLst>
              </a:custGeom>
              <a:gradFill>
                <a:gsLst>
                  <a:gs pos="17000">
                    <a:srgbClr val="000000">
                      <a:alpha val="46000"/>
                    </a:srgbClr>
                  </a:gs>
                  <a:gs pos="34000">
                    <a:srgbClr val="000000">
                      <a:alpha val="43000"/>
                    </a:srgbClr>
                  </a:gs>
                  <a:gs pos="65000">
                    <a:srgbClr val="000000">
                      <a:alpha val="10000"/>
                    </a:srgbClr>
                  </a:gs>
                  <a:gs pos="51000">
                    <a:schemeClr val="tx1">
                      <a:alpha val="20000"/>
                    </a:schemeClr>
                  </a:gs>
                  <a:gs pos="78000">
                    <a:schemeClr val="tx1">
                      <a:alpha val="5000"/>
                    </a:schemeClr>
                  </a:gs>
                  <a:gs pos="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softEdge rad="431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椭圆 193"/>
              <p:cNvSpPr/>
              <p:nvPr/>
            </p:nvSpPr>
            <p:spPr>
              <a:xfrm>
                <a:off x="7567580" y="3243360"/>
                <a:ext cx="1344544" cy="1344544"/>
              </a:xfrm>
              <a:prstGeom prst="ellipse">
                <a:avLst/>
              </a:prstGeom>
              <a:gradFill>
                <a:gsLst>
                  <a:gs pos="43000">
                    <a:srgbClr val="F7F7F7"/>
                  </a:gs>
                  <a:gs pos="0">
                    <a:schemeClr val="bg1">
                      <a:alpha val="99000"/>
                    </a:schemeClr>
                  </a:gs>
                  <a:gs pos="100000">
                    <a:srgbClr val="B8C0C0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139700" dir="2700000" algn="tl" rotWithShape="0">
                  <a:srgbClr val="494949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椭圆 194"/>
              <p:cNvSpPr/>
              <p:nvPr/>
            </p:nvSpPr>
            <p:spPr>
              <a:xfrm>
                <a:off x="7380501" y="3019185"/>
                <a:ext cx="1596494" cy="1596494"/>
              </a:xfrm>
              <a:prstGeom prst="ellipse">
                <a:avLst/>
              </a:prstGeom>
              <a:gradFill>
                <a:gsLst>
                  <a:gs pos="39000">
                    <a:schemeClr val="bg1"/>
                  </a:gs>
                  <a:gs pos="53000">
                    <a:srgbClr val="F7F7F7"/>
                  </a:gs>
                  <a:gs pos="11000">
                    <a:schemeClr val="bg1">
                      <a:alpha val="99000"/>
                    </a:schemeClr>
                  </a:gs>
                  <a:gs pos="100000">
                    <a:srgbClr val="B8C0C0"/>
                  </a:gs>
                </a:gsLst>
                <a:lin ang="2700000" scaled="1"/>
              </a:gradFill>
              <a:ln>
                <a:noFill/>
              </a:ln>
              <a:effectLst>
                <a:innerShdw blurRad="520700" dist="177800" dir="2700000">
                  <a:srgbClr val="5F6D6C">
                    <a:alpha val="36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015" strike="noStrike" noProof="1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89" name="Group 21"/>
            <p:cNvGrpSpPr>
              <a:grpSpLocks noChangeAspect="1"/>
            </p:cNvGrpSpPr>
            <p:nvPr/>
          </p:nvGrpSpPr>
          <p:grpSpPr bwMode="auto">
            <a:xfrm>
              <a:off x="5775527" y="5292279"/>
              <a:ext cx="287500" cy="521308"/>
              <a:chOff x="5127" y="3041"/>
              <a:chExt cx="166" cy="301"/>
            </a:xfrm>
            <a:solidFill>
              <a:srgbClr val="E87071"/>
            </a:solidFill>
          </p:grpSpPr>
          <p:sp>
            <p:nvSpPr>
              <p:cNvPr id="190" name="Freeform 22"/>
              <p:cNvSpPr>
                <a:spLocks noEditPoints="1"/>
              </p:cNvSpPr>
              <p:nvPr/>
            </p:nvSpPr>
            <p:spPr bwMode="auto">
              <a:xfrm>
                <a:off x="5127" y="3041"/>
                <a:ext cx="166" cy="213"/>
              </a:xfrm>
              <a:custGeom>
                <a:avLst/>
                <a:gdLst>
                  <a:gd name="T0" fmla="*/ 49 w 68"/>
                  <a:gd name="T1" fmla="*/ 88 h 89"/>
                  <a:gd name="T2" fmla="*/ 52 w 68"/>
                  <a:gd name="T3" fmla="*/ 89 h 89"/>
                  <a:gd name="T4" fmla="*/ 52 w 68"/>
                  <a:gd name="T5" fmla="*/ 83 h 89"/>
                  <a:gd name="T6" fmla="*/ 68 w 68"/>
                  <a:gd name="T7" fmla="*/ 33 h 89"/>
                  <a:gd name="T8" fmla="*/ 34 w 68"/>
                  <a:gd name="T9" fmla="*/ 0 h 89"/>
                  <a:gd name="T10" fmla="*/ 0 w 68"/>
                  <a:gd name="T11" fmla="*/ 33 h 89"/>
                  <a:gd name="T12" fmla="*/ 16 w 68"/>
                  <a:gd name="T13" fmla="*/ 83 h 89"/>
                  <a:gd name="T14" fmla="*/ 16 w 68"/>
                  <a:gd name="T15" fmla="*/ 89 h 89"/>
                  <a:gd name="T16" fmla="*/ 18 w 68"/>
                  <a:gd name="T17" fmla="*/ 88 h 89"/>
                  <a:gd name="T18" fmla="*/ 49 w 68"/>
                  <a:gd name="T19" fmla="*/ 88 h 89"/>
                  <a:gd name="T20" fmla="*/ 11 w 68"/>
                  <a:gd name="T21" fmla="*/ 37 h 89"/>
                  <a:gd name="T22" fmla="*/ 9 w 68"/>
                  <a:gd name="T23" fmla="*/ 39 h 89"/>
                  <a:gd name="T24" fmla="*/ 7 w 68"/>
                  <a:gd name="T25" fmla="*/ 37 h 89"/>
                  <a:gd name="T26" fmla="*/ 7 w 68"/>
                  <a:gd name="T27" fmla="*/ 26 h 89"/>
                  <a:gd name="T28" fmla="*/ 9 w 68"/>
                  <a:gd name="T29" fmla="*/ 24 h 89"/>
                  <a:gd name="T30" fmla="*/ 11 w 68"/>
                  <a:gd name="T31" fmla="*/ 26 h 89"/>
                  <a:gd name="T32" fmla="*/ 11 w 68"/>
                  <a:gd name="T33" fmla="*/ 3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" h="89">
                    <a:moveTo>
                      <a:pt x="49" y="88"/>
                    </a:moveTo>
                    <a:cubicBezTo>
                      <a:pt x="50" y="88"/>
                      <a:pt x="51" y="88"/>
                      <a:pt x="52" y="89"/>
                    </a:cubicBezTo>
                    <a:cubicBezTo>
                      <a:pt x="52" y="83"/>
                      <a:pt x="52" y="83"/>
                      <a:pt x="52" y="83"/>
                    </a:cubicBezTo>
                    <a:cubicBezTo>
                      <a:pt x="52" y="73"/>
                      <a:pt x="68" y="41"/>
                      <a:pt x="68" y="33"/>
                    </a:cubicBezTo>
                    <a:cubicBezTo>
                      <a:pt x="68" y="15"/>
                      <a:pt x="52" y="0"/>
                      <a:pt x="34" y="0"/>
                    </a:cubicBez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15" y="74"/>
                      <a:pt x="16" y="83"/>
                    </a:cubicBezTo>
                    <a:cubicBezTo>
                      <a:pt x="16" y="89"/>
                      <a:pt x="16" y="89"/>
                      <a:pt x="16" y="89"/>
                    </a:cubicBezTo>
                    <a:cubicBezTo>
                      <a:pt x="16" y="88"/>
                      <a:pt x="17" y="88"/>
                      <a:pt x="18" y="88"/>
                    </a:cubicBezTo>
                    <a:lnTo>
                      <a:pt x="49" y="88"/>
                    </a:lnTo>
                    <a:close/>
                    <a:moveTo>
                      <a:pt x="11" y="37"/>
                    </a:moveTo>
                    <a:cubicBezTo>
                      <a:pt x="11" y="38"/>
                      <a:pt x="10" y="39"/>
                      <a:pt x="9" y="39"/>
                    </a:cubicBezTo>
                    <a:cubicBezTo>
                      <a:pt x="8" y="39"/>
                      <a:pt x="7" y="38"/>
                      <a:pt x="7" y="3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5"/>
                      <a:pt x="8" y="24"/>
                      <a:pt x="9" y="24"/>
                    </a:cubicBezTo>
                    <a:cubicBezTo>
                      <a:pt x="10" y="24"/>
                      <a:pt x="11" y="25"/>
                      <a:pt x="11" y="26"/>
                    </a:cubicBezTo>
                    <a:lnTo>
                      <a:pt x="11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91" name="Freeform 23"/>
              <p:cNvSpPr/>
              <p:nvPr/>
            </p:nvSpPr>
            <p:spPr bwMode="auto">
              <a:xfrm>
                <a:off x="5176" y="3325"/>
                <a:ext cx="65" cy="17"/>
              </a:xfrm>
              <a:custGeom>
                <a:avLst/>
                <a:gdLst>
                  <a:gd name="T0" fmla="*/ 0 w 27"/>
                  <a:gd name="T1" fmla="*/ 5 h 7"/>
                  <a:gd name="T2" fmla="*/ 3 w 27"/>
                  <a:gd name="T3" fmla="*/ 7 h 7"/>
                  <a:gd name="T4" fmla="*/ 25 w 27"/>
                  <a:gd name="T5" fmla="*/ 7 h 7"/>
                  <a:gd name="T6" fmla="*/ 27 w 27"/>
                  <a:gd name="T7" fmla="*/ 5 h 7"/>
                  <a:gd name="T8" fmla="*/ 27 w 27"/>
                  <a:gd name="T9" fmla="*/ 0 h 7"/>
                  <a:gd name="T10" fmla="*/ 0 w 27"/>
                  <a:gd name="T11" fmla="*/ 0 h 7"/>
                  <a:gd name="T12" fmla="*/ 0 w 27"/>
                  <a:gd name="T13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7">
                    <a:moveTo>
                      <a:pt x="0" y="5"/>
                    </a:moveTo>
                    <a:cubicBezTo>
                      <a:pt x="0" y="6"/>
                      <a:pt x="1" y="7"/>
                      <a:pt x="3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6" y="7"/>
                      <a:pt x="27" y="6"/>
                      <a:pt x="27" y="5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192" name="Freeform 24"/>
              <p:cNvSpPr/>
              <p:nvPr/>
            </p:nvSpPr>
            <p:spPr bwMode="auto">
              <a:xfrm>
                <a:off x="5161" y="3256"/>
                <a:ext cx="95" cy="67"/>
              </a:xfrm>
              <a:custGeom>
                <a:avLst/>
                <a:gdLst>
                  <a:gd name="T0" fmla="*/ 38 w 39"/>
                  <a:gd name="T1" fmla="*/ 0 h 28"/>
                  <a:gd name="T2" fmla="*/ 35 w 39"/>
                  <a:gd name="T3" fmla="*/ 0 h 28"/>
                  <a:gd name="T4" fmla="*/ 4 w 39"/>
                  <a:gd name="T5" fmla="*/ 0 h 28"/>
                  <a:gd name="T6" fmla="*/ 2 w 39"/>
                  <a:gd name="T7" fmla="*/ 0 h 28"/>
                  <a:gd name="T8" fmla="*/ 0 w 39"/>
                  <a:gd name="T9" fmla="*/ 4 h 28"/>
                  <a:gd name="T10" fmla="*/ 0 w 39"/>
                  <a:gd name="T11" fmla="*/ 23 h 28"/>
                  <a:gd name="T12" fmla="*/ 4 w 39"/>
                  <a:gd name="T13" fmla="*/ 28 h 28"/>
                  <a:gd name="T14" fmla="*/ 6 w 39"/>
                  <a:gd name="T15" fmla="*/ 28 h 28"/>
                  <a:gd name="T16" fmla="*/ 33 w 39"/>
                  <a:gd name="T17" fmla="*/ 28 h 28"/>
                  <a:gd name="T18" fmla="*/ 35 w 39"/>
                  <a:gd name="T19" fmla="*/ 28 h 28"/>
                  <a:gd name="T20" fmla="*/ 39 w 39"/>
                  <a:gd name="T21" fmla="*/ 23 h 28"/>
                  <a:gd name="T22" fmla="*/ 39 w 39"/>
                  <a:gd name="T23" fmla="*/ 4 h 28"/>
                  <a:gd name="T24" fmla="*/ 38 w 39"/>
                  <a:gd name="T2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28">
                    <a:moveTo>
                      <a:pt x="38" y="0"/>
                    </a:moveTo>
                    <a:cubicBezTo>
                      <a:pt x="37" y="0"/>
                      <a:pt x="36" y="0"/>
                      <a:pt x="3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6"/>
                      <a:pt x="2" y="28"/>
                      <a:pt x="4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35" y="28"/>
                      <a:pt x="35" y="28"/>
                      <a:pt x="35" y="28"/>
                    </a:cubicBezTo>
                    <a:cubicBezTo>
                      <a:pt x="38" y="28"/>
                      <a:pt x="39" y="26"/>
                      <a:pt x="39" y="23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9" y="3"/>
                      <a:pt x="39" y="1"/>
                      <a:pt x="3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1" name="Freeform 5"/>
          <p:cNvSpPr>
            <a:spLocks noEditPoints="1"/>
          </p:cNvSpPr>
          <p:nvPr/>
        </p:nvSpPr>
        <p:spPr bwMode="auto">
          <a:xfrm>
            <a:off x="3517900" y="2052638"/>
            <a:ext cx="2098675" cy="2098675"/>
          </a:xfrm>
          <a:custGeom>
            <a:avLst/>
            <a:gdLst>
              <a:gd name="T0" fmla="*/ 671 w 1342"/>
              <a:gd name="T1" fmla="*/ 1277 h 1342"/>
              <a:gd name="T2" fmla="*/ 65 w 1342"/>
              <a:gd name="T3" fmla="*/ 671 h 1342"/>
              <a:gd name="T4" fmla="*/ 671 w 1342"/>
              <a:gd name="T5" fmla="*/ 65 h 1342"/>
              <a:gd name="T6" fmla="*/ 1277 w 1342"/>
              <a:gd name="T7" fmla="*/ 671 h 1342"/>
              <a:gd name="T8" fmla="*/ 671 w 1342"/>
              <a:gd name="T9" fmla="*/ 1277 h 1342"/>
              <a:gd name="T10" fmla="*/ 671 w 1342"/>
              <a:gd name="T11" fmla="*/ 0 h 1342"/>
              <a:gd name="T12" fmla="*/ 0 w 1342"/>
              <a:gd name="T13" fmla="*/ 671 h 1342"/>
              <a:gd name="T14" fmla="*/ 671 w 1342"/>
              <a:gd name="T15" fmla="*/ 1342 h 1342"/>
              <a:gd name="T16" fmla="*/ 1342 w 1342"/>
              <a:gd name="T17" fmla="*/ 671 h 1342"/>
              <a:gd name="T18" fmla="*/ 671 w 1342"/>
              <a:gd name="T19" fmla="*/ 0 h 13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42" h="1342">
                <a:moveTo>
                  <a:pt x="671" y="1277"/>
                </a:moveTo>
                <a:cubicBezTo>
                  <a:pt x="337" y="1277"/>
                  <a:pt x="65" y="1005"/>
                  <a:pt x="65" y="671"/>
                </a:cubicBezTo>
                <a:cubicBezTo>
                  <a:pt x="65" y="337"/>
                  <a:pt x="337" y="65"/>
                  <a:pt x="671" y="65"/>
                </a:cubicBezTo>
                <a:cubicBezTo>
                  <a:pt x="1005" y="65"/>
                  <a:pt x="1277" y="337"/>
                  <a:pt x="1277" y="671"/>
                </a:cubicBezTo>
                <a:cubicBezTo>
                  <a:pt x="1277" y="1005"/>
                  <a:pt x="1005" y="1277"/>
                  <a:pt x="671" y="1277"/>
                </a:cubicBezTo>
                <a:moveTo>
                  <a:pt x="671" y="0"/>
                </a:moveTo>
                <a:cubicBezTo>
                  <a:pt x="301" y="0"/>
                  <a:pt x="0" y="301"/>
                  <a:pt x="0" y="671"/>
                </a:cubicBezTo>
                <a:cubicBezTo>
                  <a:pt x="0" y="1041"/>
                  <a:pt x="301" y="1342"/>
                  <a:pt x="671" y="1342"/>
                </a:cubicBezTo>
                <a:cubicBezTo>
                  <a:pt x="1041" y="1342"/>
                  <a:pt x="1342" y="1041"/>
                  <a:pt x="1342" y="671"/>
                </a:cubicBezTo>
                <a:cubicBezTo>
                  <a:pt x="1342" y="301"/>
                  <a:pt x="1041" y="0"/>
                  <a:pt x="671" y="0"/>
                </a:cubicBezTo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p>
            <a:pPr fontAlgn="base"/>
            <a:endParaRPr lang="zh-CN" altLang="en-US" sz="1015" strike="noStrike" noProof="1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44037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容器化落地推进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4038" name="组合 46"/>
          <p:cNvGrpSpPr/>
          <p:nvPr/>
        </p:nvGrpSpPr>
        <p:grpSpPr>
          <a:xfrm>
            <a:off x="4841875" y="2393950"/>
            <a:ext cx="1744663" cy="930275"/>
            <a:chOff x="4022555" y="3163035"/>
            <a:chExt cx="2325691" cy="1240635"/>
          </a:xfrm>
        </p:grpSpPr>
        <p:sp>
          <p:nvSpPr>
            <p:cNvPr id="48" name="矩形 47"/>
            <p:cNvSpPr/>
            <p:nvPr/>
          </p:nvSpPr>
          <p:spPr>
            <a:xfrm flipH="1">
              <a:off x="4585713" y="3163035"/>
              <a:ext cx="1762533" cy="1240635"/>
            </a:xfrm>
            <a:prstGeom prst="rect">
              <a:avLst/>
            </a:prstGeom>
            <a:gradFill flip="none" rotWithShape="1">
              <a:gsLst>
                <a:gs pos="69000">
                  <a:srgbClr val="E87071"/>
                </a:gs>
                <a:gs pos="36000">
                  <a:srgbClr val="EB8181"/>
                </a:gs>
                <a:gs pos="0">
                  <a:srgbClr val="ED8F8F"/>
                </a:gs>
                <a:gs pos="100000">
                  <a:srgbClr val="E55D5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 rot="2700000">
              <a:off x="4022555" y="3214612"/>
              <a:ext cx="1105257" cy="1105257"/>
            </a:xfrm>
            <a:prstGeom prst="roundRect">
              <a:avLst>
                <a:gd name="adj" fmla="val 7690"/>
              </a:avLst>
            </a:prstGeom>
            <a:gradFill flip="none" rotWithShape="1">
              <a:gsLst>
                <a:gs pos="59000">
                  <a:srgbClr val="F9F9F9"/>
                </a:gs>
                <a:gs pos="0">
                  <a:srgbClr val="EAEAE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19050">
              <a:gradFill>
                <a:gsLst>
                  <a:gs pos="26000">
                    <a:schemeClr val="bg1"/>
                  </a:gs>
                  <a:gs pos="100000">
                    <a:srgbClr val="E2E2E2"/>
                  </a:gs>
                </a:gsLst>
              </a:gradFill>
            </a:ln>
            <a:effectLst>
              <a:outerShdw blurRad="1016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 rot="2700000">
              <a:off x="4183762" y="3387429"/>
              <a:ext cx="777598" cy="777596"/>
            </a:xfrm>
            <a:prstGeom prst="roundRect">
              <a:avLst>
                <a:gd name="adj" fmla="val 7690"/>
              </a:avLst>
            </a:prstGeom>
            <a:solidFill>
              <a:srgbClr val="E87071"/>
            </a:solidFill>
            <a:ln>
              <a:noFill/>
            </a:ln>
            <a:effectLst>
              <a:innerShdw blurRad="215900" dist="762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 dirty="0">
                <a:solidFill>
                  <a:prstClr val="white"/>
                </a:solidFill>
              </a:endParaRPr>
            </a:p>
          </p:txBody>
        </p:sp>
        <p:sp>
          <p:nvSpPr>
            <p:cNvPr id="44042" name="文本框 89"/>
            <p:cNvSpPr txBox="1"/>
            <p:nvPr/>
          </p:nvSpPr>
          <p:spPr>
            <a:xfrm>
              <a:off x="4371111" y="3490964"/>
              <a:ext cx="407042" cy="6156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2400" dirty="0">
                  <a:solidFill>
                    <a:srgbClr val="FFFFFF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D</a:t>
              </a:r>
              <a:endParaRPr lang="zh-CN" altLang="en-US" sz="2400" dirty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31"/>
            <p:cNvSpPr>
              <a:spLocks noEditPoints="1"/>
            </p:cNvSpPr>
            <p:nvPr/>
          </p:nvSpPr>
          <p:spPr bwMode="auto">
            <a:xfrm>
              <a:off x="5427212" y="3488175"/>
              <a:ext cx="768469" cy="516991"/>
            </a:xfrm>
            <a:custGeom>
              <a:avLst/>
              <a:gdLst>
                <a:gd name="T0" fmla="*/ 187 w 278"/>
                <a:gd name="T1" fmla="*/ 96 h 187"/>
                <a:gd name="T2" fmla="*/ 166 w 278"/>
                <a:gd name="T3" fmla="*/ 69 h 187"/>
                <a:gd name="T4" fmla="*/ 161 w 278"/>
                <a:gd name="T5" fmla="*/ 29 h 187"/>
                <a:gd name="T6" fmla="*/ 128 w 278"/>
                <a:gd name="T7" fmla="*/ 25 h 187"/>
                <a:gd name="T8" fmla="*/ 95 w 278"/>
                <a:gd name="T9" fmla="*/ 0 h 187"/>
                <a:gd name="T10" fmla="*/ 69 w 278"/>
                <a:gd name="T11" fmla="*/ 20 h 187"/>
                <a:gd name="T12" fmla="*/ 29 w 278"/>
                <a:gd name="T13" fmla="*/ 25 h 187"/>
                <a:gd name="T14" fmla="*/ 25 w 278"/>
                <a:gd name="T15" fmla="*/ 59 h 187"/>
                <a:gd name="T16" fmla="*/ 0 w 278"/>
                <a:gd name="T17" fmla="*/ 91 h 187"/>
                <a:gd name="T18" fmla="*/ 20 w 278"/>
                <a:gd name="T19" fmla="*/ 117 h 187"/>
                <a:gd name="T20" fmla="*/ 25 w 278"/>
                <a:gd name="T21" fmla="*/ 158 h 187"/>
                <a:gd name="T22" fmla="*/ 59 w 278"/>
                <a:gd name="T23" fmla="*/ 162 h 187"/>
                <a:gd name="T24" fmla="*/ 91 w 278"/>
                <a:gd name="T25" fmla="*/ 187 h 187"/>
                <a:gd name="T26" fmla="*/ 117 w 278"/>
                <a:gd name="T27" fmla="*/ 166 h 187"/>
                <a:gd name="T28" fmla="*/ 158 w 278"/>
                <a:gd name="T29" fmla="*/ 161 h 187"/>
                <a:gd name="T30" fmla="*/ 162 w 278"/>
                <a:gd name="T31" fmla="*/ 128 h 187"/>
                <a:gd name="T32" fmla="*/ 58 w 278"/>
                <a:gd name="T33" fmla="*/ 140 h 187"/>
                <a:gd name="T34" fmla="*/ 129 w 278"/>
                <a:gd name="T35" fmla="*/ 47 h 187"/>
                <a:gd name="T36" fmla="*/ 58 w 278"/>
                <a:gd name="T37" fmla="*/ 140 h 187"/>
                <a:gd name="T38" fmla="*/ 272 w 278"/>
                <a:gd name="T39" fmla="*/ 128 h 187"/>
                <a:gd name="T40" fmla="*/ 270 w 278"/>
                <a:gd name="T41" fmla="*/ 109 h 187"/>
                <a:gd name="T42" fmla="*/ 276 w 278"/>
                <a:gd name="T43" fmla="*/ 94 h 187"/>
                <a:gd name="T44" fmla="*/ 260 w 278"/>
                <a:gd name="T45" fmla="*/ 82 h 187"/>
                <a:gd name="T46" fmla="*/ 254 w 278"/>
                <a:gd name="T47" fmla="*/ 67 h 187"/>
                <a:gd name="T48" fmla="*/ 235 w 278"/>
                <a:gd name="T49" fmla="*/ 70 h 187"/>
                <a:gd name="T50" fmla="*/ 220 w 278"/>
                <a:gd name="T51" fmla="*/ 64 h 187"/>
                <a:gd name="T52" fmla="*/ 208 w 278"/>
                <a:gd name="T53" fmla="*/ 79 h 187"/>
                <a:gd name="T54" fmla="*/ 193 w 278"/>
                <a:gd name="T55" fmla="*/ 85 h 187"/>
                <a:gd name="T56" fmla="*/ 196 w 278"/>
                <a:gd name="T57" fmla="*/ 105 h 187"/>
                <a:gd name="T58" fmla="*/ 190 w 278"/>
                <a:gd name="T59" fmla="*/ 120 h 187"/>
                <a:gd name="T60" fmla="*/ 205 w 278"/>
                <a:gd name="T61" fmla="*/ 131 h 187"/>
                <a:gd name="T62" fmla="*/ 211 w 278"/>
                <a:gd name="T63" fmla="*/ 146 h 187"/>
                <a:gd name="T64" fmla="*/ 231 w 278"/>
                <a:gd name="T65" fmla="*/ 144 h 187"/>
                <a:gd name="T66" fmla="*/ 246 w 278"/>
                <a:gd name="T67" fmla="*/ 150 h 187"/>
                <a:gd name="T68" fmla="*/ 257 w 278"/>
                <a:gd name="T69" fmla="*/ 134 h 187"/>
                <a:gd name="T70" fmla="*/ 219 w 278"/>
                <a:gd name="T71" fmla="*/ 125 h 187"/>
                <a:gd name="T72" fmla="*/ 247 w 278"/>
                <a:gd name="T73" fmla="*/ 89 h 187"/>
                <a:gd name="T74" fmla="*/ 219 w 278"/>
                <a:gd name="T75" fmla="*/ 125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8" h="187">
                  <a:moveTo>
                    <a:pt x="170" y="98"/>
                  </a:moveTo>
                  <a:cubicBezTo>
                    <a:pt x="187" y="96"/>
                    <a:pt x="187" y="96"/>
                    <a:pt x="187" y="96"/>
                  </a:cubicBezTo>
                  <a:cubicBezTo>
                    <a:pt x="183" y="67"/>
                    <a:pt x="183" y="67"/>
                    <a:pt x="183" y="67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63" y="59"/>
                    <a:pt x="158" y="50"/>
                    <a:pt x="151" y="42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38" y="11"/>
                    <a:pt x="138" y="11"/>
                    <a:pt x="138" y="1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18" y="20"/>
                    <a:pt x="108" y="17"/>
                    <a:pt x="98" y="17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9" y="24"/>
                    <a:pt x="50" y="29"/>
                    <a:pt x="42" y="3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0" y="68"/>
                    <a:pt x="17" y="78"/>
                    <a:pt x="17" y="8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4" y="127"/>
                    <a:pt x="29" y="136"/>
                    <a:pt x="36" y="144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48" y="175"/>
                    <a:pt x="48" y="175"/>
                    <a:pt x="48" y="175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8" y="167"/>
                    <a:pt x="78" y="169"/>
                    <a:pt x="89" y="170"/>
                  </a:cubicBezTo>
                  <a:cubicBezTo>
                    <a:pt x="91" y="187"/>
                    <a:pt x="91" y="187"/>
                    <a:pt x="91" y="187"/>
                  </a:cubicBezTo>
                  <a:cubicBezTo>
                    <a:pt x="120" y="183"/>
                    <a:pt x="120" y="183"/>
                    <a:pt x="120" y="183"/>
                  </a:cubicBezTo>
                  <a:cubicBezTo>
                    <a:pt x="117" y="166"/>
                    <a:pt x="117" y="166"/>
                    <a:pt x="117" y="166"/>
                  </a:cubicBezTo>
                  <a:cubicBezTo>
                    <a:pt x="127" y="163"/>
                    <a:pt x="136" y="158"/>
                    <a:pt x="144" y="151"/>
                  </a:cubicBezTo>
                  <a:cubicBezTo>
                    <a:pt x="158" y="161"/>
                    <a:pt x="158" y="161"/>
                    <a:pt x="158" y="161"/>
                  </a:cubicBezTo>
                  <a:cubicBezTo>
                    <a:pt x="175" y="138"/>
                    <a:pt x="175" y="138"/>
                    <a:pt x="175" y="138"/>
                  </a:cubicBezTo>
                  <a:cubicBezTo>
                    <a:pt x="162" y="128"/>
                    <a:pt x="162" y="128"/>
                    <a:pt x="162" y="128"/>
                  </a:cubicBezTo>
                  <a:cubicBezTo>
                    <a:pt x="166" y="118"/>
                    <a:pt x="169" y="108"/>
                    <a:pt x="170" y="98"/>
                  </a:cubicBezTo>
                  <a:close/>
                  <a:moveTo>
                    <a:pt x="58" y="140"/>
                  </a:moveTo>
                  <a:cubicBezTo>
                    <a:pt x="32" y="120"/>
                    <a:pt x="27" y="83"/>
                    <a:pt x="47" y="58"/>
                  </a:cubicBezTo>
                  <a:cubicBezTo>
                    <a:pt x="66" y="32"/>
                    <a:pt x="103" y="27"/>
                    <a:pt x="129" y="47"/>
                  </a:cubicBezTo>
                  <a:cubicBezTo>
                    <a:pt x="154" y="66"/>
                    <a:pt x="159" y="103"/>
                    <a:pt x="140" y="129"/>
                  </a:cubicBezTo>
                  <a:cubicBezTo>
                    <a:pt x="120" y="154"/>
                    <a:pt x="83" y="159"/>
                    <a:pt x="58" y="140"/>
                  </a:cubicBezTo>
                  <a:close/>
                  <a:moveTo>
                    <a:pt x="264" y="139"/>
                  </a:moveTo>
                  <a:cubicBezTo>
                    <a:pt x="272" y="128"/>
                    <a:pt x="272" y="128"/>
                    <a:pt x="272" y="128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8" y="119"/>
                    <a:pt x="269" y="114"/>
                    <a:pt x="270" y="109"/>
                  </a:cubicBezTo>
                  <a:cubicBezTo>
                    <a:pt x="278" y="108"/>
                    <a:pt x="278" y="108"/>
                    <a:pt x="278" y="108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68" y="95"/>
                    <a:pt x="268" y="95"/>
                    <a:pt x="268" y="95"/>
                  </a:cubicBezTo>
                  <a:cubicBezTo>
                    <a:pt x="266" y="91"/>
                    <a:pt x="264" y="86"/>
                    <a:pt x="260" y="82"/>
                  </a:cubicBezTo>
                  <a:cubicBezTo>
                    <a:pt x="265" y="76"/>
                    <a:pt x="265" y="76"/>
                    <a:pt x="265" y="76"/>
                  </a:cubicBezTo>
                  <a:cubicBezTo>
                    <a:pt x="254" y="67"/>
                    <a:pt x="254" y="67"/>
                    <a:pt x="254" y="67"/>
                  </a:cubicBezTo>
                  <a:cubicBezTo>
                    <a:pt x="249" y="74"/>
                    <a:pt x="249" y="74"/>
                    <a:pt x="249" y="74"/>
                  </a:cubicBezTo>
                  <a:cubicBezTo>
                    <a:pt x="245" y="72"/>
                    <a:pt x="240" y="70"/>
                    <a:pt x="235" y="70"/>
                  </a:cubicBezTo>
                  <a:cubicBezTo>
                    <a:pt x="234" y="62"/>
                    <a:pt x="234" y="62"/>
                    <a:pt x="234" y="62"/>
                  </a:cubicBezTo>
                  <a:cubicBezTo>
                    <a:pt x="220" y="64"/>
                    <a:pt x="220" y="64"/>
                    <a:pt x="220" y="64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17" y="73"/>
                    <a:pt x="212" y="76"/>
                    <a:pt x="208" y="79"/>
                  </a:cubicBezTo>
                  <a:cubicBezTo>
                    <a:pt x="202" y="74"/>
                    <a:pt x="202" y="74"/>
                    <a:pt x="202" y="74"/>
                  </a:cubicBezTo>
                  <a:cubicBezTo>
                    <a:pt x="193" y="85"/>
                    <a:pt x="193" y="85"/>
                    <a:pt x="193" y="85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198" y="95"/>
                    <a:pt x="196" y="100"/>
                    <a:pt x="196" y="105"/>
                  </a:cubicBezTo>
                  <a:cubicBezTo>
                    <a:pt x="188" y="106"/>
                    <a:pt x="188" y="106"/>
                    <a:pt x="188" y="106"/>
                  </a:cubicBezTo>
                  <a:cubicBezTo>
                    <a:pt x="190" y="120"/>
                    <a:pt x="190" y="120"/>
                    <a:pt x="190" y="120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9" y="123"/>
                    <a:pt x="202" y="128"/>
                    <a:pt x="205" y="131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11" y="146"/>
                    <a:pt x="211" y="146"/>
                    <a:pt x="211" y="146"/>
                  </a:cubicBezTo>
                  <a:cubicBezTo>
                    <a:pt x="216" y="140"/>
                    <a:pt x="216" y="140"/>
                    <a:pt x="216" y="140"/>
                  </a:cubicBezTo>
                  <a:cubicBezTo>
                    <a:pt x="221" y="142"/>
                    <a:pt x="226" y="143"/>
                    <a:pt x="231" y="144"/>
                  </a:cubicBezTo>
                  <a:cubicBezTo>
                    <a:pt x="232" y="152"/>
                    <a:pt x="232" y="152"/>
                    <a:pt x="232" y="152"/>
                  </a:cubicBezTo>
                  <a:cubicBezTo>
                    <a:pt x="246" y="150"/>
                    <a:pt x="246" y="150"/>
                    <a:pt x="246" y="150"/>
                  </a:cubicBezTo>
                  <a:cubicBezTo>
                    <a:pt x="244" y="142"/>
                    <a:pt x="244" y="142"/>
                    <a:pt x="244" y="142"/>
                  </a:cubicBezTo>
                  <a:cubicBezTo>
                    <a:pt x="249" y="140"/>
                    <a:pt x="254" y="138"/>
                    <a:pt x="257" y="134"/>
                  </a:cubicBezTo>
                  <a:lnTo>
                    <a:pt x="264" y="139"/>
                  </a:lnTo>
                  <a:close/>
                  <a:moveTo>
                    <a:pt x="219" y="125"/>
                  </a:moveTo>
                  <a:cubicBezTo>
                    <a:pt x="209" y="117"/>
                    <a:pt x="207" y="103"/>
                    <a:pt x="215" y="93"/>
                  </a:cubicBezTo>
                  <a:cubicBezTo>
                    <a:pt x="222" y="83"/>
                    <a:pt x="237" y="81"/>
                    <a:pt x="247" y="89"/>
                  </a:cubicBezTo>
                  <a:cubicBezTo>
                    <a:pt x="257" y="96"/>
                    <a:pt x="259" y="111"/>
                    <a:pt x="251" y="121"/>
                  </a:cubicBezTo>
                  <a:cubicBezTo>
                    <a:pt x="243" y="131"/>
                    <a:pt x="229" y="133"/>
                    <a:pt x="219" y="1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44044" name="组合 52"/>
          <p:cNvGrpSpPr/>
          <p:nvPr/>
        </p:nvGrpSpPr>
        <p:grpSpPr>
          <a:xfrm>
            <a:off x="2759075" y="2393950"/>
            <a:ext cx="1746250" cy="930275"/>
            <a:chOff x="1244727" y="3163035"/>
            <a:chExt cx="2328072" cy="1240635"/>
          </a:xfrm>
        </p:grpSpPr>
        <p:sp>
          <p:nvSpPr>
            <p:cNvPr id="54" name="矩形 53"/>
            <p:cNvSpPr/>
            <p:nvPr/>
          </p:nvSpPr>
          <p:spPr>
            <a:xfrm>
              <a:off x="1244727" y="3163035"/>
              <a:ext cx="1762533" cy="1240635"/>
            </a:xfrm>
            <a:prstGeom prst="rect">
              <a:avLst/>
            </a:prstGeom>
            <a:gradFill flip="none" rotWithShape="1">
              <a:gsLst>
                <a:gs pos="31000">
                  <a:srgbClr val="01BDD1"/>
                </a:gs>
                <a:gs pos="0">
                  <a:srgbClr val="01C1D5"/>
                </a:gs>
                <a:gs pos="64000">
                  <a:srgbClr val="01ACBE"/>
                </a:gs>
                <a:gs pos="100000">
                  <a:srgbClr val="018B99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5" name="圆角矩形 54"/>
            <p:cNvSpPr/>
            <p:nvPr/>
          </p:nvSpPr>
          <p:spPr>
            <a:xfrm rot="2700000">
              <a:off x="2467542" y="3222668"/>
              <a:ext cx="1105257" cy="1105257"/>
            </a:xfrm>
            <a:prstGeom prst="roundRect">
              <a:avLst>
                <a:gd name="adj" fmla="val 7690"/>
              </a:avLst>
            </a:prstGeom>
            <a:gradFill flip="none" rotWithShape="1">
              <a:gsLst>
                <a:gs pos="59000">
                  <a:srgbClr val="F9F9F9"/>
                </a:gs>
                <a:gs pos="0">
                  <a:srgbClr val="EAEAE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26000">
                    <a:schemeClr val="bg1"/>
                  </a:gs>
                  <a:gs pos="100000">
                    <a:srgbClr val="E2E2E2"/>
                  </a:gs>
                </a:gsLst>
                <a:lin ang="2700000" scaled="1"/>
                <a:tileRect/>
              </a:gradFill>
            </a:ln>
            <a:effectLst>
              <a:outerShdw blurRad="1016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 rot="2700000">
              <a:off x="2632976" y="3387429"/>
              <a:ext cx="777598" cy="777596"/>
            </a:xfrm>
            <a:prstGeom prst="roundRect">
              <a:avLst>
                <a:gd name="adj" fmla="val 7690"/>
              </a:avLst>
            </a:prstGeom>
            <a:solidFill>
              <a:srgbClr val="01ACBE"/>
            </a:solidFill>
            <a:ln>
              <a:noFill/>
            </a:ln>
            <a:effectLst>
              <a:innerShdw blurRad="215900" dist="762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 dirty="0">
                <a:solidFill>
                  <a:prstClr val="white"/>
                </a:solidFill>
              </a:endParaRPr>
            </a:p>
          </p:txBody>
        </p:sp>
        <p:sp>
          <p:nvSpPr>
            <p:cNvPr id="44048" name="文本框 88"/>
            <p:cNvSpPr txBox="1"/>
            <p:nvPr/>
          </p:nvSpPr>
          <p:spPr>
            <a:xfrm>
              <a:off x="2792487" y="3499845"/>
              <a:ext cx="407042" cy="6156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2400" dirty="0">
                  <a:solidFill>
                    <a:srgbClr val="FFFFFF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B</a:t>
              </a:r>
              <a:endParaRPr lang="zh-CN" altLang="en-US" sz="2400" dirty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Freeform 32"/>
            <p:cNvSpPr>
              <a:spLocks noEditPoints="1"/>
            </p:cNvSpPr>
            <p:nvPr/>
          </p:nvSpPr>
          <p:spPr bwMode="auto">
            <a:xfrm>
              <a:off x="1459679" y="3533881"/>
              <a:ext cx="674896" cy="483072"/>
            </a:xfrm>
            <a:custGeom>
              <a:avLst/>
              <a:gdLst>
                <a:gd name="T0" fmla="*/ 92 w 244"/>
                <a:gd name="T1" fmla="*/ 48 h 175"/>
                <a:gd name="T2" fmla="*/ 102 w 244"/>
                <a:gd name="T3" fmla="*/ 27 h 175"/>
                <a:gd name="T4" fmla="*/ 75 w 244"/>
                <a:gd name="T5" fmla="*/ 0 h 175"/>
                <a:gd name="T6" fmla="*/ 48 w 244"/>
                <a:gd name="T7" fmla="*/ 27 h 175"/>
                <a:gd name="T8" fmla="*/ 58 w 244"/>
                <a:gd name="T9" fmla="*/ 48 h 175"/>
                <a:gd name="T10" fmla="*/ 10 w 244"/>
                <a:gd name="T11" fmla="*/ 123 h 175"/>
                <a:gd name="T12" fmla="*/ 46 w 244"/>
                <a:gd name="T13" fmla="*/ 97 h 175"/>
                <a:gd name="T14" fmla="*/ 32 w 244"/>
                <a:gd name="T15" fmla="*/ 175 h 175"/>
                <a:gd name="T16" fmla="*/ 57 w 244"/>
                <a:gd name="T17" fmla="*/ 175 h 175"/>
                <a:gd name="T18" fmla="*/ 75 w 244"/>
                <a:gd name="T19" fmla="*/ 142 h 175"/>
                <a:gd name="T20" fmla="*/ 93 w 244"/>
                <a:gd name="T21" fmla="*/ 175 h 175"/>
                <a:gd name="T22" fmla="*/ 118 w 244"/>
                <a:gd name="T23" fmla="*/ 175 h 175"/>
                <a:gd name="T24" fmla="*/ 104 w 244"/>
                <a:gd name="T25" fmla="*/ 97 h 175"/>
                <a:gd name="T26" fmla="*/ 140 w 244"/>
                <a:gd name="T27" fmla="*/ 123 h 175"/>
                <a:gd name="T28" fmla="*/ 92 w 244"/>
                <a:gd name="T29" fmla="*/ 48 h 175"/>
                <a:gd name="T30" fmla="*/ 208 w 244"/>
                <a:gd name="T31" fmla="*/ 97 h 175"/>
                <a:gd name="T32" fmla="*/ 214 w 244"/>
                <a:gd name="T33" fmla="*/ 84 h 175"/>
                <a:gd name="T34" fmla="*/ 198 w 244"/>
                <a:gd name="T35" fmla="*/ 68 h 175"/>
                <a:gd name="T36" fmla="*/ 181 w 244"/>
                <a:gd name="T37" fmla="*/ 84 h 175"/>
                <a:gd name="T38" fmla="*/ 187 w 244"/>
                <a:gd name="T39" fmla="*/ 97 h 175"/>
                <a:gd name="T40" fmla="*/ 158 w 244"/>
                <a:gd name="T41" fmla="*/ 143 h 175"/>
                <a:gd name="T42" fmla="*/ 180 w 244"/>
                <a:gd name="T43" fmla="*/ 127 h 175"/>
                <a:gd name="T44" fmla="*/ 171 w 244"/>
                <a:gd name="T45" fmla="*/ 175 h 175"/>
                <a:gd name="T46" fmla="*/ 186 w 244"/>
                <a:gd name="T47" fmla="*/ 175 h 175"/>
                <a:gd name="T48" fmla="*/ 198 w 244"/>
                <a:gd name="T49" fmla="*/ 155 h 175"/>
                <a:gd name="T50" fmla="*/ 209 w 244"/>
                <a:gd name="T51" fmla="*/ 175 h 175"/>
                <a:gd name="T52" fmla="*/ 224 w 244"/>
                <a:gd name="T53" fmla="*/ 175 h 175"/>
                <a:gd name="T54" fmla="*/ 216 w 244"/>
                <a:gd name="T55" fmla="*/ 127 h 175"/>
                <a:gd name="T56" fmla="*/ 237 w 244"/>
                <a:gd name="T57" fmla="*/ 143 h 175"/>
                <a:gd name="T58" fmla="*/ 208 w 244"/>
                <a:gd name="T59" fmla="*/ 9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4" h="175">
                  <a:moveTo>
                    <a:pt x="92" y="48"/>
                  </a:moveTo>
                  <a:cubicBezTo>
                    <a:pt x="98" y="43"/>
                    <a:pt x="102" y="36"/>
                    <a:pt x="102" y="27"/>
                  </a:cubicBezTo>
                  <a:cubicBezTo>
                    <a:pt x="102" y="12"/>
                    <a:pt x="90" y="0"/>
                    <a:pt x="75" y="0"/>
                  </a:cubicBezTo>
                  <a:cubicBezTo>
                    <a:pt x="60" y="0"/>
                    <a:pt x="48" y="12"/>
                    <a:pt x="48" y="27"/>
                  </a:cubicBezTo>
                  <a:cubicBezTo>
                    <a:pt x="48" y="36"/>
                    <a:pt x="52" y="43"/>
                    <a:pt x="58" y="48"/>
                  </a:cubicBezTo>
                  <a:cubicBezTo>
                    <a:pt x="31" y="58"/>
                    <a:pt x="0" y="113"/>
                    <a:pt x="10" y="123"/>
                  </a:cubicBezTo>
                  <a:cubicBezTo>
                    <a:pt x="19" y="131"/>
                    <a:pt x="34" y="114"/>
                    <a:pt x="46" y="97"/>
                  </a:cubicBezTo>
                  <a:cubicBezTo>
                    <a:pt x="39" y="123"/>
                    <a:pt x="34" y="151"/>
                    <a:pt x="32" y="175"/>
                  </a:cubicBezTo>
                  <a:cubicBezTo>
                    <a:pt x="57" y="175"/>
                    <a:pt x="57" y="175"/>
                    <a:pt x="57" y="175"/>
                  </a:cubicBezTo>
                  <a:cubicBezTo>
                    <a:pt x="57" y="161"/>
                    <a:pt x="66" y="142"/>
                    <a:pt x="75" y="142"/>
                  </a:cubicBezTo>
                  <a:cubicBezTo>
                    <a:pt x="84" y="142"/>
                    <a:pt x="93" y="161"/>
                    <a:pt x="93" y="175"/>
                  </a:cubicBezTo>
                  <a:cubicBezTo>
                    <a:pt x="118" y="175"/>
                    <a:pt x="118" y="175"/>
                    <a:pt x="118" y="175"/>
                  </a:cubicBezTo>
                  <a:cubicBezTo>
                    <a:pt x="116" y="151"/>
                    <a:pt x="111" y="123"/>
                    <a:pt x="104" y="97"/>
                  </a:cubicBezTo>
                  <a:cubicBezTo>
                    <a:pt x="116" y="114"/>
                    <a:pt x="131" y="131"/>
                    <a:pt x="140" y="123"/>
                  </a:cubicBezTo>
                  <a:cubicBezTo>
                    <a:pt x="150" y="113"/>
                    <a:pt x="119" y="58"/>
                    <a:pt x="92" y="48"/>
                  </a:cubicBezTo>
                  <a:close/>
                  <a:moveTo>
                    <a:pt x="208" y="97"/>
                  </a:moveTo>
                  <a:cubicBezTo>
                    <a:pt x="212" y="94"/>
                    <a:pt x="214" y="89"/>
                    <a:pt x="214" y="84"/>
                  </a:cubicBezTo>
                  <a:cubicBezTo>
                    <a:pt x="214" y="75"/>
                    <a:pt x="207" y="68"/>
                    <a:pt x="198" y="68"/>
                  </a:cubicBezTo>
                  <a:cubicBezTo>
                    <a:pt x="188" y="68"/>
                    <a:pt x="181" y="75"/>
                    <a:pt x="181" y="84"/>
                  </a:cubicBezTo>
                  <a:cubicBezTo>
                    <a:pt x="181" y="89"/>
                    <a:pt x="183" y="94"/>
                    <a:pt x="187" y="97"/>
                  </a:cubicBezTo>
                  <a:cubicBezTo>
                    <a:pt x="170" y="103"/>
                    <a:pt x="151" y="137"/>
                    <a:pt x="158" y="143"/>
                  </a:cubicBezTo>
                  <a:cubicBezTo>
                    <a:pt x="163" y="148"/>
                    <a:pt x="172" y="137"/>
                    <a:pt x="180" y="127"/>
                  </a:cubicBezTo>
                  <a:cubicBezTo>
                    <a:pt x="176" y="143"/>
                    <a:pt x="173" y="160"/>
                    <a:pt x="171" y="175"/>
                  </a:cubicBezTo>
                  <a:cubicBezTo>
                    <a:pt x="186" y="175"/>
                    <a:pt x="186" y="175"/>
                    <a:pt x="186" y="175"/>
                  </a:cubicBezTo>
                  <a:cubicBezTo>
                    <a:pt x="186" y="167"/>
                    <a:pt x="192" y="155"/>
                    <a:pt x="198" y="155"/>
                  </a:cubicBezTo>
                  <a:cubicBezTo>
                    <a:pt x="203" y="155"/>
                    <a:pt x="209" y="167"/>
                    <a:pt x="209" y="175"/>
                  </a:cubicBezTo>
                  <a:cubicBezTo>
                    <a:pt x="224" y="175"/>
                    <a:pt x="224" y="175"/>
                    <a:pt x="224" y="175"/>
                  </a:cubicBezTo>
                  <a:cubicBezTo>
                    <a:pt x="223" y="160"/>
                    <a:pt x="219" y="143"/>
                    <a:pt x="216" y="127"/>
                  </a:cubicBezTo>
                  <a:cubicBezTo>
                    <a:pt x="223" y="137"/>
                    <a:pt x="232" y="148"/>
                    <a:pt x="237" y="143"/>
                  </a:cubicBezTo>
                  <a:cubicBezTo>
                    <a:pt x="244" y="137"/>
                    <a:pt x="225" y="103"/>
                    <a:pt x="208" y="9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44050" name="组合 58"/>
          <p:cNvGrpSpPr/>
          <p:nvPr/>
        </p:nvGrpSpPr>
        <p:grpSpPr>
          <a:xfrm>
            <a:off x="4214813" y="3024188"/>
            <a:ext cx="930275" cy="1743075"/>
            <a:chOff x="3185416" y="4004202"/>
            <a:chExt cx="1240635" cy="2324044"/>
          </a:xfrm>
        </p:grpSpPr>
        <p:sp>
          <p:nvSpPr>
            <p:cNvPr id="60" name="矩形 59"/>
            <p:cNvSpPr/>
            <p:nvPr/>
          </p:nvSpPr>
          <p:spPr>
            <a:xfrm rot="16200000">
              <a:off x="2924463" y="4826658"/>
              <a:ext cx="1762533" cy="1240635"/>
            </a:xfrm>
            <a:prstGeom prst="rect">
              <a:avLst/>
            </a:prstGeom>
            <a:gradFill>
              <a:gsLst>
                <a:gs pos="55000">
                  <a:srgbClr val="663A77"/>
                </a:gs>
                <a:gs pos="0">
                  <a:srgbClr val="894EA0"/>
                </a:gs>
                <a:gs pos="100000">
                  <a:srgbClr val="4D2C5A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1" name="圆角矩形 60"/>
            <p:cNvSpPr/>
            <p:nvPr/>
          </p:nvSpPr>
          <p:spPr>
            <a:xfrm rot="2700000">
              <a:off x="3249076" y="4004202"/>
              <a:ext cx="1105257" cy="1105257"/>
            </a:xfrm>
            <a:prstGeom prst="roundRect">
              <a:avLst>
                <a:gd name="adj" fmla="val 7690"/>
              </a:avLst>
            </a:prstGeom>
            <a:gradFill flip="none" rotWithShape="1">
              <a:gsLst>
                <a:gs pos="59000">
                  <a:srgbClr val="F9F9F9"/>
                </a:gs>
                <a:gs pos="0">
                  <a:srgbClr val="EAEAE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19050">
              <a:gradFill>
                <a:gsLst>
                  <a:gs pos="26000">
                    <a:schemeClr val="bg1"/>
                  </a:gs>
                  <a:gs pos="100000">
                    <a:srgbClr val="E2E2E2"/>
                  </a:gs>
                </a:gsLst>
              </a:gradFill>
            </a:ln>
            <a:effectLst>
              <a:outerShdw blurRad="1016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2" name="圆角矩形 61"/>
            <p:cNvSpPr/>
            <p:nvPr/>
          </p:nvSpPr>
          <p:spPr>
            <a:xfrm rot="8100000">
              <a:off x="3421349" y="4166937"/>
              <a:ext cx="777598" cy="777596"/>
            </a:xfrm>
            <a:prstGeom prst="roundRect">
              <a:avLst>
                <a:gd name="adj" fmla="val 7690"/>
              </a:avLst>
            </a:prstGeom>
            <a:solidFill>
              <a:srgbClr val="663A77"/>
            </a:solidFill>
            <a:ln>
              <a:noFill/>
            </a:ln>
            <a:effectLst>
              <a:innerShdw blurRad="215900" dist="76200" dir="8100000">
                <a:srgbClr val="180E1C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 dirty="0">
                <a:solidFill>
                  <a:prstClr val="white"/>
                </a:solidFill>
              </a:endParaRPr>
            </a:p>
          </p:txBody>
        </p:sp>
        <p:sp>
          <p:nvSpPr>
            <p:cNvPr id="44054" name="文本框 87"/>
            <p:cNvSpPr txBox="1"/>
            <p:nvPr/>
          </p:nvSpPr>
          <p:spPr>
            <a:xfrm>
              <a:off x="3601515" y="4265674"/>
              <a:ext cx="407041" cy="6156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2400" dirty="0">
                  <a:solidFill>
                    <a:srgbClr val="FFFFFF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C</a:t>
              </a:r>
              <a:endParaRPr lang="zh-CN" altLang="en-US" sz="2400" dirty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3529010" y="5488347"/>
              <a:ext cx="536875" cy="605886"/>
              <a:chOff x="10815638" y="1174750"/>
              <a:chExt cx="728663" cy="822325"/>
            </a:xfrm>
            <a:solidFill>
              <a:schemeClr val="bg1"/>
            </a:solidFill>
          </p:grpSpPr>
          <p:sp>
            <p:nvSpPr>
              <p:cNvPr id="65" name="Freeform 33"/>
              <p:cNvSpPr>
                <a:spLocks noEditPoints="1"/>
              </p:cNvSpPr>
              <p:nvPr/>
            </p:nvSpPr>
            <p:spPr bwMode="auto">
              <a:xfrm>
                <a:off x="10815638" y="1174750"/>
                <a:ext cx="728663" cy="822325"/>
              </a:xfrm>
              <a:custGeom>
                <a:avLst/>
                <a:gdLst>
                  <a:gd name="T0" fmla="*/ 103 w 194"/>
                  <a:gd name="T1" fmla="*/ 26 h 219"/>
                  <a:gd name="T2" fmla="*/ 103 w 194"/>
                  <a:gd name="T3" fmla="*/ 18 h 219"/>
                  <a:gd name="T4" fmla="*/ 120 w 194"/>
                  <a:gd name="T5" fmla="*/ 18 h 219"/>
                  <a:gd name="T6" fmla="*/ 120 w 194"/>
                  <a:gd name="T7" fmla="*/ 0 h 219"/>
                  <a:gd name="T8" fmla="*/ 74 w 194"/>
                  <a:gd name="T9" fmla="*/ 0 h 219"/>
                  <a:gd name="T10" fmla="*/ 74 w 194"/>
                  <a:gd name="T11" fmla="*/ 18 h 219"/>
                  <a:gd name="T12" fmla="*/ 91 w 194"/>
                  <a:gd name="T13" fmla="*/ 18 h 219"/>
                  <a:gd name="T14" fmla="*/ 91 w 194"/>
                  <a:gd name="T15" fmla="*/ 26 h 219"/>
                  <a:gd name="T16" fmla="*/ 0 w 194"/>
                  <a:gd name="T17" fmla="*/ 122 h 219"/>
                  <a:gd name="T18" fmla="*/ 97 w 194"/>
                  <a:gd name="T19" fmla="*/ 219 h 219"/>
                  <a:gd name="T20" fmla="*/ 194 w 194"/>
                  <a:gd name="T21" fmla="*/ 122 h 219"/>
                  <a:gd name="T22" fmla="*/ 103 w 194"/>
                  <a:gd name="T23" fmla="*/ 26 h 219"/>
                  <a:gd name="T24" fmla="*/ 158 w 194"/>
                  <a:gd name="T25" fmla="*/ 180 h 219"/>
                  <a:gd name="T26" fmla="*/ 145 w 194"/>
                  <a:gd name="T27" fmla="*/ 167 h 219"/>
                  <a:gd name="T28" fmla="*/ 142 w 194"/>
                  <a:gd name="T29" fmla="*/ 171 h 219"/>
                  <a:gd name="T30" fmla="*/ 154 w 194"/>
                  <a:gd name="T31" fmla="*/ 183 h 219"/>
                  <a:gd name="T32" fmla="*/ 100 w 194"/>
                  <a:gd name="T33" fmla="*/ 206 h 219"/>
                  <a:gd name="T34" fmla="*/ 100 w 194"/>
                  <a:gd name="T35" fmla="*/ 188 h 219"/>
                  <a:gd name="T36" fmla="*/ 95 w 194"/>
                  <a:gd name="T37" fmla="*/ 188 h 219"/>
                  <a:gd name="T38" fmla="*/ 95 w 194"/>
                  <a:gd name="T39" fmla="*/ 206 h 219"/>
                  <a:gd name="T40" fmla="*/ 40 w 194"/>
                  <a:gd name="T41" fmla="*/ 183 h 219"/>
                  <a:gd name="T42" fmla="*/ 52 w 194"/>
                  <a:gd name="T43" fmla="*/ 171 h 219"/>
                  <a:gd name="T44" fmla="*/ 49 w 194"/>
                  <a:gd name="T45" fmla="*/ 167 h 219"/>
                  <a:gd name="T46" fmla="*/ 36 w 194"/>
                  <a:gd name="T47" fmla="*/ 180 h 219"/>
                  <a:gd name="T48" fmla="*/ 14 w 194"/>
                  <a:gd name="T49" fmla="*/ 125 h 219"/>
                  <a:gd name="T50" fmla="*/ 31 w 194"/>
                  <a:gd name="T51" fmla="*/ 125 h 219"/>
                  <a:gd name="T52" fmla="*/ 31 w 194"/>
                  <a:gd name="T53" fmla="*/ 120 h 219"/>
                  <a:gd name="T54" fmla="*/ 14 w 194"/>
                  <a:gd name="T55" fmla="*/ 120 h 219"/>
                  <a:gd name="T56" fmla="*/ 36 w 194"/>
                  <a:gd name="T57" fmla="*/ 65 h 219"/>
                  <a:gd name="T58" fmla="*/ 49 w 194"/>
                  <a:gd name="T59" fmla="*/ 78 h 219"/>
                  <a:gd name="T60" fmla="*/ 52 w 194"/>
                  <a:gd name="T61" fmla="*/ 74 h 219"/>
                  <a:gd name="T62" fmla="*/ 40 w 194"/>
                  <a:gd name="T63" fmla="*/ 62 h 219"/>
                  <a:gd name="T64" fmla="*/ 95 w 194"/>
                  <a:gd name="T65" fmla="*/ 39 h 219"/>
                  <a:gd name="T66" fmla="*/ 95 w 194"/>
                  <a:gd name="T67" fmla="*/ 56 h 219"/>
                  <a:gd name="T68" fmla="*/ 100 w 194"/>
                  <a:gd name="T69" fmla="*/ 56 h 219"/>
                  <a:gd name="T70" fmla="*/ 100 w 194"/>
                  <a:gd name="T71" fmla="*/ 39 h 219"/>
                  <a:gd name="T72" fmla="*/ 154 w 194"/>
                  <a:gd name="T73" fmla="*/ 62 h 219"/>
                  <a:gd name="T74" fmla="*/ 142 w 194"/>
                  <a:gd name="T75" fmla="*/ 74 h 219"/>
                  <a:gd name="T76" fmla="*/ 145 w 194"/>
                  <a:gd name="T77" fmla="*/ 78 h 219"/>
                  <a:gd name="T78" fmla="*/ 158 w 194"/>
                  <a:gd name="T79" fmla="*/ 65 h 219"/>
                  <a:gd name="T80" fmla="*/ 180 w 194"/>
                  <a:gd name="T81" fmla="*/ 120 h 219"/>
                  <a:gd name="T82" fmla="*/ 163 w 194"/>
                  <a:gd name="T83" fmla="*/ 120 h 219"/>
                  <a:gd name="T84" fmla="*/ 163 w 194"/>
                  <a:gd name="T85" fmla="*/ 125 h 219"/>
                  <a:gd name="T86" fmla="*/ 180 w 194"/>
                  <a:gd name="T87" fmla="*/ 125 h 219"/>
                  <a:gd name="T88" fmla="*/ 158 w 194"/>
                  <a:gd name="T89" fmla="*/ 18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4" h="219">
                    <a:moveTo>
                      <a:pt x="103" y="26"/>
                    </a:moveTo>
                    <a:cubicBezTo>
                      <a:pt x="103" y="18"/>
                      <a:pt x="103" y="18"/>
                      <a:pt x="103" y="18"/>
                    </a:cubicBezTo>
                    <a:cubicBezTo>
                      <a:pt x="120" y="18"/>
                      <a:pt x="120" y="18"/>
                      <a:pt x="120" y="1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18"/>
                      <a:pt x="74" y="18"/>
                      <a:pt x="74" y="18"/>
                    </a:cubicBezTo>
                    <a:cubicBezTo>
                      <a:pt x="91" y="18"/>
                      <a:pt x="91" y="18"/>
                      <a:pt x="91" y="18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41" y="29"/>
                      <a:pt x="0" y="71"/>
                      <a:pt x="0" y="122"/>
                    </a:cubicBezTo>
                    <a:cubicBezTo>
                      <a:pt x="0" y="176"/>
                      <a:pt x="44" y="219"/>
                      <a:pt x="97" y="219"/>
                    </a:cubicBezTo>
                    <a:cubicBezTo>
                      <a:pt x="150" y="219"/>
                      <a:pt x="194" y="176"/>
                      <a:pt x="194" y="122"/>
                    </a:cubicBezTo>
                    <a:cubicBezTo>
                      <a:pt x="194" y="71"/>
                      <a:pt x="154" y="29"/>
                      <a:pt x="103" y="26"/>
                    </a:cubicBezTo>
                    <a:close/>
                    <a:moveTo>
                      <a:pt x="158" y="180"/>
                    </a:move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42" y="171"/>
                      <a:pt x="142" y="171"/>
                      <a:pt x="142" y="171"/>
                    </a:cubicBezTo>
                    <a:cubicBezTo>
                      <a:pt x="154" y="183"/>
                      <a:pt x="154" y="183"/>
                      <a:pt x="154" y="183"/>
                    </a:cubicBezTo>
                    <a:cubicBezTo>
                      <a:pt x="140" y="197"/>
                      <a:pt x="121" y="205"/>
                      <a:pt x="100" y="206"/>
                    </a:cubicBezTo>
                    <a:cubicBezTo>
                      <a:pt x="100" y="188"/>
                      <a:pt x="100" y="188"/>
                      <a:pt x="100" y="188"/>
                    </a:cubicBezTo>
                    <a:cubicBezTo>
                      <a:pt x="95" y="188"/>
                      <a:pt x="95" y="188"/>
                      <a:pt x="95" y="188"/>
                    </a:cubicBezTo>
                    <a:cubicBezTo>
                      <a:pt x="95" y="206"/>
                      <a:pt x="95" y="206"/>
                      <a:pt x="95" y="206"/>
                    </a:cubicBezTo>
                    <a:cubicBezTo>
                      <a:pt x="73" y="205"/>
                      <a:pt x="54" y="197"/>
                      <a:pt x="40" y="183"/>
                    </a:cubicBezTo>
                    <a:cubicBezTo>
                      <a:pt x="52" y="171"/>
                      <a:pt x="52" y="171"/>
                      <a:pt x="52" y="171"/>
                    </a:cubicBezTo>
                    <a:cubicBezTo>
                      <a:pt x="49" y="167"/>
                      <a:pt x="49" y="167"/>
                      <a:pt x="49" y="167"/>
                    </a:cubicBezTo>
                    <a:cubicBezTo>
                      <a:pt x="36" y="180"/>
                      <a:pt x="36" y="180"/>
                      <a:pt x="36" y="180"/>
                    </a:cubicBezTo>
                    <a:cubicBezTo>
                      <a:pt x="23" y="165"/>
                      <a:pt x="14" y="146"/>
                      <a:pt x="14" y="125"/>
                    </a:cubicBezTo>
                    <a:cubicBezTo>
                      <a:pt x="31" y="125"/>
                      <a:pt x="31" y="125"/>
                      <a:pt x="31" y="125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14" y="120"/>
                      <a:pt x="14" y="120"/>
                      <a:pt x="14" y="120"/>
                    </a:cubicBezTo>
                    <a:cubicBezTo>
                      <a:pt x="14" y="99"/>
                      <a:pt x="23" y="80"/>
                      <a:pt x="36" y="65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52" y="74"/>
                      <a:pt x="52" y="74"/>
                      <a:pt x="52" y="7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54" y="48"/>
                      <a:pt x="73" y="40"/>
                      <a:pt x="95" y="39"/>
                    </a:cubicBezTo>
                    <a:cubicBezTo>
                      <a:pt x="95" y="56"/>
                      <a:pt x="95" y="56"/>
                      <a:pt x="95" y="56"/>
                    </a:cubicBezTo>
                    <a:cubicBezTo>
                      <a:pt x="100" y="56"/>
                      <a:pt x="100" y="56"/>
                      <a:pt x="100" y="56"/>
                    </a:cubicBezTo>
                    <a:cubicBezTo>
                      <a:pt x="100" y="39"/>
                      <a:pt x="100" y="39"/>
                      <a:pt x="100" y="39"/>
                    </a:cubicBezTo>
                    <a:cubicBezTo>
                      <a:pt x="121" y="40"/>
                      <a:pt x="140" y="48"/>
                      <a:pt x="154" y="62"/>
                    </a:cubicBezTo>
                    <a:cubicBezTo>
                      <a:pt x="142" y="74"/>
                      <a:pt x="142" y="74"/>
                      <a:pt x="142" y="74"/>
                    </a:cubicBezTo>
                    <a:cubicBezTo>
                      <a:pt x="145" y="78"/>
                      <a:pt x="145" y="78"/>
                      <a:pt x="145" y="78"/>
                    </a:cubicBezTo>
                    <a:cubicBezTo>
                      <a:pt x="158" y="65"/>
                      <a:pt x="158" y="65"/>
                      <a:pt x="158" y="65"/>
                    </a:cubicBezTo>
                    <a:cubicBezTo>
                      <a:pt x="171" y="80"/>
                      <a:pt x="180" y="99"/>
                      <a:pt x="180" y="120"/>
                    </a:cubicBezTo>
                    <a:cubicBezTo>
                      <a:pt x="163" y="120"/>
                      <a:pt x="163" y="120"/>
                      <a:pt x="163" y="120"/>
                    </a:cubicBezTo>
                    <a:cubicBezTo>
                      <a:pt x="163" y="125"/>
                      <a:pt x="163" y="125"/>
                      <a:pt x="163" y="125"/>
                    </a:cubicBezTo>
                    <a:cubicBezTo>
                      <a:pt x="180" y="125"/>
                      <a:pt x="180" y="125"/>
                      <a:pt x="180" y="125"/>
                    </a:cubicBezTo>
                    <a:cubicBezTo>
                      <a:pt x="180" y="146"/>
                      <a:pt x="171" y="165"/>
                      <a:pt x="158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34"/>
              <p:cNvSpPr/>
              <p:nvPr/>
            </p:nvSpPr>
            <p:spPr bwMode="auto">
              <a:xfrm>
                <a:off x="11153775" y="1404937"/>
                <a:ext cx="160338" cy="273050"/>
              </a:xfrm>
              <a:custGeom>
                <a:avLst/>
                <a:gdLst>
                  <a:gd name="T0" fmla="*/ 101 w 101"/>
                  <a:gd name="T1" fmla="*/ 66 h 172"/>
                  <a:gd name="T2" fmla="*/ 94 w 101"/>
                  <a:gd name="T3" fmla="*/ 59 h 172"/>
                  <a:gd name="T4" fmla="*/ 21 w 101"/>
                  <a:gd name="T5" fmla="*/ 132 h 172"/>
                  <a:gd name="T6" fmla="*/ 21 w 101"/>
                  <a:gd name="T7" fmla="*/ 0 h 172"/>
                  <a:gd name="T8" fmla="*/ 11 w 101"/>
                  <a:gd name="T9" fmla="*/ 0 h 172"/>
                  <a:gd name="T10" fmla="*/ 11 w 101"/>
                  <a:gd name="T11" fmla="*/ 141 h 172"/>
                  <a:gd name="T12" fmla="*/ 0 w 101"/>
                  <a:gd name="T13" fmla="*/ 153 h 172"/>
                  <a:gd name="T14" fmla="*/ 7 w 101"/>
                  <a:gd name="T15" fmla="*/ 163 h 172"/>
                  <a:gd name="T16" fmla="*/ 11 w 101"/>
                  <a:gd name="T17" fmla="*/ 158 h 172"/>
                  <a:gd name="T18" fmla="*/ 11 w 101"/>
                  <a:gd name="T19" fmla="*/ 172 h 172"/>
                  <a:gd name="T20" fmla="*/ 21 w 101"/>
                  <a:gd name="T21" fmla="*/ 172 h 172"/>
                  <a:gd name="T22" fmla="*/ 21 w 101"/>
                  <a:gd name="T23" fmla="*/ 146 h 172"/>
                  <a:gd name="T24" fmla="*/ 101 w 101"/>
                  <a:gd name="T25" fmla="*/ 66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72">
                    <a:moveTo>
                      <a:pt x="101" y="66"/>
                    </a:moveTo>
                    <a:lnTo>
                      <a:pt x="94" y="59"/>
                    </a:lnTo>
                    <a:lnTo>
                      <a:pt x="21" y="132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11" y="141"/>
                    </a:lnTo>
                    <a:lnTo>
                      <a:pt x="0" y="153"/>
                    </a:lnTo>
                    <a:lnTo>
                      <a:pt x="7" y="163"/>
                    </a:lnTo>
                    <a:lnTo>
                      <a:pt x="11" y="158"/>
                    </a:lnTo>
                    <a:lnTo>
                      <a:pt x="11" y="172"/>
                    </a:lnTo>
                    <a:lnTo>
                      <a:pt x="21" y="172"/>
                    </a:lnTo>
                    <a:lnTo>
                      <a:pt x="21" y="146"/>
                    </a:lnTo>
                    <a:lnTo>
                      <a:pt x="101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44056" name="组合 66"/>
          <p:cNvGrpSpPr/>
          <p:nvPr/>
        </p:nvGrpSpPr>
        <p:grpSpPr>
          <a:xfrm>
            <a:off x="4214813" y="938213"/>
            <a:ext cx="930275" cy="1743075"/>
            <a:chOff x="3185416" y="1222346"/>
            <a:chExt cx="1240635" cy="2324044"/>
          </a:xfrm>
        </p:grpSpPr>
        <p:sp>
          <p:nvSpPr>
            <p:cNvPr id="68" name="矩形 67"/>
            <p:cNvSpPr/>
            <p:nvPr/>
          </p:nvSpPr>
          <p:spPr>
            <a:xfrm rot="16200000" flipH="1">
              <a:off x="2924463" y="1483291"/>
              <a:ext cx="1762533" cy="1240635"/>
            </a:xfrm>
            <a:prstGeom prst="rect">
              <a:avLst/>
            </a:prstGeom>
            <a:gradFill flip="none" rotWithShape="1">
              <a:gsLst>
                <a:gs pos="68000">
                  <a:srgbClr val="FEB850"/>
                </a:gs>
                <a:gs pos="34000">
                  <a:srgbClr val="FEBF62"/>
                </a:gs>
                <a:gs pos="0">
                  <a:srgbClr val="FEC776"/>
                </a:gs>
                <a:gs pos="100000">
                  <a:srgbClr val="FEAA2E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9" name="圆角矩形 68"/>
            <p:cNvSpPr/>
            <p:nvPr/>
          </p:nvSpPr>
          <p:spPr>
            <a:xfrm rot="2700000">
              <a:off x="3249076" y="2441133"/>
              <a:ext cx="1105257" cy="1105257"/>
            </a:xfrm>
            <a:prstGeom prst="roundRect">
              <a:avLst>
                <a:gd name="adj" fmla="val 7690"/>
              </a:avLst>
            </a:prstGeom>
            <a:gradFill flip="none" rotWithShape="1">
              <a:gsLst>
                <a:gs pos="59000">
                  <a:srgbClr val="F9F9F9"/>
                </a:gs>
                <a:gs pos="0">
                  <a:srgbClr val="EAEAE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26000">
                    <a:schemeClr val="bg1"/>
                  </a:gs>
                  <a:gs pos="100000">
                    <a:srgbClr val="E2E2E2"/>
                  </a:gs>
                </a:gsLst>
                <a:lin ang="2700000" scaled="1"/>
                <a:tileRect/>
              </a:gradFill>
            </a:ln>
            <a:effectLst>
              <a:outerShdw blurRad="1016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70" name="圆角矩形 69"/>
            <p:cNvSpPr/>
            <p:nvPr/>
          </p:nvSpPr>
          <p:spPr>
            <a:xfrm rot="8100000">
              <a:off x="3421349" y="2616151"/>
              <a:ext cx="777598" cy="777596"/>
            </a:xfrm>
            <a:prstGeom prst="roundRect">
              <a:avLst>
                <a:gd name="adj" fmla="val 7690"/>
              </a:avLst>
            </a:prstGeom>
            <a:solidFill>
              <a:srgbClr val="FFB850"/>
            </a:solidFill>
            <a:ln>
              <a:noFill/>
            </a:ln>
            <a:effectLst>
              <a:innerShdw blurRad="215900" dist="76200" dir="8100000">
                <a:srgbClr val="7E4B00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 dirty="0">
                <a:solidFill>
                  <a:prstClr val="white"/>
                </a:solidFill>
              </a:endParaRPr>
            </a:p>
          </p:txBody>
        </p:sp>
        <p:sp>
          <p:nvSpPr>
            <p:cNvPr id="44060" name="文本框 19"/>
            <p:cNvSpPr txBox="1"/>
            <p:nvPr/>
          </p:nvSpPr>
          <p:spPr>
            <a:xfrm>
              <a:off x="3601515" y="2684849"/>
              <a:ext cx="407041" cy="6156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2400" dirty="0">
                  <a:solidFill>
                    <a:srgbClr val="FFFFFF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A</a:t>
              </a:r>
              <a:endParaRPr lang="zh-CN" altLang="en-US" sz="2400" dirty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3508959" y="1485745"/>
              <a:ext cx="602378" cy="545064"/>
              <a:chOff x="8578850" y="285750"/>
              <a:chExt cx="817563" cy="739775"/>
            </a:xfrm>
            <a:solidFill>
              <a:schemeClr val="bg1"/>
            </a:solidFill>
          </p:grpSpPr>
          <p:sp>
            <p:nvSpPr>
              <p:cNvPr id="73" name="Freeform 35"/>
              <p:cNvSpPr/>
              <p:nvPr/>
            </p:nvSpPr>
            <p:spPr bwMode="auto">
              <a:xfrm>
                <a:off x="8578850" y="530225"/>
                <a:ext cx="615950" cy="495300"/>
              </a:xfrm>
              <a:custGeom>
                <a:avLst/>
                <a:gdLst>
                  <a:gd name="T0" fmla="*/ 164 w 164"/>
                  <a:gd name="T1" fmla="*/ 59 h 132"/>
                  <a:gd name="T2" fmla="*/ 131 w 164"/>
                  <a:gd name="T3" fmla="*/ 63 h 132"/>
                  <a:gd name="T4" fmla="*/ 108 w 164"/>
                  <a:gd name="T5" fmla="*/ 61 h 132"/>
                  <a:gd name="T6" fmla="*/ 76 w 164"/>
                  <a:gd name="T7" fmla="*/ 83 h 132"/>
                  <a:gd name="T8" fmla="*/ 77 w 164"/>
                  <a:gd name="T9" fmla="*/ 50 h 132"/>
                  <a:gd name="T10" fmla="*/ 41 w 164"/>
                  <a:gd name="T11" fmla="*/ 0 h 132"/>
                  <a:gd name="T12" fmla="*/ 0 w 164"/>
                  <a:gd name="T13" fmla="*/ 48 h 132"/>
                  <a:gd name="T14" fmla="*/ 83 w 164"/>
                  <a:gd name="T15" fmla="*/ 105 h 132"/>
                  <a:gd name="T16" fmla="*/ 108 w 164"/>
                  <a:gd name="T17" fmla="*/ 102 h 132"/>
                  <a:gd name="T18" fmla="*/ 138 w 164"/>
                  <a:gd name="T19" fmla="*/ 132 h 132"/>
                  <a:gd name="T20" fmla="*/ 130 w 164"/>
                  <a:gd name="T21" fmla="*/ 95 h 132"/>
                  <a:gd name="T22" fmla="*/ 164 w 164"/>
                  <a:gd name="T23" fmla="*/ 59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4" h="132">
                    <a:moveTo>
                      <a:pt x="164" y="59"/>
                    </a:moveTo>
                    <a:cubicBezTo>
                      <a:pt x="154" y="62"/>
                      <a:pt x="143" y="63"/>
                      <a:pt x="131" y="63"/>
                    </a:cubicBezTo>
                    <a:cubicBezTo>
                      <a:pt x="123" y="63"/>
                      <a:pt x="115" y="62"/>
                      <a:pt x="108" y="61"/>
                    </a:cubicBezTo>
                    <a:cubicBezTo>
                      <a:pt x="104" y="64"/>
                      <a:pt x="76" y="83"/>
                      <a:pt x="76" y="83"/>
                    </a:cubicBezTo>
                    <a:cubicBezTo>
                      <a:pt x="76" y="83"/>
                      <a:pt x="76" y="56"/>
                      <a:pt x="77" y="50"/>
                    </a:cubicBezTo>
                    <a:cubicBezTo>
                      <a:pt x="55" y="38"/>
                      <a:pt x="41" y="20"/>
                      <a:pt x="41" y="0"/>
                    </a:cubicBezTo>
                    <a:cubicBezTo>
                      <a:pt x="17" y="10"/>
                      <a:pt x="0" y="28"/>
                      <a:pt x="0" y="48"/>
                    </a:cubicBezTo>
                    <a:cubicBezTo>
                      <a:pt x="0" y="80"/>
                      <a:pt x="37" y="105"/>
                      <a:pt x="83" y="105"/>
                    </a:cubicBezTo>
                    <a:cubicBezTo>
                      <a:pt x="92" y="105"/>
                      <a:pt x="100" y="104"/>
                      <a:pt x="108" y="102"/>
                    </a:cubicBezTo>
                    <a:cubicBezTo>
                      <a:pt x="138" y="132"/>
                      <a:pt x="138" y="132"/>
                      <a:pt x="138" y="132"/>
                    </a:cubicBezTo>
                    <a:cubicBezTo>
                      <a:pt x="130" y="95"/>
                      <a:pt x="130" y="95"/>
                      <a:pt x="130" y="95"/>
                    </a:cubicBezTo>
                    <a:cubicBezTo>
                      <a:pt x="148" y="87"/>
                      <a:pt x="160" y="74"/>
                      <a:pt x="164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36"/>
              <p:cNvSpPr/>
              <p:nvPr/>
            </p:nvSpPr>
            <p:spPr bwMode="auto">
              <a:xfrm>
                <a:off x="8777288" y="285750"/>
                <a:ext cx="619125" cy="469900"/>
              </a:xfrm>
              <a:custGeom>
                <a:avLst/>
                <a:gdLst>
                  <a:gd name="T0" fmla="*/ 83 w 165"/>
                  <a:gd name="T1" fmla="*/ 0 h 125"/>
                  <a:gd name="T2" fmla="*/ 0 w 165"/>
                  <a:gd name="T3" fmla="*/ 56 h 125"/>
                  <a:gd name="T4" fmla="*/ 36 w 165"/>
                  <a:gd name="T5" fmla="*/ 102 h 125"/>
                  <a:gd name="T6" fmla="*/ 35 w 165"/>
                  <a:gd name="T7" fmla="*/ 125 h 125"/>
                  <a:gd name="T8" fmla="*/ 57 w 165"/>
                  <a:gd name="T9" fmla="*/ 110 h 125"/>
                  <a:gd name="T10" fmla="*/ 83 w 165"/>
                  <a:gd name="T11" fmla="*/ 113 h 125"/>
                  <a:gd name="T12" fmla="*/ 165 w 165"/>
                  <a:gd name="T13" fmla="*/ 56 h 125"/>
                  <a:gd name="T14" fmla="*/ 83 w 165"/>
                  <a:gd name="T15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5" h="125">
                    <a:moveTo>
                      <a:pt x="83" y="0"/>
                    </a:moveTo>
                    <a:cubicBezTo>
                      <a:pt x="37" y="0"/>
                      <a:pt x="0" y="25"/>
                      <a:pt x="0" y="56"/>
                    </a:cubicBezTo>
                    <a:cubicBezTo>
                      <a:pt x="0" y="75"/>
                      <a:pt x="14" y="92"/>
                      <a:pt x="36" y="102"/>
                    </a:cubicBezTo>
                    <a:cubicBezTo>
                      <a:pt x="35" y="125"/>
                      <a:pt x="35" y="125"/>
                      <a:pt x="35" y="125"/>
                    </a:cubicBezTo>
                    <a:cubicBezTo>
                      <a:pt x="57" y="110"/>
                      <a:pt x="57" y="110"/>
                      <a:pt x="57" y="110"/>
                    </a:cubicBezTo>
                    <a:cubicBezTo>
                      <a:pt x="65" y="112"/>
                      <a:pt x="74" y="113"/>
                      <a:pt x="83" y="113"/>
                    </a:cubicBezTo>
                    <a:cubicBezTo>
                      <a:pt x="128" y="113"/>
                      <a:pt x="165" y="87"/>
                      <a:pt x="165" y="56"/>
                    </a:cubicBezTo>
                    <a:cubicBezTo>
                      <a:pt x="165" y="25"/>
                      <a:pt x="128" y="0"/>
                      <a:pt x="8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p>
                <a:pPr fontAlgn="base"/>
                <a:endParaRPr lang="zh-CN" altLang="en-US" sz="1015" strike="noStrike" noProof="1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44062" name="组合 74"/>
          <p:cNvGrpSpPr/>
          <p:nvPr/>
        </p:nvGrpSpPr>
        <p:grpSpPr>
          <a:xfrm>
            <a:off x="1136650" y="1084263"/>
            <a:ext cx="1327150" cy="841375"/>
            <a:chOff x="1263772" y="2030809"/>
            <a:chExt cx="1768273" cy="1121637"/>
          </a:xfrm>
        </p:grpSpPr>
        <p:sp>
          <p:nvSpPr>
            <p:cNvPr id="44063" name="文本框 91"/>
            <p:cNvSpPr txBox="1"/>
            <p:nvPr/>
          </p:nvSpPr>
          <p:spPr>
            <a:xfrm>
              <a:off x="1263772" y="2030809"/>
              <a:ext cx="1768273" cy="4293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FFB8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全面迁移</a:t>
              </a:r>
              <a:r>
                <a:rPr lang="en-US" altLang="zh-CN" sz="1500" dirty="0">
                  <a:solidFill>
                    <a:srgbClr val="FFB8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Py3</a:t>
              </a:r>
              <a:endParaRPr lang="en-US" altLang="zh-CN" sz="1500" dirty="0">
                <a:solidFill>
                  <a:srgbClr val="FFB8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文本框 149"/>
            <p:cNvSpPr txBox="1"/>
            <p:nvPr/>
          </p:nvSpPr>
          <p:spPr>
            <a:xfrm>
              <a:off x="1282582" y="2430918"/>
              <a:ext cx="1437140" cy="721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en-US" altLang="zh-CN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cloudmanager</a:t>
              </a: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和</a:t>
              </a:r>
              <a:r>
                <a:rPr lang="en-US" altLang="zh-CN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</a:t>
              </a: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合并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降低维护成本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065" name="组合 77"/>
          <p:cNvGrpSpPr/>
          <p:nvPr/>
        </p:nvGrpSpPr>
        <p:grpSpPr>
          <a:xfrm>
            <a:off x="6586538" y="1084263"/>
            <a:ext cx="1327150" cy="985837"/>
            <a:chOff x="4629543" y="2030809"/>
            <a:chExt cx="1768273" cy="1314862"/>
          </a:xfrm>
        </p:grpSpPr>
        <p:sp>
          <p:nvSpPr>
            <p:cNvPr id="44066" name="文本框 93"/>
            <p:cNvSpPr txBox="1"/>
            <p:nvPr/>
          </p:nvSpPr>
          <p:spPr>
            <a:xfrm>
              <a:off x="4629543" y="2030809"/>
              <a:ext cx="1768273" cy="4293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E8707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客户现场实践</a:t>
              </a:r>
              <a:endParaRPr lang="zh-CN" altLang="en-US" sz="1500" dirty="0">
                <a:solidFill>
                  <a:srgbClr val="E8707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文本框 149"/>
            <p:cNvSpPr txBox="1"/>
            <p:nvPr/>
          </p:nvSpPr>
          <p:spPr>
            <a:xfrm>
              <a:off x="4655046" y="2423437"/>
              <a:ext cx="1437140" cy="92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完善交付实施手册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问题跟踪和技术支持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068" name="组合 80"/>
          <p:cNvGrpSpPr/>
          <p:nvPr/>
        </p:nvGrpSpPr>
        <p:grpSpPr>
          <a:xfrm>
            <a:off x="1244600" y="3536950"/>
            <a:ext cx="1402080" cy="989269"/>
            <a:chOff x="1263772" y="4533898"/>
            <a:chExt cx="1768273" cy="1319213"/>
          </a:xfrm>
        </p:grpSpPr>
        <p:sp>
          <p:nvSpPr>
            <p:cNvPr id="44069" name="文本框 95"/>
            <p:cNvSpPr txBox="1"/>
            <p:nvPr/>
          </p:nvSpPr>
          <p:spPr>
            <a:xfrm>
              <a:off x="1263772" y="4533898"/>
              <a:ext cx="1768273" cy="4293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01ACB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镜像仓库管理</a:t>
              </a:r>
              <a:endParaRPr lang="zh-CN" altLang="en-US" sz="1500" dirty="0">
                <a:solidFill>
                  <a:srgbClr val="01ACB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文本框 149"/>
            <p:cNvSpPr txBox="1"/>
            <p:nvPr/>
          </p:nvSpPr>
          <p:spPr>
            <a:xfrm>
              <a:off x="1285602" y="4930959"/>
              <a:ext cx="1437140" cy="922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en-US" altLang="zh-CN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harbor</a:t>
              </a: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日常维护管理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打包、部署、测试的自动化构建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071" name="组合 83"/>
          <p:cNvGrpSpPr/>
          <p:nvPr/>
        </p:nvGrpSpPr>
        <p:grpSpPr>
          <a:xfrm>
            <a:off x="6689725" y="3543300"/>
            <a:ext cx="1327150" cy="682625"/>
            <a:chOff x="4629543" y="4533898"/>
            <a:chExt cx="1768273" cy="911248"/>
          </a:xfrm>
        </p:grpSpPr>
        <p:sp>
          <p:nvSpPr>
            <p:cNvPr id="44072" name="文本框 97"/>
            <p:cNvSpPr txBox="1"/>
            <p:nvPr/>
          </p:nvSpPr>
          <p:spPr>
            <a:xfrm>
              <a:off x="4629543" y="4533898"/>
              <a:ext cx="1768273" cy="429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sz="1500" dirty="0">
                  <a:solidFill>
                    <a:srgbClr val="663A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日志监控</a:t>
              </a:r>
              <a:r>
                <a:rPr lang="en-US" altLang="zh-CN" sz="1500" dirty="0">
                  <a:solidFill>
                    <a:srgbClr val="663A7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Loki</a:t>
              </a:r>
              <a:endParaRPr lang="en-US" altLang="zh-CN" sz="1500" dirty="0">
                <a:solidFill>
                  <a:srgbClr val="663A7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149"/>
            <p:cNvSpPr txBox="1"/>
            <p:nvPr/>
          </p:nvSpPr>
          <p:spPr>
            <a:xfrm>
              <a:off x="4658066" y="4923479"/>
              <a:ext cx="1437140" cy="521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171450" indent="-171450" algn="just">
                <a:lnSpc>
                  <a:spcPct val="130000"/>
                </a:lnSpc>
                <a:buChar char="•"/>
              </a:pPr>
              <a:r>
                <a:rPr lang="zh-CN" altLang="en-US" sz="750" noProof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更加全面的保驾护航</a:t>
              </a:r>
              <a:endParaRPr lang="zh-CN" altLang="en-US" sz="750" noProof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4074" name="图片 89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 rot="10800000">
            <a:off x="3811588" y="939800"/>
            <a:ext cx="1724025" cy="144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75" name="图片 90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 flipH="1">
            <a:off x="3811588" y="4621213"/>
            <a:ext cx="1724025" cy="144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76" name="图片 91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-5400000">
            <a:off x="5653088" y="2781300"/>
            <a:ext cx="1722437" cy="144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77" name="图片 92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5400000" flipH="1">
            <a:off x="1971675" y="2781300"/>
            <a:ext cx="1722438" cy="144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46085" name="Text Box 44"/>
          <p:cNvSpPr txBox="1"/>
          <p:nvPr/>
        </p:nvSpPr>
        <p:spPr>
          <a:xfrm>
            <a:off x="552450" y="336550"/>
            <a:ext cx="4010025" cy="384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实现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cloud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的突破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838225" y="1664521"/>
            <a:ext cx="3680592" cy="2772443"/>
            <a:chOff x="-467967" y="1099457"/>
            <a:chExt cx="10233475" cy="7708468"/>
          </a:xfrm>
          <a:solidFill>
            <a:schemeClr val="bg1">
              <a:lumMod val="85000"/>
              <a:alpha val="53000"/>
            </a:schemeClr>
          </a:solidFill>
        </p:grpSpPr>
        <p:sp>
          <p:nvSpPr>
            <p:cNvPr id="11" name="Freeform 979"/>
            <p:cNvSpPr>
              <a:spLocks noEditPoints="1"/>
            </p:cNvSpPr>
            <p:nvPr/>
          </p:nvSpPr>
          <p:spPr bwMode="auto">
            <a:xfrm>
              <a:off x="3114399" y="1099458"/>
              <a:ext cx="3862664" cy="3454184"/>
            </a:xfrm>
            <a:custGeom>
              <a:avLst/>
              <a:gdLst>
                <a:gd name="T0" fmla="*/ 242 w 364"/>
                <a:gd name="T1" fmla="*/ 177 h 326"/>
                <a:gd name="T2" fmla="*/ 202 w 364"/>
                <a:gd name="T3" fmla="*/ 142 h 326"/>
                <a:gd name="T4" fmla="*/ 188 w 364"/>
                <a:gd name="T5" fmla="*/ 100 h 326"/>
                <a:gd name="T6" fmla="*/ 135 w 364"/>
                <a:gd name="T7" fmla="*/ 104 h 326"/>
                <a:gd name="T8" fmla="*/ 95 w 364"/>
                <a:gd name="T9" fmla="*/ 84 h 326"/>
                <a:gd name="T10" fmla="*/ 60 w 364"/>
                <a:gd name="T11" fmla="*/ 124 h 326"/>
                <a:gd name="T12" fmla="*/ 18 w 364"/>
                <a:gd name="T13" fmla="*/ 138 h 326"/>
                <a:gd name="T14" fmla="*/ 22 w 364"/>
                <a:gd name="T15" fmla="*/ 191 h 326"/>
                <a:gd name="T16" fmla="*/ 2 w 364"/>
                <a:gd name="T17" fmla="*/ 231 h 326"/>
                <a:gd name="T18" fmla="*/ 42 w 364"/>
                <a:gd name="T19" fmla="*/ 266 h 326"/>
                <a:gd name="T20" fmla="*/ 56 w 364"/>
                <a:gd name="T21" fmla="*/ 308 h 326"/>
                <a:gd name="T22" fmla="*/ 109 w 364"/>
                <a:gd name="T23" fmla="*/ 304 h 326"/>
                <a:gd name="T24" fmla="*/ 149 w 364"/>
                <a:gd name="T25" fmla="*/ 324 h 326"/>
                <a:gd name="T26" fmla="*/ 184 w 364"/>
                <a:gd name="T27" fmla="*/ 283 h 326"/>
                <a:gd name="T28" fmla="*/ 226 w 364"/>
                <a:gd name="T29" fmla="*/ 270 h 326"/>
                <a:gd name="T30" fmla="*/ 222 w 364"/>
                <a:gd name="T31" fmla="*/ 216 h 326"/>
                <a:gd name="T32" fmla="*/ 127 w 364"/>
                <a:gd name="T33" fmla="*/ 280 h 326"/>
                <a:gd name="T34" fmla="*/ 117 w 364"/>
                <a:gd name="T35" fmla="*/ 127 h 326"/>
                <a:gd name="T36" fmla="*/ 127 w 364"/>
                <a:gd name="T37" fmla="*/ 280 h 326"/>
                <a:gd name="T38" fmla="*/ 364 w 364"/>
                <a:gd name="T39" fmla="*/ 90 h 326"/>
                <a:gd name="T40" fmla="*/ 348 w 364"/>
                <a:gd name="T41" fmla="*/ 66 h 326"/>
                <a:gd name="T42" fmla="*/ 345 w 364"/>
                <a:gd name="T43" fmla="*/ 29 h 326"/>
                <a:gd name="T44" fmla="*/ 316 w 364"/>
                <a:gd name="T45" fmla="*/ 24 h 326"/>
                <a:gd name="T46" fmla="*/ 289 w 364"/>
                <a:gd name="T47" fmla="*/ 0 h 326"/>
                <a:gd name="T48" fmla="*/ 264 w 364"/>
                <a:gd name="T49" fmla="*/ 16 h 326"/>
                <a:gd name="T50" fmla="*/ 228 w 364"/>
                <a:gd name="T51" fmla="*/ 19 h 326"/>
                <a:gd name="T52" fmla="*/ 222 w 364"/>
                <a:gd name="T53" fmla="*/ 48 h 326"/>
                <a:gd name="T54" fmla="*/ 198 w 364"/>
                <a:gd name="T55" fmla="*/ 75 h 326"/>
                <a:gd name="T56" fmla="*/ 215 w 364"/>
                <a:gd name="T57" fmla="*/ 100 h 326"/>
                <a:gd name="T58" fmla="*/ 217 w 364"/>
                <a:gd name="T59" fmla="*/ 136 h 326"/>
                <a:gd name="T60" fmla="*/ 247 w 364"/>
                <a:gd name="T61" fmla="*/ 142 h 326"/>
                <a:gd name="T62" fmla="*/ 274 w 364"/>
                <a:gd name="T63" fmla="*/ 166 h 326"/>
                <a:gd name="T64" fmla="*/ 299 w 364"/>
                <a:gd name="T65" fmla="*/ 149 h 326"/>
                <a:gd name="T66" fmla="*/ 335 w 364"/>
                <a:gd name="T67" fmla="*/ 147 h 326"/>
                <a:gd name="T68" fmla="*/ 340 w 364"/>
                <a:gd name="T69" fmla="*/ 117 h 326"/>
                <a:gd name="T70" fmla="*/ 285 w 364"/>
                <a:gd name="T71" fmla="*/ 135 h 326"/>
                <a:gd name="T72" fmla="*/ 278 w 364"/>
                <a:gd name="T73" fmla="*/ 31 h 326"/>
                <a:gd name="T74" fmla="*/ 285 w 364"/>
                <a:gd name="T75" fmla="*/ 135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4" h="326">
                  <a:moveTo>
                    <a:pt x="244" y="215"/>
                  </a:moveTo>
                  <a:cubicBezTo>
                    <a:pt x="242" y="177"/>
                    <a:pt x="242" y="177"/>
                    <a:pt x="242" y="177"/>
                  </a:cubicBezTo>
                  <a:cubicBezTo>
                    <a:pt x="219" y="179"/>
                    <a:pt x="219" y="179"/>
                    <a:pt x="219" y="179"/>
                  </a:cubicBezTo>
                  <a:cubicBezTo>
                    <a:pt x="216" y="165"/>
                    <a:pt x="210" y="153"/>
                    <a:pt x="202" y="142"/>
                  </a:cubicBezTo>
                  <a:cubicBezTo>
                    <a:pt x="216" y="125"/>
                    <a:pt x="216" y="125"/>
                    <a:pt x="216" y="125"/>
                  </a:cubicBezTo>
                  <a:cubicBezTo>
                    <a:pt x="188" y="100"/>
                    <a:pt x="188" y="100"/>
                    <a:pt x="188" y="100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61" y="110"/>
                    <a:pt x="148" y="106"/>
                    <a:pt x="135" y="104"/>
                  </a:cubicBezTo>
                  <a:cubicBezTo>
                    <a:pt x="133" y="81"/>
                    <a:pt x="133" y="81"/>
                    <a:pt x="133" y="81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97" y="106"/>
                    <a:pt x="97" y="106"/>
                    <a:pt x="97" y="106"/>
                  </a:cubicBezTo>
                  <a:cubicBezTo>
                    <a:pt x="83" y="110"/>
                    <a:pt x="71" y="116"/>
                    <a:pt x="60" y="12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28" y="164"/>
                    <a:pt x="24" y="177"/>
                    <a:pt x="22" y="191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8" y="243"/>
                    <a:pt x="34" y="255"/>
                    <a:pt x="42" y="266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56" y="308"/>
                    <a:pt x="56" y="308"/>
                    <a:pt x="56" y="308"/>
                  </a:cubicBezTo>
                  <a:cubicBezTo>
                    <a:pt x="71" y="291"/>
                    <a:pt x="71" y="291"/>
                    <a:pt x="71" y="291"/>
                  </a:cubicBezTo>
                  <a:cubicBezTo>
                    <a:pt x="83" y="297"/>
                    <a:pt x="96" y="302"/>
                    <a:pt x="109" y="304"/>
                  </a:cubicBezTo>
                  <a:cubicBezTo>
                    <a:pt x="111" y="326"/>
                    <a:pt x="111" y="326"/>
                    <a:pt x="111" y="326"/>
                  </a:cubicBezTo>
                  <a:cubicBezTo>
                    <a:pt x="149" y="324"/>
                    <a:pt x="149" y="324"/>
                    <a:pt x="149" y="324"/>
                  </a:cubicBezTo>
                  <a:cubicBezTo>
                    <a:pt x="147" y="301"/>
                    <a:pt x="147" y="301"/>
                    <a:pt x="147" y="301"/>
                  </a:cubicBezTo>
                  <a:cubicBezTo>
                    <a:pt x="161" y="298"/>
                    <a:pt x="173" y="292"/>
                    <a:pt x="184" y="283"/>
                  </a:cubicBezTo>
                  <a:cubicBezTo>
                    <a:pt x="201" y="298"/>
                    <a:pt x="201" y="298"/>
                    <a:pt x="201" y="298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16" y="243"/>
                    <a:pt x="220" y="230"/>
                    <a:pt x="222" y="216"/>
                  </a:cubicBezTo>
                  <a:lnTo>
                    <a:pt x="244" y="215"/>
                  </a:lnTo>
                  <a:close/>
                  <a:moveTo>
                    <a:pt x="127" y="280"/>
                  </a:moveTo>
                  <a:cubicBezTo>
                    <a:pt x="85" y="283"/>
                    <a:pt x="48" y="251"/>
                    <a:pt x="45" y="209"/>
                  </a:cubicBezTo>
                  <a:cubicBezTo>
                    <a:pt x="43" y="167"/>
                    <a:pt x="75" y="130"/>
                    <a:pt x="117" y="127"/>
                  </a:cubicBezTo>
                  <a:cubicBezTo>
                    <a:pt x="159" y="124"/>
                    <a:pt x="196" y="157"/>
                    <a:pt x="199" y="199"/>
                  </a:cubicBezTo>
                  <a:cubicBezTo>
                    <a:pt x="201" y="241"/>
                    <a:pt x="169" y="278"/>
                    <a:pt x="127" y="280"/>
                  </a:cubicBezTo>
                  <a:close/>
                  <a:moveTo>
                    <a:pt x="349" y="91"/>
                  </a:moveTo>
                  <a:cubicBezTo>
                    <a:pt x="364" y="90"/>
                    <a:pt x="364" y="90"/>
                    <a:pt x="364" y="90"/>
                  </a:cubicBezTo>
                  <a:cubicBezTo>
                    <a:pt x="363" y="65"/>
                    <a:pt x="363" y="65"/>
                    <a:pt x="363" y="65"/>
                  </a:cubicBezTo>
                  <a:cubicBezTo>
                    <a:pt x="348" y="66"/>
                    <a:pt x="348" y="66"/>
                    <a:pt x="348" y="66"/>
                  </a:cubicBezTo>
                  <a:cubicBezTo>
                    <a:pt x="345" y="56"/>
                    <a:pt x="341" y="48"/>
                    <a:pt x="335" y="41"/>
                  </a:cubicBezTo>
                  <a:cubicBezTo>
                    <a:pt x="345" y="29"/>
                    <a:pt x="345" y="29"/>
                    <a:pt x="345" y="29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16" y="24"/>
                    <a:pt x="316" y="24"/>
                    <a:pt x="316" y="24"/>
                  </a:cubicBezTo>
                  <a:cubicBezTo>
                    <a:pt x="308" y="19"/>
                    <a:pt x="299" y="16"/>
                    <a:pt x="290" y="15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63" y="1"/>
                    <a:pt x="263" y="1"/>
                    <a:pt x="263" y="1"/>
                  </a:cubicBezTo>
                  <a:cubicBezTo>
                    <a:pt x="264" y="16"/>
                    <a:pt x="264" y="16"/>
                    <a:pt x="264" y="16"/>
                  </a:cubicBezTo>
                  <a:cubicBezTo>
                    <a:pt x="255" y="19"/>
                    <a:pt x="247" y="23"/>
                    <a:pt x="239" y="29"/>
                  </a:cubicBezTo>
                  <a:cubicBezTo>
                    <a:pt x="228" y="19"/>
                    <a:pt x="228" y="19"/>
                    <a:pt x="228" y="19"/>
                  </a:cubicBezTo>
                  <a:cubicBezTo>
                    <a:pt x="211" y="38"/>
                    <a:pt x="211" y="38"/>
                    <a:pt x="211" y="38"/>
                  </a:cubicBezTo>
                  <a:cubicBezTo>
                    <a:pt x="222" y="48"/>
                    <a:pt x="222" y="48"/>
                    <a:pt x="222" y="48"/>
                  </a:cubicBezTo>
                  <a:cubicBezTo>
                    <a:pt x="218" y="56"/>
                    <a:pt x="215" y="65"/>
                    <a:pt x="213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15" y="100"/>
                    <a:pt x="215" y="100"/>
                    <a:pt x="215" y="100"/>
                  </a:cubicBezTo>
                  <a:cubicBezTo>
                    <a:pt x="218" y="109"/>
                    <a:pt x="222" y="117"/>
                    <a:pt x="227" y="125"/>
                  </a:cubicBezTo>
                  <a:cubicBezTo>
                    <a:pt x="217" y="136"/>
                    <a:pt x="217" y="136"/>
                    <a:pt x="217" y="136"/>
                  </a:cubicBezTo>
                  <a:cubicBezTo>
                    <a:pt x="237" y="153"/>
                    <a:pt x="237" y="153"/>
                    <a:pt x="237" y="153"/>
                  </a:cubicBezTo>
                  <a:cubicBezTo>
                    <a:pt x="247" y="142"/>
                    <a:pt x="247" y="142"/>
                    <a:pt x="247" y="142"/>
                  </a:cubicBezTo>
                  <a:cubicBezTo>
                    <a:pt x="255" y="146"/>
                    <a:pt x="263" y="149"/>
                    <a:pt x="273" y="151"/>
                  </a:cubicBezTo>
                  <a:cubicBezTo>
                    <a:pt x="274" y="166"/>
                    <a:pt x="274" y="166"/>
                    <a:pt x="274" y="166"/>
                  </a:cubicBezTo>
                  <a:cubicBezTo>
                    <a:pt x="300" y="164"/>
                    <a:pt x="300" y="164"/>
                    <a:pt x="300" y="164"/>
                  </a:cubicBezTo>
                  <a:cubicBezTo>
                    <a:pt x="299" y="149"/>
                    <a:pt x="299" y="149"/>
                    <a:pt x="299" y="149"/>
                  </a:cubicBezTo>
                  <a:cubicBezTo>
                    <a:pt x="308" y="147"/>
                    <a:pt x="316" y="142"/>
                    <a:pt x="323" y="137"/>
                  </a:cubicBezTo>
                  <a:cubicBezTo>
                    <a:pt x="335" y="147"/>
                    <a:pt x="335" y="147"/>
                    <a:pt x="335" y="147"/>
                  </a:cubicBezTo>
                  <a:cubicBezTo>
                    <a:pt x="352" y="127"/>
                    <a:pt x="352" y="127"/>
                    <a:pt x="352" y="127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5" y="110"/>
                    <a:pt x="348" y="101"/>
                    <a:pt x="349" y="91"/>
                  </a:cubicBezTo>
                  <a:close/>
                  <a:moveTo>
                    <a:pt x="285" y="135"/>
                  </a:moveTo>
                  <a:cubicBezTo>
                    <a:pt x="256" y="137"/>
                    <a:pt x="231" y="115"/>
                    <a:pt x="229" y="86"/>
                  </a:cubicBezTo>
                  <a:cubicBezTo>
                    <a:pt x="227" y="57"/>
                    <a:pt x="249" y="32"/>
                    <a:pt x="278" y="31"/>
                  </a:cubicBezTo>
                  <a:cubicBezTo>
                    <a:pt x="307" y="29"/>
                    <a:pt x="332" y="51"/>
                    <a:pt x="333" y="79"/>
                  </a:cubicBezTo>
                  <a:cubicBezTo>
                    <a:pt x="335" y="108"/>
                    <a:pt x="313" y="133"/>
                    <a:pt x="285" y="13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" name="Freeform 979"/>
            <p:cNvSpPr>
              <a:spLocks noEditPoints="1"/>
            </p:cNvSpPr>
            <p:nvPr/>
          </p:nvSpPr>
          <p:spPr bwMode="auto">
            <a:xfrm>
              <a:off x="5657575" y="1899557"/>
              <a:ext cx="3862664" cy="3454184"/>
            </a:xfrm>
            <a:custGeom>
              <a:avLst/>
              <a:gdLst>
                <a:gd name="T0" fmla="*/ 242 w 364"/>
                <a:gd name="T1" fmla="*/ 177 h 326"/>
                <a:gd name="T2" fmla="*/ 202 w 364"/>
                <a:gd name="T3" fmla="*/ 142 h 326"/>
                <a:gd name="T4" fmla="*/ 188 w 364"/>
                <a:gd name="T5" fmla="*/ 100 h 326"/>
                <a:gd name="T6" fmla="*/ 135 w 364"/>
                <a:gd name="T7" fmla="*/ 104 h 326"/>
                <a:gd name="T8" fmla="*/ 95 w 364"/>
                <a:gd name="T9" fmla="*/ 84 h 326"/>
                <a:gd name="T10" fmla="*/ 60 w 364"/>
                <a:gd name="T11" fmla="*/ 124 h 326"/>
                <a:gd name="T12" fmla="*/ 18 w 364"/>
                <a:gd name="T13" fmla="*/ 138 h 326"/>
                <a:gd name="T14" fmla="*/ 22 w 364"/>
                <a:gd name="T15" fmla="*/ 191 h 326"/>
                <a:gd name="T16" fmla="*/ 2 w 364"/>
                <a:gd name="T17" fmla="*/ 231 h 326"/>
                <a:gd name="T18" fmla="*/ 42 w 364"/>
                <a:gd name="T19" fmla="*/ 266 h 326"/>
                <a:gd name="T20" fmla="*/ 56 w 364"/>
                <a:gd name="T21" fmla="*/ 308 h 326"/>
                <a:gd name="T22" fmla="*/ 109 w 364"/>
                <a:gd name="T23" fmla="*/ 304 h 326"/>
                <a:gd name="T24" fmla="*/ 149 w 364"/>
                <a:gd name="T25" fmla="*/ 324 h 326"/>
                <a:gd name="T26" fmla="*/ 184 w 364"/>
                <a:gd name="T27" fmla="*/ 283 h 326"/>
                <a:gd name="T28" fmla="*/ 226 w 364"/>
                <a:gd name="T29" fmla="*/ 270 h 326"/>
                <a:gd name="T30" fmla="*/ 222 w 364"/>
                <a:gd name="T31" fmla="*/ 216 h 326"/>
                <a:gd name="T32" fmla="*/ 127 w 364"/>
                <a:gd name="T33" fmla="*/ 280 h 326"/>
                <a:gd name="T34" fmla="*/ 117 w 364"/>
                <a:gd name="T35" fmla="*/ 127 h 326"/>
                <a:gd name="T36" fmla="*/ 127 w 364"/>
                <a:gd name="T37" fmla="*/ 280 h 326"/>
                <a:gd name="T38" fmla="*/ 364 w 364"/>
                <a:gd name="T39" fmla="*/ 90 h 326"/>
                <a:gd name="T40" fmla="*/ 348 w 364"/>
                <a:gd name="T41" fmla="*/ 66 h 326"/>
                <a:gd name="T42" fmla="*/ 345 w 364"/>
                <a:gd name="T43" fmla="*/ 29 h 326"/>
                <a:gd name="T44" fmla="*/ 316 w 364"/>
                <a:gd name="T45" fmla="*/ 24 h 326"/>
                <a:gd name="T46" fmla="*/ 289 w 364"/>
                <a:gd name="T47" fmla="*/ 0 h 326"/>
                <a:gd name="T48" fmla="*/ 264 w 364"/>
                <a:gd name="T49" fmla="*/ 16 h 326"/>
                <a:gd name="T50" fmla="*/ 228 w 364"/>
                <a:gd name="T51" fmla="*/ 19 h 326"/>
                <a:gd name="T52" fmla="*/ 222 w 364"/>
                <a:gd name="T53" fmla="*/ 48 h 326"/>
                <a:gd name="T54" fmla="*/ 198 w 364"/>
                <a:gd name="T55" fmla="*/ 75 h 326"/>
                <a:gd name="T56" fmla="*/ 215 w 364"/>
                <a:gd name="T57" fmla="*/ 100 h 326"/>
                <a:gd name="T58" fmla="*/ 217 w 364"/>
                <a:gd name="T59" fmla="*/ 136 h 326"/>
                <a:gd name="T60" fmla="*/ 247 w 364"/>
                <a:gd name="T61" fmla="*/ 142 h 326"/>
                <a:gd name="T62" fmla="*/ 274 w 364"/>
                <a:gd name="T63" fmla="*/ 166 h 326"/>
                <a:gd name="T64" fmla="*/ 299 w 364"/>
                <a:gd name="T65" fmla="*/ 149 h 326"/>
                <a:gd name="T66" fmla="*/ 335 w 364"/>
                <a:gd name="T67" fmla="*/ 147 h 326"/>
                <a:gd name="T68" fmla="*/ 340 w 364"/>
                <a:gd name="T69" fmla="*/ 117 h 326"/>
                <a:gd name="T70" fmla="*/ 285 w 364"/>
                <a:gd name="T71" fmla="*/ 135 h 326"/>
                <a:gd name="T72" fmla="*/ 278 w 364"/>
                <a:gd name="T73" fmla="*/ 31 h 326"/>
                <a:gd name="T74" fmla="*/ 285 w 364"/>
                <a:gd name="T75" fmla="*/ 135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4" h="326">
                  <a:moveTo>
                    <a:pt x="244" y="215"/>
                  </a:moveTo>
                  <a:cubicBezTo>
                    <a:pt x="242" y="177"/>
                    <a:pt x="242" y="177"/>
                    <a:pt x="242" y="177"/>
                  </a:cubicBezTo>
                  <a:cubicBezTo>
                    <a:pt x="219" y="179"/>
                    <a:pt x="219" y="179"/>
                    <a:pt x="219" y="179"/>
                  </a:cubicBezTo>
                  <a:cubicBezTo>
                    <a:pt x="216" y="165"/>
                    <a:pt x="210" y="153"/>
                    <a:pt x="202" y="142"/>
                  </a:cubicBezTo>
                  <a:cubicBezTo>
                    <a:pt x="216" y="125"/>
                    <a:pt x="216" y="125"/>
                    <a:pt x="216" y="125"/>
                  </a:cubicBezTo>
                  <a:cubicBezTo>
                    <a:pt x="188" y="100"/>
                    <a:pt x="188" y="100"/>
                    <a:pt x="188" y="100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61" y="110"/>
                    <a:pt x="148" y="106"/>
                    <a:pt x="135" y="104"/>
                  </a:cubicBezTo>
                  <a:cubicBezTo>
                    <a:pt x="133" y="81"/>
                    <a:pt x="133" y="81"/>
                    <a:pt x="133" y="81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97" y="106"/>
                    <a:pt x="97" y="106"/>
                    <a:pt x="97" y="106"/>
                  </a:cubicBezTo>
                  <a:cubicBezTo>
                    <a:pt x="83" y="110"/>
                    <a:pt x="71" y="116"/>
                    <a:pt x="60" y="12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28" y="164"/>
                    <a:pt x="24" y="177"/>
                    <a:pt x="22" y="191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8" y="243"/>
                    <a:pt x="34" y="255"/>
                    <a:pt x="42" y="266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56" y="308"/>
                    <a:pt x="56" y="308"/>
                    <a:pt x="56" y="308"/>
                  </a:cubicBezTo>
                  <a:cubicBezTo>
                    <a:pt x="71" y="291"/>
                    <a:pt x="71" y="291"/>
                    <a:pt x="71" y="291"/>
                  </a:cubicBezTo>
                  <a:cubicBezTo>
                    <a:pt x="83" y="297"/>
                    <a:pt x="96" y="302"/>
                    <a:pt x="109" y="304"/>
                  </a:cubicBezTo>
                  <a:cubicBezTo>
                    <a:pt x="111" y="326"/>
                    <a:pt x="111" y="326"/>
                    <a:pt x="111" y="326"/>
                  </a:cubicBezTo>
                  <a:cubicBezTo>
                    <a:pt x="149" y="324"/>
                    <a:pt x="149" y="324"/>
                    <a:pt x="149" y="324"/>
                  </a:cubicBezTo>
                  <a:cubicBezTo>
                    <a:pt x="147" y="301"/>
                    <a:pt x="147" y="301"/>
                    <a:pt x="147" y="301"/>
                  </a:cubicBezTo>
                  <a:cubicBezTo>
                    <a:pt x="161" y="298"/>
                    <a:pt x="173" y="292"/>
                    <a:pt x="184" y="283"/>
                  </a:cubicBezTo>
                  <a:cubicBezTo>
                    <a:pt x="201" y="298"/>
                    <a:pt x="201" y="298"/>
                    <a:pt x="201" y="298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16" y="243"/>
                    <a:pt x="220" y="230"/>
                    <a:pt x="222" y="216"/>
                  </a:cubicBezTo>
                  <a:lnTo>
                    <a:pt x="244" y="215"/>
                  </a:lnTo>
                  <a:close/>
                  <a:moveTo>
                    <a:pt x="127" y="280"/>
                  </a:moveTo>
                  <a:cubicBezTo>
                    <a:pt x="85" y="283"/>
                    <a:pt x="48" y="251"/>
                    <a:pt x="45" y="209"/>
                  </a:cubicBezTo>
                  <a:cubicBezTo>
                    <a:pt x="43" y="167"/>
                    <a:pt x="75" y="130"/>
                    <a:pt x="117" y="127"/>
                  </a:cubicBezTo>
                  <a:cubicBezTo>
                    <a:pt x="159" y="124"/>
                    <a:pt x="196" y="157"/>
                    <a:pt x="199" y="199"/>
                  </a:cubicBezTo>
                  <a:cubicBezTo>
                    <a:pt x="201" y="241"/>
                    <a:pt x="169" y="278"/>
                    <a:pt x="127" y="280"/>
                  </a:cubicBezTo>
                  <a:close/>
                  <a:moveTo>
                    <a:pt x="349" y="91"/>
                  </a:moveTo>
                  <a:cubicBezTo>
                    <a:pt x="364" y="90"/>
                    <a:pt x="364" y="90"/>
                    <a:pt x="364" y="90"/>
                  </a:cubicBezTo>
                  <a:cubicBezTo>
                    <a:pt x="363" y="65"/>
                    <a:pt x="363" y="65"/>
                    <a:pt x="363" y="65"/>
                  </a:cubicBezTo>
                  <a:cubicBezTo>
                    <a:pt x="348" y="66"/>
                    <a:pt x="348" y="66"/>
                    <a:pt x="348" y="66"/>
                  </a:cubicBezTo>
                  <a:cubicBezTo>
                    <a:pt x="345" y="56"/>
                    <a:pt x="341" y="48"/>
                    <a:pt x="335" y="41"/>
                  </a:cubicBezTo>
                  <a:cubicBezTo>
                    <a:pt x="345" y="29"/>
                    <a:pt x="345" y="29"/>
                    <a:pt x="345" y="29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16" y="24"/>
                    <a:pt x="316" y="24"/>
                    <a:pt x="316" y="24"/>
                  </a:cubicBezTo>
                  <a:cubicBezTo>
                    <a:pt x="308" y="19"/>
                    <a:pt x="299" y="16"/>
                    <a:pt x="290" y="15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63" y="1"/>
                    <a:pt x="263" y="1"/>
                    <a:pt x="263" y="1"/>
                  </a:cubicBezTo>
                  <a:cubicBezTo>
                    <a:pt x="264" y="16"/>
                    <a:pt x="264" y="16"/>
                    <a:pt x="264" y="16"/>
                  </a:cubicBezTo>
                  <a:cubicBezTo>
                    <a:pt x="255" y="19"/>
                    <a:pt x="247" y="23"/>
                    <a:pt x="239" y="29"/>
                  </a:cubicBezTo>
                  <a:cubicBezTo>
                    <a:pt x="228" y="19"/>
                    <a:pt x="228" y="19"/>
                    <a:pt x="228" y="19"/>
                  </a:cubicBezTo>
                  <a:cubicBezTo>
                    <a:pt x="211" y="38"/>
                    <a:pt x="211" y="38"/>
                    <a:pt x="211" y="38"/>
                  </a:cubicBezTo>
                  <a:cubicBezTo>
                    <a:pt x="222" y="48"/>
                    <a:pt x="222" y="48"/>
                    <a:pt x="222" y="48"/>
                  </a:cubicBezTo>
                  <a:cubicBezTo>
                    <a:pt x="218" y="56"/>
                    <a:pt x="215" y="65"/>
                    <a:pt x="213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15" y="100"/>
                    <a:pt x="215" y="100"/>
                    <a:pt x="215" y="100"/>
                  </a:cubicBezTo>
                  <a:cubicBezTo>
                    <a:pt x="218" y="109"/>
                    <a:pt x="222" y="117"/>
                    <a:pt x="227" y="125"/>
                  </a:cubicBezTo>
                  <a:cubicBezTo>
                    <a:pt x="217" y="136"/>
                    <a:pt x="217" y="136"/>
                    <a:pt x="217" y="136"/>
                  </a:cubicBezTo>
                  <a:cubicBezTo>
                    <a:pt x="237" y="153"/>
                    <a:pt x="237" y="153"/>
                    <a:pt x="237" y="153"/>
                  </a:cubicBezTo>
                  <a:cubicBezTo>
                    <a:pt x="247" y="142"/>
                    <a:pt x="247" y="142"/>
                    <a:pt x="247" y="142"/>
                  </a:cubicBezTo>
                  <a:cubicBezTo>
                    <a:pt x="255" y="146"/>
                    <a:pt x="263" y="149"/>
                    <a:pt x="273" y="151"/>
                  </a:cubicBezTo>
                  <a:cubicBezTo>
                    <a:pt x="274" y="166"/>
                    <a:pt x="274" y="166"/>
                    <a:pt x="274" y="166"/>
                  </a:cubicBezTo>
                  <a:cubicBezTo>
                    <a:pt x="300" y="164"/>
                    <a:pt x="300" y="164"/>
                    <a:pt x="300" y="164"/>
                  </a:cubicBezTo>
                  <a:cubicBezTo>
                    <a:pt x="299" y="149"/>
                    <a:pt x="299" y="149"/>
                    <a:pt x="299" y="149"/>
                  </a:cubicBezTo>
                  <a:cubicBezTo>
                    <a:pt x="308" y="147"/>
                    <a:pt x="316" y="142"/>
                    <a:pt x="323" y="137"/>
                  </a:cubicBezTo>
                  <a:cubicBezTo>
                    <a:pt x="335" y="147"/>
                    <a:pt x="335" y="147"/>
                    <a:pt x="335" y="147"/>
                  </a:cubicBezTo>
                  <a:cubicBezTo>
                    <a:pt x="352" y="127"/>
                    <a:pt x="352" y="127"/>
                    <a:pt x="352" y="127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5" y="110"/>
                    <a:pt x="348" y="101"/>
                    <a:pt x="349" y="91"/>
                  </a:cubicBezTo>
                  <a:close/>
                  <a:moveTo>
                    <a:pt x="285" y="135"/>
                  </a:moveTo>
                  <a:cubicBezTo>
                    <a:pt x="256" y="137"/>
                    <a:pt x="231" y="115"/>
                    <a:pt x="229" y="86"/>
                  </a:cubicBezTo>
                  <a:cubicBezTo>
                    <a:pt x="227" y="57"/>
                    <a:pt x="249" y="32"/>
                    <a:pt x="278" y="31"/>
                  </a:cubicBezTo>
                  <a:cubicBezTo>
                    <a:pt x="307" y="29"/>
                    <a:pt x="332" y="51"/>
                    <a:pt x="333" y="79"/>
                  </a:cubicBezTo>
                  <a:cubicBezTo>
                    <a:pt x="335" y="108"/>
                    <a:pt x="313" y="133"/>
                    <a:pt x="285" y="13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" name="Freeform 979"/>
            <p:cNvSpPr>
              <a:spLocks noEditPoints="1"/>
            </p:cNvSpPr>
            <p:nvPr/>
          </p:nvSpPr>
          <p:spPr bwMode="auto">
            <a:xfrm>
              <a:off x="2285449" y="4426750"/>
              <a:ext cx="3862664" cy="3454184"/>
            </a:xfrm>
            <a:custGeom>
              <a:avLst/>
              <a:gdLst>
                <a:gd name="T0" fmla="*/ 242 w 364"/>
                <a:gd name="T1" fmla="*/ 177 h 326"/>
                <a:gd name="T2" fmla="*/ 202 w 364"/>
                <a:gd name="T3" fmla="*/ 142 h 326"/>
                <a:gd name="T4" fmla="*/ 188 w 364"/>
                <a:gd name="T5" fmla="*/ 100 h 326"/>
                <a:gd name="T6" fmla="*/ 135 w 364"/>
                <a:gd name="T7" fmla="*/ 104 h 326"/>
                <a:gd name="T8" fmla="*/ 95 w 364"/>
                <a:gd name="T9" fmla="*/ 84 h 326"/>
                <a:gd name="T10" fmla="*/ 60 w 364"/>
                <a:gd name="T11" fmla="*/ 124 h 326"/>
                <a:gd name="T12" fmla="*/ 18 w 364"/>
                <a:gd name="T13" fmla="*/ 138 h 326"/>
                <a:gd name="T14" fmla="*/ 22 w 364"/>
                <a:gd name="T15" fmla="*/ 191 h 326"/>
                <a:gd name="T16" fmla="*/ 2 w 364"/>
                <a:gd name="T17" fmla="*/ 231 h 326"/>
                <a:gd name="T18" fmla="*/ 42 w 364"/>
                <a:gd name="T19" fmla="*/ 266 h 326"/>
                <a:gd name="T20" fmla="*/ 56 w 364"/>
                <a:gd name="T21" fmla="*/ 308 h 326"/>
                <a:gd name="T22" fmla="*/ 109 w 364"/>
                <a:gd name="T23" fmla="*/ 304 h 326"/>
                <a:gd name="T24" fmla="*/ 149 w 364"/>
                <a:gd name="T25" fmla="*/ 324 h 326"/>
                <a:gd name="T26" fmla="*/ 184 w 364"/>
                <a:gd name="T27" fmla="*/ 283 h 326"/>
                <a:gd name="T28" fmla="*/ 226 w 364"/>
                <a:gd name="T29" fmla="*/ 270 h 326"/>
                <a:gd name="T30" fmla="*/ 222 w 364"/>
                <a:gd name="T31" fmla="*/ 216 h 326"/>
                <a:gd name="T32" fmla="*/ 127 w 364"/>
                <a:gd name="T33" fmla="*/ 280 h 326"/>
                <a:gd name="T34" fmla="*/ 117 w 364"/>
                <a:gd name="T35" fmla="*/ 127 h 326"/>
                <a:gd name="T36" fmla="*/ 127 w 364"/>
                <a:gd name="T37" fmla="*/ 280 h 326"/>
                <a:gd name="T38" fmla="*/ 364 w 364"/>
                <a:gd name="T39" fmla="*/ 90 h 326"/>
                <a:gd name="T40" fmla="*/ 348 w 364"/>
                <a:gd name="T41" fmla="*/ 66 h 326"/>
                <a:gd name="T42" fmla="*/ 345 w 364"/>
                <a:gd name="T43" fmla="*/ 29 h 326"/>
                <a:gd name="T44" fmla="*/ 316 w 364"/>
                <a:gd name="T45" fmla="*/ 24 h 326"/>
                <a:gd name="T46" fmla="*/ 289 w 364"/>
                <a:gd name="T47" fmla="*/ 0 h 326"/>
                <a:gd name="T48" fmla="*/ 264 w 364"/>
                <a:gd name="T49" fmla="*/ 16 h 326"/>
                <a:gd name="T50" fmla="*/ 228 w 364"/>
                <a:gd name="T51" fmla="*/ 19 h 326"/>
                <a:gd name="T52" fmla="*/ 222 w 364"/>
                <a:gd name="T53" fmla="*/ 48 h 326"/>
                <a:gd name="T54" fmla="*/ 198 w 364"/>
                <a:gd name="T55" fmla="*/ 75 h 326"/>
                <a:gd name="T56" fmla="*/ 215 w 364"/>
                <a:gd name="T57" fmla="*/ 100 h 326"/>
                <a:gd name="T58" fmla="*/ 217 w 364"/>
                <a:gd name="T59" fmla="*/ 136 h 326"/>
                <a:gd name="T60" fmla="*/ 247 w 364"/>
                <a:gd name="T61" fmla="*/ 142 h 326"/>
                <a:gd name="T62" fmla="*/ 274 w 364"/>
                <a:gd name="T63" fmla="*/ 166 h 326"/>
                <a:gd name="T64" fmla="*/ 299 w 364"/>
                <a:gd name="T65" fmla="*/ 149 h 326"/>
                <a:gd name="T66" fmla="*/ 335 w 364"/>
                <a:gd name="T67" fmla="*/ 147 h 326"/>
                <a:gd name="T68" fmla="*/ 340 w 364"/>
                <a:gd name="T69" fmla="*/ 117 h 326"/>
                <a:gd name="T70" fmla="*/ 285 w 364"/>
                <a:gd name="T71" fmla="*/ 135 h 326"/>
                <a:gd name="T72" fmla="*/ 278 w 364"/>
                <a:gd name="T73" fmla="*/ 31 h 326"/>
                <a:gd name="T74" fmla="*/ 285 w 364"/>
                <a:gd name="T75" fmla="*/ 135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4" h="326">
                  <a:moveTo>
                    <a:pt x="244" y="215"/>
                  </a:moveTo>
                  <a:cubicBezTo>
                    <a:pt x="242" y="177"/>
                    <a:pt x="242" y="177"/>
                    <a:pt x="242" y="177"/>
                  </a:cubicBezTo>
                  <a:cubicBezTo>
                    <a:pt x="219" y="179"/>
                    <a:pt x="219" y="179"/>
                    <a:pt x="219" y="179"/>
                  </a:cubicBezTo>
                  <a:cubicBezTo>
                    <a:pt x="216" y="165"/>
                    <a:pt x="210" y="153"/>
                    <a:pt x="202" y="142"/>
                  </a:cubicBezTo>
                  <a:cubicBezTo>
                    <a:pt x="216" y="125"/>
                    <a:pt x="216" y="125"/>
                    <a:pt x="216" y="125"/>
                  </a:cubicBezTo>
                  <a:cubicBezTo>
                    <a:pt x="188" y="100"/>
                    <a:pt x="188" y="100"/>
                    <a:pt x="188" y="100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61" y="110"/>
                    <a:pt x="148" y="106"/>
                    <a:pt x="135" y="104"/>
                  </a:cubicBezTo>
                  <a:cubicBezTo>
                    <a:pt x="133" y="81"/>
                    <a:pt x="133" y="81"/>
                    <a:pt x="133" y="81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97" y="106"/>
                    <a:pt x="97" y="106"/>
                    <a:pt x="97" y="106"/>
                  </a:cubicBezTo>
                  <a:cubicBezTo>
                    <a:pt x="83" y="110"/>
                    <a:pt x="71" y="116"/>
                    <a:pt x="60" y="12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28" y="164"/>
                    <a:pt x="24" y="177"/>
                    <a:pt x="22" y="191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8" y="243"/>
                    <a:pt x="34" y="255"/>
                    <a:pt x="42" y="266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56" y="308"/>
                    <a:pt x="56" y="308"/>
                    <a:pt x="56" y="308"/>
                  </a:cubicBezTo>
                  <a:cubicBezTo>
                    <a:pt x="71" y="291"/>
                    <a:pt x="71" y="291"/>
                    <a:pt x="71" y="291"/>
                  </a:cubicBezTo>
                  <a:cubicBezTo>
                    <a:pt x="83" y="297"/>
                    <a:pt x="96" y="302"/>
                    <a:pt x="109" y="304"/>
                  </a:cubicBezTo>
                  <a:cubicBezTo>
                    <a:pt x="111" y="326"/>
                    <a:pt x="111" y="326"/>
                    <a:pt x="111" y="326"/>
                  </a:cubicBezTo>
                  <a:cubicBezTo>
                    <a:pt x="149" y="324"/>
                    <a:pt x="149" y="324"/>
                    <a:pt x="149" y="324"/>
                  </a:cubicBezTo>
                  <a:cubicBezTo>
                    <a:pt x="147" y="301"/>
                    <a:pt x="147" y="301"/>
                    <a:pt x="147" y="301"/>
                  </a:cubicBezTo>
                  <a:cubicBezTo>
                    <a:pt x="161" y="298"/>
                    <a:pt x="173" y="292"/>
                    <a:pt x="184" y="283"/>
                  </a:cubicBezTo>
                  <a:cubicBezTo>
                    <a:pt x="201" y="298"/>
                    <a:pt x="201" y="298"/>
                    <a:pt x="201" y="298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16" y="243"/>
                    <a:pt x="220" y="230"/>
                    <a:pt x="222" y="216"/>
                  </a:cubicBezTo>
                  <a:lnTo>
                    <a:pt x="244" y="215"/>
                  </a:lnTo>
                  <a:close/>
                  <a:moveTo>
                    <a:pt x="127" y="280"/>
                  </a:moveTo>
                  <a:cubicBezTo>
                    <a:pt x="85" y="283"/>
                    <a:pt x="48" y="251"/>
                    <a:pt x="45" y="209"/>
                  </a:cubicBezTo>
                  <a:cubicBezTo>
                    <a:pt x="43" y="167"/>
                    <a:pt x="75" y="130"/>
                    <a:pt x="117" y="127"/>
                  </a:cubicBezTo>
                  <a:cubicBezTo>
                    <a:pt x="159" y="124"/>
                    <a:pt x="196" y="157"/>
                    <a:pt x="199" y="199"/>
                  </a:cubicBezTo>
                  <a:cubicBezTo>
                    <a:pt x="201" y="241"/>
                    <a:pt x="169" y="278"/>
                    <a:pt x="127" y="280"/>
                  </a:cubicBezTo>
                  <a:close/>
                  <a:moveTo>
                    <a:pt x="349" y="91"/>
                  </a:moveTo>
                  <a:cubicBezTo>
                    <a:pt x="364" y="90"/>
                    <a:pt x="364" y="90"/>
                    <a:pt x="364" y="90"/>
                  </a:cubicBezTo>
                  <a:cubicBezTo>
                    <a:pt x="363" y="65"/>
                    <a:pt x="363" y="65"/>
                    <a:pt x="363" y="65"/>
                  </a:cubicBezTo>
                  <a:cubicBezTo>
                    <a:pt x="348" y="66"/>
                    <a:pt x="348" y="66"/>
                    <a:pt x="348" y="66"/>
                  </a:cubicBezTo>
                  <a:cubicBezTo>
                    <a:pt x="345" y="56"/>
                    <a:pt x="341" y="48"/>
                    <a:pt x="335" y="41"/>
                  </a:cubicBezTo>
                  <a:cubicBezTo>
                    <a:pt x="345" y="29"/>
                    <a:pt x="345" y="29"/>
                    <a:pt x="345" y="29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16" y="24"/>
                    <a:pt x="316" y="24"/>
                    <a:pt x="316" y="24"/>
                  </a:cubicBezTo>
                  <a:cubicBezTo>
                    <a:pt x="308" y="19"/>
                    <a:pt x="299" y="16"/>
                    <a:pt x="290" y="15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63" y="1"/>
                    <a:pt x="263" y="1"/>
                    <a:pt x="263" y="1"/>
                  </a:cubicBezTo>
                  <a:cubicBezTo>
                    <a:pt x="264" y="16"/>
                    <a:pt x="264" y="16"/>
                    <a:pt x="264" y="16"/>
                  </a:cubicBezTo>
                  <a:cubicBezTo>
                    <a:pt x="255" y="19"/>
                    <a:pt x="247" y="23"/>
                    <a:pt x="239" y="29"/>
                  </a:cubicBezTo>
                  <a:cubicBezTo>
                    <a:pt x="228" y="19"/>
                    <a:pt x="228" y="19"/>
                    <a:pt x="228" y="19"/>
                  </a:cubicBezTo>
                  <a:cubicBezTo>
                    <a:pt x="211" y="38"/>
                    <a:pt x="211" y="38"/>
                    <a:pt x="211" y="38"/>
                  </a:cubicBezTo>
                  <a:cubicBezTo>
                    <a:pt x="222" y="48"/>
                    <a:pt x="222" y="48"/>
                    <a:pt x="222" y="48"/>
                  </a:cubicBezTo>
                  <a:cubicBezTo>
                    <a:pt x="218" y="56"/>
                    <a:pt x="215" y="65"/>
                    <a:pt x="213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15" y="100"/>
                    <a:pt x="215" y="100"/>
                    <a:pt x="215" y="100"/>
                  </a:cubicBezTo>
                  <a:cubicBezTo>
                    <a:pt x="218" y="109"/>
                    <a:pt x="222" y="117"/>
                    <a:pt x="227" y="125"/>
                  </a:cubicBezTo>
                  <a:cubicBezTo>
                    <a:pt x="217" y="136"/>
                    <a:pt x="217" y="136"/>
                    <a:pt x="217" y="136"/>
                  </a:cubicBezTo>
                  <a:cubicBezTo>
                    <a:pt x="237" y="153"/>
                    <a:pt x="237" y="153"/>
                    <a:pt x="237" y="153"/>
                  </a:cubicBezTo>
                  <a:cubicBezTo>
                    <a:pt x="247" y="142"/>
                    <a:pt x="247" y="142"/>
                    <a:pt x="247" y="142"/>
                  </a:cubicBezTo>
                  <a:cubicBezTo>
                    <a:pt x="255" y="146"/>
                    <a:pt x="263" y="149"/>
                    <a:pt x="273" y="151"/>
                  </a:cubicBezTo>
                  <a:cubicBezTo>
                    <a:pt x="274" y="166"/>
                    <a:pt x="274" y="166"/>
                    <a:pt x="274" y="166"/>
                  </a:cubicBezTo>
                  <a:cubicBezTo>
                    <a:pt x="300" y="164"/>
                    <a:pt x="300" y="164"/>
                    <a:pt x="300" y="164"/>
                  </a:cubicBezTo>
                  <a:cubicBezTo>
                    <a:pt x="299" y="149"/>
                    <a:pt x="299" y="149"/>
                    <a:pt x="299" y="149"/>
                  </a:cubicBezTo>
                  <a:cubicBezTo>
                    <a:pt x="308" y="147"/>
                    <a:pt x="316" y="142"/>
                    <a:pt x="323" y="137"/>
                  </a:cubicBezTo>
                  <a:cubicBezTo>
                    <a:pt x="335" y="147"/>
                    <a:pt x="335" y="147"/>
                    <a:pt x="335" y="147"/>
                  </a:cubicBezTo>
                  <a:cubicBezTo>
                    <a:pt x="352" y="127"/>
                    <a:pt x="352" y="127"/>
                    <a:pt x="352" y="127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5" y="110"/>
                    <a:pt x="348" y="101"/>
                    <a:pt x="349" y="91"/>
                  </a:cubicBezTo>
                  <a:close/>
                  <a:moveTo>
                    <a:pt x="285" y="135"/>
                  </a:moveTo>
                  <a:cubicBezTo>
                    <a:pt x="256" y="137"/>
                    <a:pt x="231" y="115"/>
                    <a:pt x="229" y="86"/>
                  </a:cubicBezTo>
                  <a:cubicBezTo>
                    <a:pt x="227" y="57"/>
                    <a:pt x="249" y="32"/>
                    <a:pt x="278" y="31"/>
                  </a:cubicBezTo>
                  <a:cubicBezTo>
                    <a:pt x="307" y="29"/>
                    <a:pt x="332" y="51"/>
                    <a:pt x="333" y="79"/>
                  </a:cubicBezTo>
                  <a:cubicBezTo>
                    <a:pt x="335" y="108"/>
                    <a:pt x="313" y="133"/>
                    <a:pt x="285" y="13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" name="Freeform 979"/>
            <p:cNvSpPr>
              <a:spLocks noEditPoints="1"/>
            </p:cNvSpPr>
            <p:nvPr/>
          </p:nvSpPr>
          <p:spPr bwMode="auto">
            <a:xfrm flipH="1">
              <a:off x="-467967" y="2265472"/>
              <a:ext cx="3862664" cy="3454184"/>
            </a:xfrm>
            <a:custGeom>
              <a:avLst/>
              <a:gdLst>
                <a:gd name="T0" fmla="*/ 242 w 364"/>
                <a:gd name="T1" fmla="*/ 177 h 326"/>
                <a:gd name="T2" fmla="*/ 202 w 364"/>
                <a:gd name="T3" fmla="*/ 142 h 326"/>
                <a:gd name="T4" fmla="*/ 188 w 364"/>
                <a:gd name="T5" fmla="*/ 100 h 326"/>
                <a:gd name="T6" fmla="*/ 135 w 364"/>
                <a:gd name="T7" fmla="*/ 104 h 326"/>
                <a:gd name="T8" fmla="*/ 95 w 364"/>
                <a:gd name="T9" fmla="*/ 84 h 326"/>
                <a:gd name="T10" fmla="*/ 60 w 364"/>
                <a:gd name="T11" fmla="*/ 124 h 326"/>
                <a:gd name="T12" fmla="*/ 18 w 364"/>
                <a:gd name="T13" fmla="*/ 138 h 326"/>
                <a:gd name="T14" fmla="*/ 22 w 364"/>
                <a:gd name="T15" fmla="*/ 191 h 326"/>
                <a:gd name="T16" fmla="*/ 2 w 364"/>
                <a:gd name="T17" fmla="*/ 231 h 326"/>
                <a:gd name="T18" fmla="*/ 42 w 364"/>
                <a:gd name="T19" fmla="*/ 266 h 326"/>
                <a:gd name="T20" fmla="*/ 56 w 364"/>
                <a:gd name="T21" fmla="*/ 308 h 326"/>
                <a:gd name="T22" fmla="*/ 109 w 364"/>
                <a:gd name="T23" fmla="*/ 304 h 326"/>
                <a:gd name="T24" fmla="*/ 149 w 364"/>
                <a:gd name="T25" fmla="*/ 324 h 326"/>
                <a:gd name="T26" fmla="*/ 184 w 364"/>
                <a:gd name="T27" fmla="*/ 283 h 326"/>
                <a:gd name="T28" fmla="*/ 226 w 364"/>
                <a:gd name="T29" fmla="*/ 270 h 326"/>
                <a:gd name="T30" fmla="*/ 222 w 364"/>
                <a:gd name="T31" fmla="*/ 216 h 326"/>
                <a:gd name="T32" fmla="*/ 127 w 364"/>
                <a:gd name="T33" fmla="*/ 280 h 326"/>
                <a:gd name="T34" fmla="*/ 117 w 364"/>
                <a:gd name="T35" fmla="*/ 127 h 326"/>
                <a:gd name="T36" fmla="*/ 127 w 364"/>
                <a:gd name="T37" fmla="*/ 280 h 326"/>
                <a:gd name="T38" fmla="*/ 364 w 364"/>
                <a:gd name="T39" fmla="*/ 90 h 326"/>
                <a:gd name="T40" fmla="*/ 348 w 364"/>
                <a:gd name="T41" fmla="*/ 66 h 326"/>
                <a:gd name="T42" fmla="*/ 345 w 364"/>
                <a:gd name="T43" fmla="*/ 29 h 326"/>
                <a:gd name="T44" fmla="*/ 316 w 364"/>
                <a:gd name="T45" fmla="*/ 24 h 326"/>
                <a:gd name="T46" fmla="*/ 289 w 364"/>
                <a:gd name="T47" fmla="*/ 0 h 326"/>
                <a:gd name="T48" fmla="*/ 264 w 364"/>
                <a:gd name="T49" fmla="*/ 16 h 326"/>
                <a:gd name="T50" fmla="*/ 228 w 364"/>
                <a:gd name="T51" fmla="*/ 19 h 326"/>
                <a:gd name="T52" fmla="*/ 222 w 364"/>
                <a:gd name="T53" fmla="*/ 48 h 326"/>
                <a:gd name="T54" fmla="*/ 198 w 364"/>
                <a:gd name="T55" fmla="*/ 75 h 326"/>
                <a:gd name="T56" fmla="*/ 215 w 364"/>
                <a:gd name="T57" fmla="*/ 100 h 326"/>
                <a:gd name="T58" fmla="*/ 217 w 364"/>
                <a:gd name="T59" fmla="*/ 136 h 326"/>
                <a:gd name="T60" fmla="*/ 247 w 364"/>
                <a:gd name="T61" fmla="*/ 142 h 326"/>
                <a:gd name="T62" fmla="*/ 274 w 364"/>
                <a:gd name="T63" fmla="*/ 166 h 326"/>
                <a:gd name="T64" fmla="*/ 299 w 364"/>
                <a:gd name="T65" fmla="*/ 149 h 326"/>
                <a:gd name="T66" fmla="*/ 335 w 364"/>
                <a:gd name="T67" fmla="*/ 147 h 326"/>
                <a:gd name="T68" fmla="*/ 340 w 364"/>
                <a:gd name="T69" fmla="*/ 117 h 326"/>
                <a:gd name="T70" fmla="*/ 285 w 364"/>
                <a:gd name="T71" fmla="*/ 135 h 326"/>
                <a:gd name="T72" fmla="*/ 278 w 364"/>
                <a:gd name="T73" fmla="*/ 31 h 326"/>
                <a:gd name="T74" fmla="*/ 285 w 364"/>
                <a:gd name="T75" fmla="*/ 135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4" h="326">
                  <a:moveTo>
                    <a:pt x="244" y="215"/>
                  </a:moveTo>
                  <a:cubicBezTo>
                    <a:pt x="242" y="177"/>
                    <a:pt x="242" y="177"/>
                    <a:pt x="242" y="177"/>
                  </a:cubicBezTo>
                  <a:cubicBezTo>
                    <a:pt x="219" y="179"/>
                    <a:pt x="219" y="179"/>
                    <a:pt x="219" y="179"/>
                  </a:cubicBezTo>
                  <a:cubicBezTo>
                    <a:pt x="216" y="165"/>
                    <a:pt x="210" y="153"/>
                    <a:pt x="202" y="142"/>
                  </a:cubicBezTo>
                  <a:cubicBezTo>
                    <a:pt x="216" y="125"/>
                    <a:pt x="216" y="125"/>
                    <a:pt x="216" y="125"/>
                  </a:cubicBezTo>
                  <a:cubicBezTo>
                    <a:pt x="188" y="100"/>
                    <a:pt x="188" y="100"/>
                    <a:pt x="188" y="100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61" y="110"/>
                    <a:pt x="148" y="106"/>
                    <a:pt x="135" y="104"/>
                  </a:cubicBezTo>
                  <a:cubicBezTo>
                    <a:pt x="133" y="81"/>
                    <a:pt x="133" y="81"/>
                    <a:pt x="133" y="81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97" y="106"/>
                    <a:pt x="97" y="106"/>
                    <a:pt x="97" y="106"/>
                  </a:cubicBezTo>
                  <a:cubicBezTo>
                    <a:pt x="83" y="110"/>
                    <a:pt x="71" y="116"/>
                    <a:pt x="60" y="12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28" y="164"/>
                    <a:pt x="24" y="177"/>
                    <a:pt x="22" y="191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8" y="243"/>
                    <a:pt x="34" y="255"/>
                    <a:pt x="42" y="266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56" y="308"/>
                    <a:pt x="56" y="308"/>
                    <a:pt x="56" y="308"/>
                  </a:cubicBezTo>
                  <a:cubicBezTo>
                    <a:pt x="71" y="291"/>
                    <a:pt x="71" y="291"/>
                    <a:pt x="71" y="291"/>
                  </a:cubicBezTo>
                  <a:cubicBezTo>
                    <a:pt x="83" y="297"/>
                    <a:pt x="96" y="302"/>
                    <a:pt x="109" y="304"/>
                  </a:cubicBezTo>
                  <a:cubicBezTo>
                    <a:pt x="111" y="326"/>
                    <a:pt x="111" y="326"/>
                    <a:pt x="111" y="326"/>
                  </a:cubicBezTo>
                  <a:cubicBezTo>
                    <a:pt x="149" y="324"/>
                    <a:pt x="149" y="324"/>
                    <a:pt x="149" y="324"/>
                  </a:cubicBezTo>
                  <a:cubicBezTo>
                    <a:pt x="147" y="301"/>
                    <a:pt x="147" y="301"/>
                    <a:pt x="147" y="301"/>
                  </a:cubicBezTo>
                  <a:cubicBezTo>
                    <a:pt x="161" y="298"/>
                    <a:pt x="173" y="292"/>
                    <a:pt x="184" y="283"/>
                  </a:cubicBezTo>
                  <a:cubicBezTo>
                    <a:pt x="201" y="298"/>
                    <a:pt x="201" y="298"/>
                    <a:pt x="201" y="298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16" y="243"/>
                    <a:pt x="220" y="230"/>
                    <a:pt x="222" y="216"/>
                  </a:cubicBezTo>
                  <a:lnTo>
                    <a:pt x="244" y="215"/>
                  </a:lnTo>
                  <a:close/>
                  <a:moveTo>
                    <a:pt x="127" y="280"/>
                  </a:moveTo>
                  <a:cubicBezTo>
                    <a:pt x="85" y="283"/>
                    <a:pt x="48" y="251"/>
                    <a:pt x="45" y="209"/>
                  </a:cubicBezTo>
                  <a:cubicBezTo>
                    <a:pt x="43" y="167"/>
                    <a:pt x="75" y="130"/>
                    <a:pt x="117" y="127"/>
                  </a:cubicBezTo>
                  <a:cubicBezTo>
                    <a:pt x="159" y="124"/>
                    <a:pt x="196" y="157"/>
                    <a:pt x="199" y="199"/>
                  </a:cubicBezTo>
                  <a:cubicBezTo>
                    <a:pt x="201" y="241"/>
                    <a:pt x="169" y="278"/>
                    <a:pt x="127" y="280"/>
                  </a:cubicBezTo>
                  <a:close/>
                  <a:moveTo>
                    <a:pt x="349" y="91"/>
                  </a:moveTo>
                  <a:cubicBezTo>
                    <a:pt x="364" y="90"/>
                    <a:pt x="364" y="90"/>
                    <a:pt x="364" y="90"/>
                  </a:cubicBezTo>
                  <a:cubicBezTo>
                    <a:pt x="363" y="65"/>
                    <a:pt x="363" y="65"/>
                    <a:pt x="363" y="65"/>
                  </a:cubicBezTo>
                  <a:cubicBezTo>
                    <a:pt x="348" y="66"/>
                    <a:pt x="348" y="66"/>
                    <a:pt x="348" y="66"/>
                  </a:cubicBezTo>
                  <a:cubicBezTo>
                    <a:pt x="345" y="56"/>
                    <a:pt x="341" y="48"/>
                    <a:pt x="335" y="41"/>
                  </a:cubicBezTo>
                  <a:cubicBezTo>
                    <a:pt x="345" y="29"/>
                    <a:pt x="345" y="29"/>
                    <a:pt x="345" y="29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16" y="24"/>
                    <a:pt x="316" y="24"/>
                    <a:pt x="316" y="24"/>
                  </a:cubicBezTo>
                  <a:cubicBezTo>
                    <a:pt x="308" y="19"/>
                    <a:pt x="299" y="16"/>
                    <a:pt x="290" y="15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63" y="1"/>
                    <a:pt x="263" y="1"/>
                    <a:pt x="263" y="1"/>
                  </a:cubicBezTo>
                  <a:cubicBezTo>
                    <a:pt x="264" y="16"/>
                    <a:pt x="264" y="16"/>
                    <a:pt x="264" y="16"/>
                  </a:cubicBezTo>
                  <a:cubicBezTo>
                    <a:pt x="255" y="19"/>
                    <a:pt x="247" y="23"/>
                    <a:pt x="239" y="29"/>
                  </a:cubicBezTo>
                  <a:cubicBezTo>
                    <a:pt x="228" y="19"/>
                    <a:pt x="228" y="19"/>
                    <a:pt x="228" y="19"/>
                  </a:cubicBezTo>
                  <a:cubicBezTo>
                    <a:pt x="211" y="38"/>
                    <a:pt x="211" y="38"/>
                    <a:pt x="211" y="38"/>
                  </a:cubicBezTo>
                  <a:cubicBezTo>
                    <a:pt x="222" y="48"/>
                    <a:pt x="222" y="48"/>
                    <a:pt x="222" y="48"/>
                  </a:cubicBezTo>
                  <a:cubicBezTo>
                    <a:pt x="218" y="56"/>
                    <a:pt x="215" y="65"/>
                    <a:pt x="213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15" y="100"/>
                    <a:pt x="215" y="100"/>
                    <a:pt x="215" y="100"/>
                  </a:cubicBezTo>
                  <a:cubicBezTo>
                    <a:pt x="218" y="109"/>
                    <a:pt x="222" y="117"/>
                    <a:pt x="227" y="125"/>
                  </a:cubicBezTo>
                  <a:cubicBezTo>
                    <a:pt x="217" y="136"/>
                    <a:pt x="217" y="136"/>
                    <a:pt x="217" y="136"/>
                  </a:cubicBezTo>
                  <a:cubicBezTo>
                    <a:pt x="237" y="153"/>
                    <a:pt x="237" y="153"/>
                    <a:pt x="237" y="153"/>
                  </a:cubicBezTo>
                  <a:cubicBezTo>
                    <a:pt x="247" y="142"/>
                    <a:pt x="247" y="142"/>
                    <a:pt x="247" y="142"/>
                  </a:cubicBezTo>
                  <a:cubicBezTo>
                    <a:pt x="255" y="146"/>
                    <a:pt x="263" y="149"/>
                    <a:pt x="273" y="151"/>
                  </a:cubicBezTo>
                  <a:cubicBezTo>
                    <a:pt x="274" y="166"/>
                    <a:pt x="274" y="166"/>
                    <a:pt x="274" y="166"/>
                  </a:cubicBezTo>
                  <a:cubicBezTo>
                    <a:pt x="300" y="164"/>
                    <a:pt x="300" y="164"/>
                    <a:pt x="300" y="164"/>
                  </a:cubicBezTo>
                  <a:cubicBezTo>
                    <a:pt x="299" y="149"/>
                    <a:pt x="299" y="149"/>
                    <a:pt x="299" y="149"/>
                  </a:cubicBezTo>
                  <a:cubicBezTo>
                    <a:pt x="308" y="147"/>
                    <a:pt x="316" y="142"/>
                    <a:pt x="323" y="137"/>
                  </a:cubicBezTo>
                  <a:cubicBezTo>
                    <a:pt x="335" y="147"/>
                    <a:pt x="335" y="147"/>
                    <a:pt x="335" y="147"/>
                  </a:cubicBezTo>
                  <a:cubicBezTo>
                    <a:pt x="352" y="127"/>
                    <a:pt x="352" y="127"/>
                    <a:pt x="352" y="127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5" y="110"/>
                    <a:pt x="348" y="101"/>
                    <a:pt x="349" y="91"/>
                  </a:cubicBezTo>
                  <a:close/>
                  <a:moveTo>
                    <a:pt x="285" y="135"/>
                  </a:moveTo>
                  <a:cubicBezTo>
                    <a:pt x="256" y="137"/>
                    <a:pt x="231" y="115"/>
                    <a:pt x="229" y="86"/>
                  </a:cubicBezTo>
                  <a:cubicBezTo>
                    <a:pt x="227" y="57"/>
                    <a:pt x="249" y="32"/>
                    <a:pt x="278" y="31"/>
                  </a:cubicBezTo>
                  <a:cubicBezTo>
                    <a:pt x="307" y="29"/>
                    <a:pt x="332" y="51"/>
                    <a:pt x="333" y="79"/>
                  </a:cubicBezTo>
                  <a:cubicBezTo>
                    <a:pt x="335" y="108"/>
                    <a:pt x="313" y="133"/>
                    <a:pt x="285" y="13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" name="Freeform 979"/>
            <p:cNvSpPr>
              <a:spLocks noEditPoints="1"/>
            </p:cNvSpPr>
            <p:nvPr/>
          </p:nvSpPr>
          <p:spPr bwMode="auto">
            <a:xfrm flipH="1">
              <a:off x="5902844" y="5353741"/>
              <a:ext cx="3862664" cy="3454184"/>
            </a:xfrm>
            <a:custGeom>
              <a:avLst/>
              <a:gdLst>
                <a:gd name="T0" fmla="*/ 242 w 364"/>
                <a:gd name="T1" fmla="*/ 177 h 326"/>
                <a:gd name="T2" fmla="*/ 202 w 364"/>
                <a:gd name="T3" fmla="*/ 142 h 326"/>
                <a:gd name="T4" fmla="*/ 188 w 364"/>
                <a:gd name="T5" fmla="*/ 100 h 326"/>
                <a:gd name="T6" fmla="*/ 135 w 364"/>
                <a:gd name="T7" fmla="*/ 104 h 326"/>
                <a:gd name="T8" fmla="*/ 95 w 364"/>
                <a:gd name="T9" fmla="*/ 84 h 326"/>
                <a:gd name="T10" fmla="*/ 60 w 364"/>
                <a:gd name="T11" fmla="*/ 124 h 326"/>
                <a:gd name="T12" fmla="*/ 18 w 364"/>
                <a:gd name="T13" fmla="*/ 138 h 326"/>
                <a:gd name="T14" fmla="*/ 22 w 364"/>
                <a:gd name="T15" fmla="*/ 191 h 326"/>
                <a:gd name="T16" fmla="*/ 2 w 364"/>
                <a:gd name="T17" fmla="*/ 231 h 326"/>
                <a:gd name="T18" fmla="*/ 42 w 364"/>
                <a:gd name="T19" fmla="*/ 266 h 326"/>
                <a:gd name="T20" fmla="*/ 56 w 364"/>
                <a:gd name="T21" fmla="*/ 308 h 326"/>
                <a:gd name="T22" fmla="*/ 109 w 364"/>
                <a:gd name="T23" fmla="*/ 304 h 326"/>
                <a:gd name="T24" fmla="*/ 149 w 364"/>
                <a:gd name="T25" fmla="*/ 324 h 326"/>
                <a:gd name="T26" fmla="*/ 184 w 364"/>
                <a:gd name="T27" fmla="*/ 283 h 326"/>
                <a:gd name="T28" fmla="*/ 226 w 364"/>
                <a:gd name="T29" fmla="*/ 270 h 326"/>
                <a:gd name="T30" fmla="*/ 222 w 364"/>
                <a:gd name="T31" fmla="*/ 216 h 326"/>
                <a:gd name="T32" fmla="*/ 127 w 364"/>
                <a:gd name="T33" fmla="*/ 280 h 326"/>
                <a:gd name="T34" fmla="*/ 117 w 364"/>
                <a:gd name="T35" fmla="*/ 127 h 326"/>
                <a:gd name="T36" fmla="*/ 127 w 364"/>
                <a:gd name="T37" fmla="*/ 280 h 326"/>
                <a:gd name="T38" fmla="*/ 364 w 364"/>
                <a:gd name="T39" fmla="*/ 90 h 326"/>
                <a:gd name="T40" fmla="*/ 348 w 364"/>
                <a:gd name="T41" fmla="*/ 66 h 326"/>
                <a:gd name="T42" fmla="*/ 345 w 364"/>
                <a:gd name="T43" fmla="*/ 29 h 326"/>
                <a:gd name="T44" fmla="*/ 316 w 364"/>
                <a:gd name="T45" fmla="*/ 24 h 326"/>
                <a:gd name="T46" fmla="*/ 289 w 364"/>
                <a:gd name="T47" fmla="*/ 0 h 326"/>
                <a:gd name="T48" fmla="*/ 264 w 364"/>
                <a:gd name="T49" fmla="*/ 16 h 326"/>
                <a:gd name="T50" fmla="*/ 228 w 364"/>
                <a:gd name="T51" fmla="*/ 19 h 326"/>
                <a:gd name="T52" fmla="*/ 222 w 364"/>
                <a:gd name="T53" fmla="*/ 48 h 326"/>
                <a:gd name="T54" fmla="*/ 198 w 364"/>
                <a:gd name="T55" fmla="*/ 75 h 326"/>
                <a:gd name="T56" fmla="*/ 215 w 364"/>
                <a:gd name="T57" fmla="*/ 100 h 326"/>
                <a:gd name="T58" fmla="*/ 217 w 364"/>
                <a:gd name="T59" fmla="*/ 136 h 326"/>
                <a:gd name="T60" fmla="*/ 247 w 364"/>
                <a:gd name="T61" fmla="*/ 142 h 326"/>
                <a:gd name="T62" fmla="*/ 274 w 364"/>
                <a:gd name="T63" fmla="*/ 166 h 326"/>
                <a:gd name="T64" fmla="*/ 299 w 364"/>
                <a:gd name="T65" fmla="*/ 149 h 326"/>
                <a:gd name="T66" fmla="*/ 335 w 364"/>
                <a:gd name="T67" fmla="*/ 147 h 326"/>
                <a:gd name="T68" fmla="*/ 340 w 364"/>
                <a:gd name="T69" fmla="*/ 117 h 326"/>
                <a:gd name="T70" fmla="*/ 285 w 364"/>
                <a:gd name="T71" fmla="*/ 135 h 326"/>
                <a:gd name="T72" fmla="*/ 278 w 364"/>
                <a:gd name="T73" fmla="*/ 31 h 326"/>
                <a:gd name="T74" fmla="*/ 285 w 364"/>
                <a:gd name="T75" fmla="*/ 135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4" h="326">
                  <a:moveTo>
                    <a:pt x="244" y="215"/>
                  </a:moveTo>
                  <a:cubicBezTo>
                    <a:pt x="242" y="177"/>
                    <a:pt x="242" y="177"/>
                    <a:pt x="242" y="177"/>
                  </a:cubicBezTo>
                  <a:cubicBezTo>
                    <a:pt x="219" y="179"/>
                    <a:pt x="219" y="179"/>
                    <a:pt x="219" y="179"/>
                  </a:cubicBezTo>
                  <a:cubicBezTo>
                    <a:pt x="216" y="165"/>
                    <a:pt x="210" y="153"/>
                    <a:pt x="202" y="142"/>
                  </a:cubicBezTo>
                  <a:cubicBezTo>
                    <a:pt x="216" y="125"/>
                    <a:pt x="216" y="125"/>
                    <a:pt x="216" y="125"/>
                  </a:cubicBezTo>
                  <a:cubicBezTo>
                    <a:pt x="188" y="100"/>
                    <a:pt x="188" y="100"/>
                    <a:pt x="188" y="100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61" y="110"/>
                    <a:pt x="148" y="106"/>
                    <a:pt x="135" y="104"/>
                  </a:cubicBezTo>
                  <a:cubicBezTo>
                    <a:pt x="133" y="81"/>
                    <a:pt x="133" y="81"/>
                    <a:pt x="133" y="81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97" y="106"/>
                    <a:pt x="97" y="106"/>
                    <a:pt x="97" y="106"/>
                  </a:cubicBezTo>
                  <a:cubicBezTo>
                    <a:pt x="83" y="110"/>
                    <a:pt x="71" y="116"/>
                    <a:pt x="60" y="12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28" y="164"/>
                    <a:pt x="24" y="177"/>
                    <a:pt x="22" y="191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8" y="243"/>
                    <a:pt x="34" y="255"/>
                    <a:pt x="42" y="266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56" y="308"/>
                    <a:pt x="56" y="308"/>
                    <a:pt x="56" y="308"/>
                  </a:cubicBezTo>
                  <a:cubicBezTo>
                    <a:pt x="71" y="291"/>
                    <a:pt x="71" y="291"/>
                    <a:pt x="71" y="291"/>
                  </a:cubicBezTo>
                  <a:cubicBezTo>
                    <a:pt x="83" y="297"/>
                    <a:pt x="96" y="302"/>
                    <a:pt x="109" y="304"/>
                  </a:cubicBezTo>
                  <a:cubicBezTo>
                    <a:pt x="111" y="326"/>
                    <a:pt x="111" y="326"/>
                    <a:pt x="111" y="326"/>
                  </a:cubicBezTo>
                  <a:cubicBezTo>
                    <a:pt x="149" y="324"/>
                    <a:pt x="149" y="324"/>
                    <a:pt x="149" y="324"/>
                  </a:cubicBezTo>
                  <a:cubicBezTo>
                    <a:pt x="147" y="301"/>
                    <a:pt x="147" y="301"/>
                    <a:pt x="147" y="301"/>
                  </a:cubicBezTo>
                  <a:cubicBezTo>
                    <a:pt x="161" y="298"/>
                    <a:pt x="173" y="292"/>
                    <a:pt x="184" y="283"/>
                  </a:cubicBezTo>
                  <a:cubicBezTo>
                    <a:pt x="201" y="298"/>
                    <a:pt x="201" y="298"/>
                    <a:pt x="201" y="298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16" y="243"/>
                    <a:pt x="220" y="230"/>
                    <a:pt x="222" y="216"/>
                  </a:cubicBezTo>
                  <a:lnTo>
                    <a:pt x="244" y="215"/>
                  </a:lnTo>
                  <a:close/>
                  <a:moveTo>
                    <a:pt x="127" y="280"/>
                  </a:moveTo>
                  <a:cubicBezTo>
                    <a:pt x="85" y="283"/>
                    <a:pt x="48" y="251"/>
                    <a:pt x="45" y="209"/>
                  </a:cubicBezTo>
                  <a:cubicBezTo>
                    <a:pt x="43" y="167"/>
                    <a:pt x="75" y="130"/>
                    <a:pt x="117" y="127"/>
                  </a:cubicBezTo>
                  <a:cubicBezTo>
                    <a:pt x="159" y="124"/>
                    <a:pt x="196" y="157"/>
                    <a:pt x="199" y="199"/>
                  </a:cubicBezTo>
                  <a:cubicBezTo>
                    <a:pt x="201" y="241"/>
                    <a:pt x="169" y="278"/>
                    <a:pt x="127" y="280"/>
                  </a:cubicBezTo>
                  <a:close/>
                  <a:moveTo>
                    <a:pt x="349" y="91"/>
                  </a:moveTo>
                  <a:cubicBezTo>
                    <a:pt x="364" y="90"/>
                    <a:pt x="364" y="90"/>
                    <a:pt x="364" y="90"/>
                  </a:cubicBezTo>
                  <a:cubicBezTo>
                    <a:pt x="363" y="65"/>
                    <a:pt x="363" y="65"/>
                    <a:pt x="363" y="65"/>
                  </a:cubicBezTo>
                  <a:cubicBezTo>
                    <a:pt x="348" y="66"/>
                    <a:pt x="348" y="66"/>
                    <a:pt x="348" y="66"/>
                  </a:cubicBezTo>
                  <a:cubicBezTo>
                    <a:pt x="345" y="56"/>
                    <a:pt x="341" y="48"/>
                    <a:pt x="335" y="41"/>
                  </a:cubicBezTo>
                  <a:cubicBezTo>
                    <a:pt x="345" y="29"/>
                    <a:pt x="345" y="29"/>
                    <a:pt x="345" y="29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16" y="24"/>
                    <a:pt x="316" y="24"/>
                    <a:pt x="316" y="24"/>
                  </a:cubicBezTo>
                  <a:cubicBezTo>
                    <a:pt x="308" y="19"/>
                    <a:pt x="299" y="16"/>
                    <a:pt x="290" y="15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63" y="1"/>
                    <a:pt x="263" y="1"/>
                    <a:pt x="263" y="1"/>
                  </a:cubicBezTo>
                  <a:cubicBezTo>
                    <a:pt x="264" y="16"/>
                    <a:pt x="264" y="16"/>
                    <a:pt x="264" y="16"/>
                  </a:cubicBezTo>
                  <a:cubicBezTo>
                    <a:pt x="255" y="19"/>
                    <a:pt x="247" y="23"/>
                    <a:pt x="239" y="29"/>
                  </a:cubicBezTo>
                  <a:cubicBezTo>
                    <a:pt x="228" y="19"/>
                    <a:pt x="228" y="19"/>
                    <a:pt x="228" y="19"/>
                  </a:cubicBezTo>
                  <a:cubicBezTo>
                    <a:pt x="211" y="38"/>
                    <a:pt x="211" y="38"/>
                    <a:pt x="211" y="38"/>
                  </a:cubicBezTo>
                  <a:cubicBezTo>
                    <a:pt x="222" y="48"/>
                    <a:pt x="222" y="48"/>
                    <a:pt x="222" y="48"/>
                  </a:cubicBezTo>
                  <a:cubicBezTo>
                    <a:pt x="218" y="56"/>
                    <a:pt x="215" y="65"/>
                    <a:pt x="213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15" y="100"/>
                    <a:pt x="215" y="100"/>
                    <a:pt x="215" y="100"/>
                  </a:cubicBezTo>
                  <a:cubicBezTo>
                    <a:pt x="218" y="109"/>
                    <a:pt x="222" y="117"/>
                    <a:pt x="227" y="125"/>
                  </a:cubicBezTo>
                  <a:cubicBezTo>
                    <a:pt x="217" y="136"/>
                    <a:pt x="217" y="136"/>
                    <a:pt x="217" y="136"/>
                  </a:cubicBezTo>
                  <a:cubicBezTo>
                    <a:pt x="237" y="153"/>
                    <a:pt x="237" y="153"/>
                    <a:pt x="237" y="153"/>
                  </a:cubicBezTo>
                  <a:cubicBezTo>
                    <a:pt x="247" y="142"/>
                    <a:pt x="247" y="142"/>
                    <a:pt x="247" y="142"/>
                  </a:cubicBezTo>
                  <a:cubicBezTo>
                    <a:pt x="255" y="146"/>
                    <a:pt x="263" y="149"/>
                    <a:pt x="273" y="151"/>
                  </a:cubicBezTo>
                  <a:cubicBezTo>
                    <a:pt x="274" y="166"/>
                    <a:pt x="274" y="166"/>
                    <a:pt x="274" y="166"/>
                  </a:cubicBezTo>
                  <a:cubicBezTo>
                    <a:pt x="300" y="164"/>
                    <a:pt x="300" y="164"/>
                    <a:pt x="300" y="164"/>
                  </a:cubicBezTo>
                  <a:cubicBezTo>
                    <a:pt x="299" y="149"/>
                    <a:pt x="299" y="149"/>
                    <a:pt x="299" y="149"/>
                  </a:cubicBezTo>
                  <a:cubicBezTo>
                    <a:pt x="308" y="147"/>
                    <a:pt x="316" y="142"/>
                    <a:pt x="323" y="137"/>
                  </a:cubicBezTo>
                  <a:cubicBezTo>
                    <a:pt x="335" y="147"/>
                    <a:pt x="335" y="147"/>
                    <a:pt x="335" y="147"/>
                  </a:cubicBezTo>
                  <a:cubicBezTo>
                    <a:pt x="352" y="127"/>
                    <a:pt x="352" y="127"/>
                    <a:pt x="352" y="127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5" y="110"/>
                    <a:pt x="348" y="101"/>
                    <a:pt x="349" y="91"/>
                  </a:cubicBezTo>
                  <a:close/>
                  <a:moveTo>
                    <a:pt x="285" y="135"/>
                  </a:moveTo>
                  <a:cubicBezTo>
                    <a:pt x="256" y="137"/>
                    <a:pt x="231" y="115"/>
                    <a:pt x="229" y="86"/>
                  </a:cubicBezTo>
                  <a:cubicBezTo>
                    <a:pt x="227" y="57"/>
                    <a:pt x="249" y="32"/>
                    <a:pt x="278" y="31"/>
                  </a:cubicBezTo>
                  <a:cubicBezTo>
                    <a:pt x="307" y="29"/>
                    <a:pt x="332" y="51"/>
                    <a:pt x="333" y="79"/>
                  </a:cubicBezTo>
                  <a:cubicBezTo>
                    <a:pt x="335" y="108"/>
                    <a:pt x="313" y="133"/>
                    <a:pt x="285" y="13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022374" y="1566354"/>
            <a:ext cx="3313926" cy="2626564"/>
            <a:chOff x="3332180" y="1398739"/>
            <a:chExt cx="5486851" cy="4348789"/>
          </a:xfrm>
          <a:effectLst>
            <a:outerShdw blurRad="355600" dist="127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任意多边形 16"/>
            <p:cNvSpPr/>
            <p:nvPr/>
          </p:nvSpPr>
          <p:spPr>
            <a:xfrm>
              <a:off x="3332180" y="3392488"/>
              <a:ext cx="2724353" cy="2355040"/>
            </a:xfrm>
            <a:custGeom>
              <a:avLst/>
              <a:gdLst>
                <a:gd name="connsiteX0" fmla="*/ 1365925 w 2724354"/>
                <a:gd name="connsiteY0" fmla="*/ 0 h 2355042"/>
                <a:gd name="connsiteX1" fmla="*/ 2724354 w 2724354"/>
                <a:gd name="connsiteY1" fmla="*/ 784290 h 2355042"/>
                <a:gd name="connsiteX2" fmla="*/ 2724354 w 2724354"/>
                <a:gd name="connsiteY2" fmla="*/ 2355042 h 2355042"/>
                <a:gd name="connsiteX3" fmla="*/ 0 w 2724354"/>
                <a:gd name="connsiteY3" fmla="*/ 2355042 h 235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4354" h="2355042">
                  <a:moveTo>
                    <a:pt x="1365925" y="0"/>
                  </a:moveTo>
                  <a:lnTo>
                    <a:pt x="2724354" y="784290"/>
                  </a:lnTo>
                  <a:lnTo>
                    <a:pt x="2724354" y="2355042"/>
                  </a:lnTo>
                  <a:lnTo>
                    <a:pt x="0" y="2355042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 flipH="1">
              <a:off x="6094676" y="3388412"/>
              <a:ext cx="2724355" cy="2355040"/>
            </a:xfrm>
            <a:custGeom>
              <a:avLst/>
              <a:gdLst>
                <a:gd name="connsiteX0" fmla="*/ 1365925 w 2724354"/>
                <a:gd name="connsiteY0" fmla="*/ 0 h 2355042"/>
                <a:gd name="connsiteX1" fmla="*/ 2724354 w 2724354"/>
                <a:gd name="connsiteY1" fmla="*/ 784290 h 2355042"/>
                <a:gd name="connsiteX2" fmla="*/ 2724354 w 2724354"/>
                <a:gd name="connsiteY2" fmla="*/ 2355042 h 2355042"/>
                <a:gd name="connsiteX3" fmla="*/ 0 w 2724354"/>
                <a:gd name="connsiteY3" fmla="*/ 2355042 h 235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4354" h="2355042">
                  <a:moveTo>
                    <a:pt x="1365925" y="0"/>
                  </a:moveTo>
                  <a:lnTo>
                    <a:pt x="2724354" y="784290"/>
                  </a:lnTo>
                  <a:lnTo>
                    <a:pt x="2724354" y="2355042"/>
                  </a:lnTo>
                  <a:lnTo>
                    <a:pt x="0" y="235504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 w="2540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 rot="14400000" flipH="1">
              <a:off x="4372288" y="1583395"/>
              <a:ext cx="2724354" cy="2355042"/>
            </a:xfrm>
            <a:custGeom>
              <a:avLst/>
              <a:gdLst>
                <a:gd name="connsiteX0" fmla="*/ 1365925 w 2724354"/>
                <a:gd name="connsiteY0" fmla="*/ 0 h 2355042"/>
                <a:gd name="connsiteX1" fmla="*/ 2724354 w 2724354"/>
                <a:gd name="connsiteY1" fmla="*/ 784290 h 2355042"/>
                <a:gd name="connsiteX2" fmla="*/ 2724354 w 2724354"/>
                <a:gd name="connsiteY2" fmla="*/ 2355042 h 2355042"/>
                <a:gd name="connsiteX3" fmla="*/ 0 w 2724354"/>
                <a:gd name="connsiteY3" fmla="*/ 2355042 h 235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4354" h="2355042">
                  <a:moveTo>
                    <a:pt x="1365925" y="0"/>
                  </a:moveTo>
                  <a:lnTo>
                    <a:pt x="2724354" y="784290"/>
                  </a:lnTo>
                  <a:lnTo>
                    <a:pt x="2724354" y="2355042"/>
                  </a:lnTo>
                  <a:lnTo>
                    <a:pt x="0" y="2355042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900000" scaled="0"/>
              <a:tileRect/>
            </a:gradFill>
            <a:ln w="254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9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46088" name="组合 19"/>
          <p:cNvGrpSpPr/>
          <p:nvPr/>
        </p:nvGrpSpPr>
        <p:grpSpPr>
          <a:xfrm>
            <a:off x="3616325" y="1985963"/>
            <a:ext cx="1117600" cy="914400"/>
            <a:chOff x="2673091" y="2335836"/>
            <a:chExt cx="1491229" cy="1219084"/>
          </a:xfrm>
        </p:grpSpPr>
        <p:sp>
          <p:nvSpPr>
            <p:cNvPr id="21" name="等腰三角形 20"/>
            <p:cNvSpPr/>
            <p:nvPr/>
          </p:nvSpPr>
          <p:spPr>
            <a:xfrm rot="7200000" flipV="1">
              <a:off x="2632803" y="3199797"/>
              <a:ext cx="477094" cy="233152"/>
            </a:xfrm>
            <a:prstGeom prst="triangle">
              <a:avLst>
                <a:gd name="adj" fmla="val 50907"/>
              </a:avLst>
            </a:prstGeom>
            <a:solidFill>
              <a:srgbClr val="01ACBE"/>
            </a:solidFill>
            <a:ln>
              <a:noFill/>
            </a:ln>
            <a:effectLst>
              <a:innerShdw blurRad="152400" dist="762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 rot="15321110">
              <a:off x="2951569" y="2057350"/>
              <a:ext cx="934265" cy="1491229"/>
            </a:xfrm>
            <a:custGeom>
              <a:avLst/>
              <a:gdLst>
                <a:gd name="connsiteX0" fmla="*/ 0 w 1543050"/>
                <a:gd name="connsiteY0" fmla="*/ 1730751 h 2462944"/>
                <a:gd name="connsiteX1" fmla="*/ 309567 w 1543050"/>
                <a:gd name="connsiteY1" fmla="*/ 1730751 h 2462944"/>
                <a:gd name="connsiteX2" fmla="*/ 309567 w 1543050"/>
                <a:gd name="connsiteY2" fmla="*/ 0 h 2462944"/>
                <a:gd name="connsiteX3" fmla="*/ 1233483 w 1543050"/>
                <a:gd name="connsiteY3" fmla="*/ 912638 h 2462944"/>
                <a:gd name="connsiteX4" fmla="*/ 1233483 w 1543050"/>
                <a:gd name="connsiteY4" fmla="*/ 1730751 h 2462944"/>
                <a:gd name="connsiteX5" fmla="*/ 1543050 w 1543050"/>
                <a:gd name="connsiteY5" fmla="*/ 1730751 h 2462944"/>
                <a:gd name="connsiteX6" fmla="*/ 771525 w 1543050"/>
                <a:gd name="connsiteY6" fmla="*/ 2462944 h 246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43050" h="2462944">
                  <a:moveTo>
                    <a:pt x="0" y="1730751"/>
                  </a:moveTo>
                  <a:lnTo>
                    <a:pt x="309567" y="1730751"/>
                  </a:lnTo>
                  <a:lnTo>
                    <a:pt x="309567" y="0"/>
                  </a:lnTo>
                  <a:lnTo>
                    <a:pt x="1233483" y="912638"/>
                  </a:lnTo>
                  <a:lnTo>
                    <a:pt x="1233483" y="1730751"/>
                  </a:lnTo>
                  <a:lnTo>
                    <a:pt x="1543050" y="1730751"/>
                  </a:lnTo>
                  <a:lnTo>
                    <a:pt x="771525" y="2462944"/>
                  </a:lnTo>
                  <a:close/>
                </a:path>
              </a:pathLst>
            </a:custGeom>
            <a:solidFill>
              <a:srgbClr val="01ACBE"/>
            </a:solidFill>
            <a:ln>
              <a:noFill/>
            </a:ln>
            <a:effectLst>
              <a:outerShdw blurRad="152400" dist="177800" dir="2700000" sx="95000" sy="9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6091" name="文本框 22"/>
            <p:cNvSpPr txBox="1"/>
            <p:nvPr/>
          </p:nvSpPr>
          <p:spPr>
            <a:xfrm>
              <a:off x="3380420" y="2516864"/>
              <a:ext cx="700368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01</a:t>
              </a:r>
              <a:endParaRPr lang="zh-CN" altLang="en-US" sz="1800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46092" name="组合 23"/>
          <p:cNvGrpSpPr/>
          <p:nvPr/>
        </p:nvGrpSpPr>
        <p:grpSpPr>
          <a:xfrm>
            <a:off x="3667125" y="3567113"/>
            <a:ext cx="1196975" cy="1117600"/>
            <a:chOff x="2741397" y="4442811"/>
            <a:chExt cx="1595869" cy="1491229"/>
          </a:xfrm>
        </p:grpSpPr>
        <p:sp>
          <p:nvSpPr>
            <p:cNvPr id="25" name="等腰三角形 24"/>
            <p:cNvSpPr/>
            <p:nvPr/>
          </p:nvSpPr>
          <p:spPr>
            <a:xfrm flipV="1">
              <a:off x="3860172" y="5289172"/>
              <a:ext cx="477094" cy="233152"/>
            </a:xfrm>
            <a:prstGeom prst="triangle">
              <a:avLst>
                <a:gd name="adj" fmla="val 50907"/>
              </a:avLst>
            </a:prstGeom>
            <a:solidFill>
              <a:srgbClr val="FFB850"/>
            </a:solidFill>
            <a:ln>
              <a:noFill/>
            </a:ln>
            <a:effectLst>
              <a:innerShdw blurRad="152400" dist="762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 rot="8121110">
              <a:off x="2913287" y="4442811"/>
              <a:ext cx="934265" cy="1491229"/>
            </a:xfrm>
            <a:custGeom>
              <a:avLst/>
              <a:gdLst>
                <a:gd name="connsiteX0" fmla="*/ 0 w 1543050"/>
                <a:gd name="connsiteY0" fmla="*/ 1730751 h 2462944"/>
                <a:gd name="connsiteX1" fmla="*/ 309567 w 1543050"/>
                <a:gd name="connsiteY1" fmla="*/ 1730751 h 2462944"/>
                <a:gd name="connsiteX2" fmla="*/ 309567 w 1543050"/>
                <a:gd name="connsiteY2" fmla="*/ 0 h 2462944"/>
                <a:gd name="connsiteX3" fmla="*/ 1233483 w 1543050"/>
                <a:gd name="connsiteY3" fmla="*/ 912638 h 2462944"/>
                <a:gd name="connsiteX4" fmla="*/ 1233483 w 1543050"/>
                <a:gd name="connsiteY4" fmla="*/ 1730751 h 2462944"/>
                <a:gd name="connsiteX5" fmla="*/ 1543050 w 1543050"/>
                <a:gd name="connsiteY5" fmla="*/ 1730751 h 2462944"/>
                <a:gd name="connsiteX6" fmla="*/ 771525 w 1543050"/>
                <a:gd name="connsiteY6" fmla="*/ 2462944 h 246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43050" h="2462944">
                  <a:moveTo>
                    <a:pt x="0" y="1730751"/>
                  </a:moveTo>
                  <a:lnTo>
                    <a:pt x="309567" y="1730751"/>
                  </a:lnTo>
                  <a:lnTo>
                    <a:pt x="309567" y="0"/>
                  </a:lnTo>
                  <a:lnTo>
                    <a:pt x="1233483" y="912638"/>
                  </a:lnTo>
                  <a:lnTo>
                    <a:pt x="1233483" y="1730751"/>
                  </a:lnTo>
                  <a:lnTo>
                    <a:pt x="1543050" y="1730751"/>
                  </a:lnTo>
                  <a:lnTo>
                    <a:pt x="771525" y="2462944"/>
                  </a:lnTo>
                  <a:close/>
                </a:path>
              </a:pathLst>
            </a:custGeom>
            <a:solidFill>
              <a:srgbClr val="FFB850"/>
            </a:solidFill>
            <a:ln>
              <a:noFill/>
            </a:ln>
            <a:effectLst>
              <a:outerShdw blurRad="152400" dist="177800" dir="2700000" sx="95000" sy="9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6095" name="文本框 26"/>
            <p:cNvSpPr txBox="1"/>
            <p:nvPr/>
          </p:nvSpPr>
          <p:spPr>
            <a:xfrm>
              <a:off x="2741397" y="4735114"/>
              <a:ext cx="700368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03</a:t>
              </a:r>
              <a:endParaRPr lang="zh-CN" altLang="en-US" sz="1800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46096" name="组合 27"/>
          <p:cNvGrpSpPr/>
          <p:nvPr/>
        </p:nvGrpSpPr>
        <p:grpSpPr>
          <a:xfrm>
            <a:off x="5327650" y="2457450"/>
            <a:ext cx="700088" cy="1285875"/>
            <a:chOff x="4955294" y="2964239"/>
            <a:chExt cx="934265" cy="1714887"/>
          </a:xfrm>
        </p:grpSpPr>
        <p:sp>
          <p:nvSpPr>
            <p:cNvPr id="29" name="等腰三角形 28"/>
            <p:cNvSpPr/>
            <p:nvPr/>
          </p:nvSpPr>
          <p:spPr>
            <a:xfrm rot="14400000" flipV="1">
              <a:off x="5012936" y="3086210"/>
              <a:ext cx="477094" cy="233152"/>
            </a:xfrm>
            <a:prstGeom prst="triangle">
              <a:avLst>
                <a:gd name="adj" fmla="val 50907"/>
              </a:avLst>
            </a:prstGeom>
            <a:solidFill>
              <a:srgbClr val="E87071"/>
            </a:solidFill>
            <a:ln>
              <a:noFill/>
            </a:ln>
            <a:effectLst>
              <a:innerShdw blurRad="152400" dist="762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0" name="任意多边形 29"/>
            <p:cNvSpPr/>
            <p:nvPr/>
          </p:nvSpPr>
          <p:spPr>
            <a:xfrm rot="921110">
              <a:off x="4955294" y="3187897"/>
              <a:ext cx="934265" cy="1491229"/>
            </a:xfrm>
            <a:custGeom>
              <a:avLst/>
              <a:gdLst>
                <a:gd name="connsiteX0" fmla="*/ 0 w 1543050"/>
                <a:gd name="connsiteY0" fmla="*/ 1730751 h 2462944"/>
                <a:gd name="connsiteX1" fmla="*/ 309567 w 1543050"/>
                <a:gd name="connsiteY1" fmla="*/ 1730751 h 2462944"/>
                <a:gd name="connsiteX2" fmla="*/ 309567 w 1543050"/>
                <a:gd name="connsiteY2" fmla="*/ 0 h 2462944"/>
                <a:gd name="connsiteX3" fmla="*/ 1233483 w 1543050"/>
                <a:gd name="connsiteY3" fmla="*/ 912638 h 2462944"/>
                <a:gd name="connsiteX4" fmla="*/ 1233483 w 1543050"/>
                <a:gd name="connsiteY4" fmla="*/ 1730751 h 2462944"/>
                <a:gd name="connsiteX5" fmla="*/ 1543050 w 1543050"/>
                <a:gd name="connsiteY5" fmla="*/ 1730751 h 2462944"/>
                <a:gd name="connsiteX6" fmla="*/ 771525 w 1543050"/>
                <a:gd name="connsiteY6" fmla="*/ 2462944 h 246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43050" h="2462944">
                  <a:moveTo>
                    <a:pt x="0" y="1730751"/>
                  </a:moveTo>
                  <a:lnTo>
                    <a:pt x="309567" y="1730751"/>
                  </a:lnTo>
                  <a:lnTo>
                    <a:pt x="309567" y="0"/>
                  </a:lnTo>
                  <a:lnTo>
                    <a:pt x="1233483" y="912638"/>
                  </a:lnTo>
                  <a:lnTo>
                    <a:pt x="1233483" y="1730751"/>
                  </a:lnTo>
                  <a:lnTo>
                    <a:pt x="1543050" y="1730751"/>
                  </a:lnTo>
                  <a:lnTo>
                    <a:pt x="771525" y="2462944"/>
                  </a:lnTo>
                  <a:close/>
                </a:path>
              </a:pathLst>
            </a:custGeom>
            <a:solidFill>
              <a:srgbClr val="E87071"/>
            </a:solidFill>
            <a:ln>
              <a:noFill/>
            </a:ln>
            <a:effectLst>
              <a:outerShdw blurRad="152400" dist="177800" dir="2700000" sx="95000" sy="9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6099" name="文本框 30"/>
            <p:cNvSpPr txBox="1"/>
            <p:nvPr/>
          </p:nvSpPr>
          <p:spPr>
            <a:xfrm>
              <a:off x="5050591" y="3845902"/>
              <a:ext cx="700368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en-US" altLang="zh-CN" sz="1800" dirty="0">
                  <a:solidFill>
                    <a:srgbClr val="FFFFFF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02</a:t>
              </a:r>
              <a:endParaRPr lang="zh-CN" altLang="en-US" sz="1800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46100" name="文本框 31"/>
          <p:cNvSpPr txBox="1"/>
          <p:nvPr/>
        </p:nvSpPr>
        <p:spPr>
          <a:xfrm>
            <a:off x="4192588" y="2598738"/>
            <a:ext cx="1481137" cy="322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500" dirty="0">
                <a:solidFill>
                  <a:srgbClr val="808080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硬件规模</a:t>
            </a:r>
            <a:endParaRPr lang="zh-CN" altLang="en-US" sz="1500" dirty="0">
              <a:solidFill>
                <a:srgbClr val="808080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46101" name="文本框 31"/>
          <p:cNvSpPr txBox="1"/>
          <p:nvPr/>
        </p:nvSpPr>
        <p:spPr>
          <a:xfrm>
            <a:off x="3503613" y="3395663"/>
            <a:ext cx="1482725" cy="322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500" dirty="0">
                <a:solidFill>
                  <a:srgbClr val="808080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对标公有云</a:t>
            </a:r>
            <a:endParaRPr lang="zh-CN" altLang="en-US" sz="1500" dirty="0">
              <a:solidFill>
                <a:srgbClr val="808080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46102" name="文本框 31"/>
          <p:cNvSpPr txBox="1"/>
          <p:nvPr/>
        </p:nvSpPr>
        <p:spPr>
          <a:xfrm>
            <a:off x="4808538" y="3786188"/>
            <a:ext cx="1481137" cy="322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500" dirty="0">
                <a:solidFill>
                  <a:srgbClr val="808080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更多功能</a:t>
            </a:r>
            <a:endParaRPr lang="zh-CN" altLang="en-US" sz="1500" dirty="0">
              <a:solidFill>
                <a:srgbClr val="808080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sp>
        <p:nvSpPr>
          <p:cNvPr id="46103" name="Rectangle 5"/>
          <p:cNvSpPr/>
          <p:nvPr/>
        </p:nvSpPr>
        <p:spPr>
          <a:xfrm>
            <a:off x="6518275" y="3063875"/>
            <a:ext cx="2335213" cy="8302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/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一键收集、处理日志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短信告警通用方案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重要操作审计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</p:txBody>
      </p:sp>
      <p:sp>
        <p:nvSpPr>
          <p:cNvPr id="46104" name="Rectangle 5"/>
          <p:cNvSpPr/>
          <p:nvPr/>
        </p:nvSpPr>
        <p:spPr>
          <a:xfrm>
            <a:off x="687388" y="3273425"/>
            <a:ext cx="2335212" cy="8302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/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标准对外开放接口，易于和客户系统集成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多用户、多角色管理权限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更高的安全性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</p:txBody>
      </p:sp>
      <p:sp>
        <p:nvSpPr>
          <p:cNvPr id="46105" name="Rectangle 5"/>
          <p:cNvSpPr/>
          <p:nvPr/>
        </p:nvSpPr>
        <p:spPr>
          <a:xfrm>
            <a:off x="687388" y="1543050"/>
            <a:ext cx="2335212" cy="830263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t"/>
          <a:p>
            <a:pPr marL="171450" indent="-171450">
              <a:lnSpc>
                <a:spcPct val="150000"/>
              </a:lnSpc>
              <a:buChar char="•"/>
            </a:pPr>
            <a:r>
              <a:rPr lang="en-US" altLang="zh-CN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300</a:t>
            </a: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物理节点目标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Lato Light" charset="0"/>
              </a:rPr>
              <a:t>更快的加载速度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  <a:sym typeface="Lato Light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47522" y="328000"/>
            <a:ext cx="1770458" cy="401597"/>
          </a:xfrm>
          <a:prstGeom prst="roundRect">
            <a:avLst>
              <a:gd name="adj" fmla="val 9976"/>
            </a:avLst>
          </a:prstGeom>
          <a:solidFill>
            <a:srgbClr val="00B7CA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40" strike="noStrike" noProof="1"/>
          </a:p>
        </p:txBody>
      </p:sp>
      <p:grpSp>
        <p:nvGrpSpPr>
          <p:cNvPr id="3" name="组合 2"/>
          <p:cNvGrpSpPr/>
          <p:nvPr/>
        </p:nvGrpSpPr>
        <p:grpSpPr>
          <a:xfrm>
            <a:off x="238125" y="468313"/>
            <a:ext cx="122238" cy="120650"/>
            <a:chOff x="4486616" y="3001075"/>
            <a:chExt cx="274695" cy="274699"/>
          </a:xfrm>
        </p:grpSpPr>
        <p:sp>
          <p:nvSpPr>
            <p:cNvPr id="4" name="椭圆 3"/>
            <p:cNvSpPr/>
            <p:nvPr/>
          </p:nvSpPr>
          <p:spPr>
            <a:xfrm rot="16200000">
              <a:off x="4486609" y="3001072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02601"/>
            <a:ext cx="295044" cy="47161"/>
            <a:chOff x="4318304" y="3089060"/>
            <a:chExt cx="384317" cy="61430"/>
          </a:xfrm>
        </p:grpSpPr>
        <p:sp>
          <p:nvSpPr>
            <p:cNvPr id="7" name="圆角矩形 6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40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9238" y="355600"/>
            <a:ext cx="1668463" cy="34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zh-CN" altLang="en-US" sz="1640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五、结语</a:t>
            </a:r>
            <a:endParaRPr lang="zh-CN" altLang="en-US" sz="1640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圆角矩形 6"/>
          <p:cNvSpPr/>
          <p:nvPr/>
        </p:nvSpPr>
        <p:spPr>
          <a:xfrm>
            <a:off x="3386782" y="2044207"/>
            <a:ext cx="3894951" cy="751080"/>
          </a:xfrm>
          <a:prstGeom prst="roundRect">
            <a:avLst>
              <a:gd name="adj" fmla="val 9976"/>
            </a:avLst>
          </a:prstGeom>
          <a:solidFill>
            <a:srgbClr val="FFB850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15" strike="noStrike" noProof="1"/>
          </a:p>
        </p:txBody>
      </p:sp>
      <p:grpSp>
        <p:nvGrpSpPr>
          <p:cNvPr id="48136" name="组合 7"/>
          <p:cNvGrpSpPr/>
          <p:nvPr/>
        </p:nvGrpSpPr>
        <p:grpSpPr>
          <a:xfrm>
            <a:off x="3457575" y="2357438"/>
            <a:ext cx="117475" cy="119062"/>
            <a:chOff x="4486616" y="3001075"/>
            <a:chExt cx="274695" cy="274699"/>
          </a:xfrm>
        </p:grpSpPr>
        <p:sp>
          <p:nvSpPr>
            <p:cNvPr id="50" name="椭圆 8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51" name="椭圆 9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48139" name="组合 10"/>
          <p:cNvGrpSpPr/>
          <p:nvPr/>
        </p:nvGrpSpPr>
        <p:grpSpPr>
          <a:xfrm>
            <a:off x="3157538" y="2357438"/>
            <a:ext cx="119062" cy="119062"/>
            <a:chOff x="4486616" y="3001075"/>
            <a:chExt cx="274695" cy="274699"/>
          </a:xfrm>
        </p:grpSpPr>
        <p:sp>
          <p:nvSpPr>
            <p:cNvPr id="54" name="椭圆 11"/>
            <p:cNvSpPr/>
            <p:nvPr/>
          </p:nvSpPr>
          <p:spPr>
            <a:xfrm rot="16200000">
              <a:off x="4486610" y="3001073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6" name="椭圆 12"/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grpSp>
        <p:nvGrpSpPr>
          <p:cNvPr id="67" name="组合 13"/>
          <p:cNvGrpSpPr/>
          <p:nvPr/>
        </p:nvGrpSpPr>
        <p:grpSpPr>
          <a:xfrm>
            <a:off x="3224123" y="2391726"/>
            <a:ext cx="288238" cy="46073"/>
            <a:chOff x="4318304" y="3089060"/>
            <a:chExt cx="384317" cy="61430"/>
          </a:xfrm>
        </p:grpSpPr>
        <p:sp>
          <p:nvSpPr>
            <p:cNvPr id="68" name="圆角矩形 14"/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69" name="圆角矩形 15"/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</p:grpSp>
      <p:sp>
        <p:nvSpPr>
          <p:cNvPr id="48143" name="文本框 16"/>
          <p:cNvSpPr txBox="1"/>
          <p:nvPr/>
        </p:nvSpPr>
        <p:spPr>
          <a:xfrm>
            <a:off x="3689350" y="2230438"/>
            <a:ext cx="3509963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2000" dirty="0">
                <a:solidFill>
                  <a:schemeClr val="bg1"/>
                </a:solidFill>
                <a:latin typeface="造字工房悦黑体验版细体" pitchFamily="50" charset="-122"/>
                <a:ea typeface="造字工房悦黑体验版细体" pitchFamily="50" charset="-122"/>
              </a:rPr>
              <a:t>感谢公司、同事带给我的成长</a:t>
            </a:r>
            <a:endParaRPr lang="zh-CN" altLang="en-US" sz="2000" dirty="0">
              <a:solidFill>
                <a:schemeClr val="bg1"/>
              </a:solidFill>
              <a:latin typeface="造字工房悦黑体验版细体" pitchFamily="50" charset="-122"/>
              <a:ea typeface="造字工房悦黑体验版细体" pitchFamily="50" charset="-122"/>
            </a:endParaRPr>
          </a:p>
        </p:txBody>
      </p:sp>
      <p:grpSp>
        <p:nvGrpSpPr>
          <p:cNvPr id="71" name="组合 17"/>
          <p:cNvGrpSpPr/>
          <p:nvPr/>
        </p:nvGrpSpPr>
        <p:grpSpPr>
          <a:xfrm>
            <a:off x="2278303" y="2147771"/>
            <a:ext cx="589923" cy="553380"/>
            <a:chOff x="3108756" y="2110160"/>
            <a:chExt cx="745081" cy="698920"/>
          </a:xfrm>
          <a:solidFill>
            <a:schemeClr val="bg1"/>
          </a:solidFill>
        </p:grpSpPr>
        <p:sp>
          <p:nvSpPr>
            <p:cNvPr id="72" name="Freeform 489"/>
            <p:cNvSpPr/>
            <p:nvPr/>
          </p:nvSpPr>
          <p:spPr bwMode="auto">
            <a:xfrm>
              <a:off x="3608602" y="2110160"/>
              <a:ext cx="245235" cy="303659"/>
            </a:xfrm>
            <a:custGeom>
              <a:avLst/>
              <a:gdLst>
                <a:gd name="T0" fmla="*/ 248 w 340"/>
                <a:gd name="T1" fmla="*/ 0 h 421"/>
                <a:gd name="T2" fmla="*/ 0 w 340"/>
                <a:gd name="T3" fmla="*/ 357 h 421"/>
                <a:gd name="T4" fmla="*/ 94 w 340"/>
                <a:gd name="T5" fmla="*/ 421 h 421"/>
                <a:gd name="T6" fmla="*/ 340 w 340"/>
                <a:gd name="T7" fmla="*/ 66 h 421"/>
                <a:gd name="T8" fmla="*/ 248 w 340"/>
                <a:gd name="T9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421">
                  <a:moveTo>
                    <a:pt x="248" y="0"/>
                  </a:moveTo>
                  <a:lnTo>
                    <a:pt x="0" y="357"/>
                  </a:lnTo>
                  <a:lnTo>
                    <a:pt x="94" y="421"/>
                  </a:lnTo>
                  <a:lnTo>
                    <a:pt x="340" y="66"/>
                  </a:lnTo>
                  <a:lnTo>
                    <a:pt x="24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3" name="Freeform 490"/>
            <p:cNvSpPr/>
            <p:nvPr/>
          </p:nvSpPr>
          <p:spPr bwMode="auto">
            <a:xfrm>
              <a:off x="3584800" y="2379197"/>
              <a:ext cx="81505" cy="68522"/>
            </a:xfrm>
            <a:custGeom>
              <a:avLst/>
              <a:gdLst>
                <a:gd name="T0" fmla="*/ 14 w 113"/>
                <a:gd name="T1" fmla="*/ 12 h 95"/>
                <a:gd name="T2" fmla="*/ 0 w 113"/>
                <a:gd name="T3" fmla="*/ 33 h 95"/>
                <a:gd name="T4" fmla="*/ 14 w 113"/>
                <a:gd name="T5" fmla="*/ 43 h 95"/>
                <a:gd name="T6" fmla="*/ 26 w 113"/>
                <a:gd name="T7" fmla="*/ 52 h 95"/>
                <a:gd name="T8" fmla="*/ 90 w 113"/>
                <a:gd name="T9" fmla="*/ 95 h 95"/>
                <a:gd name="T10" fmla="*/ 113 w 113"/>
                <a:gd name="T11" fmla="*/ 62 h 95"/>
                <a:gd name="T12" fmla="*/ 23 w 113"/>
                <a:gd name="T13" fmla="*/ 0 h 95"/>
                <a:gd name="T14" fmla="*/ 14 w 113"/>
                <a:gd name="T15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3" h="95">
                  <a:moveTo>
                    <a:pt x="14" y="12"/>
                  </a:moveTo>
                  <a:lnTo>
                    <a:pt x="0" y="33"/>
                  </a:lnTo>
                  <a:lnTo>
                    <a:pt x="14" y="43"/>
                  </a:lnTo>
                  <a:lnTo>
                    <a:pt x="26" y="52"/>
                  </a:lnTo>
                  <a:lnTo>
                    <a:pt x="90" y="95"/>
                  </a:lnTo>
                  <a:lnTo>
                    <a:pt x="113" y="62"/>
                  </a:lnTo>
                  <a:lnTo>
                    <a:pt x="23" y="0"/>
                  </a:lnTo>
                  <a:lnTo>
                    <a:pt x="1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4" name="Freeform 491"/>
            <p:cNvSpPr/>
            <p:nvPr/>
          </p:nvSpPr>
          <p:spPr bwMode="auto">
            <a:xfrm>
              <a:off x="3463625" y="2415261"/>
              <a:ext cx="177435" cy="226482"/>
            </a:xfrm>
            <a:custGeom>
              <a:avLst/>
              <a:gdLst>
                <a:gd name="T0" fmla="*/ 66 w 104"/>
                <a:gd name="T1" fmla="*/ 0 h 133"/>
                <a:gd name="T2" fmla="*/ 60 w 104"/>
                <a:gd name="T3" fmla="*/ 8 h 133"/>
                <a:gd name="T4" fmla="*/ 59 w 104"/>
                <a:gd name="T5" fmla="*/ 10 h 133"/>
                <a:gd name="T6" fmla="*/ 11 w 104"/>
                <a:gd name="T7" fmla="*/ 29 h 133"/>
                <a:gd name="T8" fmla="*/ 0 w 104"/>
                <a:gd name="T9" fmla="*/ 129 h 133"/>
                <a:gd name="T10" fmla="*/ 37 w 104"/>
                <a:gd name="T11" fmla="*/ 76 h 133"/>
                <a:gd name="T12" fmla="*/ 37 w 104"/>
                <a:gd name="T13" fmla="*/ 51 h 133"/>
                <a:gd name="T14" fmla="*/ 60 w 104"/>
                <a:gd name="T15" fmla="*/ 43 h 133"/>
                <a:gd name="T16" fmla="*/ 63 w 104"/>
                <a:gd name="T17" fmla="*/ 44 h 133"/>
                <a:gd name="T18" fmla="*/ 66 w 104"/>
                <a:gd name="T19" fmla="*/ 71 h 133"/>
                <a:gd name="T20" fmla="*/ 60 w 104"/>
                <a:gd name="T21" fmla="*/ 77 h 133"/>
                <a:gd name="T22" fmla="*/ 42 w 104"/>
                <a:gd name="T23" fmla="*/ 80 h 133"/>
                <a:gd name="T24" fmla="*/ 6 w 104"/>
                <a:gd name="T25" fmla="*/ 133 h 133"/>
                <a:gd name="T26" fmla="*/ 54 w 104"/>
                <a:gd name="T27" fmla="*/ 109 h 133"/>
                <a:gd name="T28" fmla="*/ 60 w 104"/>
                <a:gd name="T29" fmla="*/ 106 h 133"/>
                <a:gd name="T30" fmla="*/ 77 w 104"/>
                <a:gd name="T31" fmla="*/ 98 h 133"/>
                <a:gd name="T32" fmla="*/ 96 w 104"/>
                <a:gd name="T33" fmla="*/ 88 h 133"/>
                <a:gd name="T34" fmla="*/ 97 w 104"/>
                <a:gd name="T35" fmla="*/ 37 h 133"/>
                <a:gd name="T36" fmla="*/ 104 w 104"/>
                <a:gd name="T37" fmla="*/ 26 h 133"/>
                <a:gd name="T38" fmla="*/ 77 w 104"/>
                <a:gd name="T39" fmla="*/ 7 h 133"/>
                <a:gd name="T40" fmla="*/ 66 w 104"/>
                <a:gd name="T4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4" h="133">
                  <a:moveTo>
                    <a:pt x="66" y="0"/>
                  </a:moveTo>
                  <a:cubicBezTo>
                    <a:pt x="60" y="8"/>
                    <a:pt x="60" y="8"/>
                    <a:pt x="60" y="8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2" y="70"/>
                    <a:pt x="31" y="60"/>
                    <a:pt x="37" y="51"/>
                  </a:cubicBezTo>
                  <a:cubicBezTo>
                    <a:pt x="43" y="43"/>
                    <a:pt x="52" y="40"/>
                    <a:pt x="60" y="43"/>
                  </a:cubicBezTo>
                  <a:cubicBezTo>
                    <a:pt x="61" y="43"/>
                    <a:pt x="62" y="44"/>
                    <a:pt x="63" y="44"/>
                  </a:cubicBezTo>
                  <a:cubicBezTo>
                    <a:pt x="71" y="50"/>
                    <a:pt x="72" y="62"/>
                    <a:pt x="66" y="71"/>
                  </a:cubicBezTo>
                  <a:cubicBezTo>
                    <a:pt x="64" y="74"/>
                    <a:pt x="62" y="76"/>
                    <a:pt x="60" y="77"/>
                  </a:cubicBezTo>
                  <a:cubicBezTo>
                    <a:pt x="55" y="81"/>
                    <a:pt x="48" y="82"/>
                    <a:pt x="42" y="80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54" y="109"/>
                    <a:pt x="54" y="109"/>
                    <a:pt x="54" y="109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97" y="37"/>
                    <a:pt x="97" y="37"/>
                    <a:pt x="97" y="3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77" y="7"/>
                    <a:pt x="77" y="7"/>
                    <a:pt x="77" y="7"/>
                  </a:cubicBezTo>
                  <a:lnTo>
                    <a:pt x="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5" name="Rectangle 492"/>
            <p:cNvSpPr>
              <a:spLocks noChangeArrowheads="1"/>
            </p:cNvSpPr>
            <p:nvPr/>
          </p:nvSpPr>
          <p:spPr bwMode="auto">
            <a:xfrm>
              <a:off x="3237144" y="2495323"/>
              <a:ext cx="168779" cy="151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6" name="Rectangle 493"/>
            <p:cNvSpPr>
              <a:spLocks noChangeArrowheads="1"/>
            </p:cNvSpPr>
            <p:nvPr/>
          </p:nvSpPr>
          <p:spPr bwMode="auto">
            <a:xfrm>
              <a:off x="3237144" y="2449161"/>
              <a:ext cx="168779" cy="173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7" name="Rectangle 494"/>
            <p:cNvSpPr>
              <a:spLocks noChangeArrowheads="1"/>
            </p:cNvSpPr>
            <p:nvPr/>
          </p:nvSpPr>
          <p:spPr bwMode="auto">
            <a:xfrm>
              <a:off x="3237144" y="2403000"/>
              <a:ext cx="168779" cy="1586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8" name="Rectangle 495"/>
            <p:cNvSpPr>
              <a:spLocks noChangeArrowheads="1"/>
            </p:cNvSpPr>
            <p:nvPr/>
          </p:nvSpPr>
          <p:spPr bwMode="auto">
            <a:xfrm>
              <a:off x="3237144" y="2357559"/>
              <a:ext cx="168779" cy="151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79" name="Freeform 496"/>
            <p:cNvSpPr/>
            <p:nvPr/>
          </p:nvSpPr>
          <p:spPr bwMode="auto">
            <a:xfrm>
              <a:off x="3108756" y="2215467"/>
              <a:ext cx="489749" cy="593613"/>
            </a:xfrm>
            <a:custGeom>
              <a:avLst/>
              <a:gdLst>
                <a:gd name="T0" fmla="*/ 268 w 287"/>
                <a:gd name="T1" fmla="*/ 303 h 348"/>
                <a:gd name="T2" fmla="*/ 245 w 287"/>
                <a:gd name="T3" fmla="*/ 331 h 348"/>
                <a:gd name="T4" fmla="*/ 90 w 287"/>
                <a:gd name="T5" fmla="*/ 331 h 348"/>
                <a:gd name="T6" fmla="*/ 90 w 287"/>
                <a:gd name="T7" fmla="*/ 281 h 348"/>
                <a:gd name="T8" fmla="*/ 76 w 287"/>
                <a:gd name="T9" fmla="*/ 263 h 348"/>
                <a:gd name="T10" fmla="*/ 17 w 287"/>
                <a:gd name="T11" fmla="*/ 263 h 348"/>
                <a:gd name="T12" fmla="*/ 17 w 287"/>
                <a:gd name="T13" fmla="*/ 59 h 348"/>
                <a:gd name="T14" fmla="*/ 40 w 287"/>
                <a:gd name="T15" fmla="*/ 27 h 348"/>
                <a:gd name="T16" fmla="*/ 251 w 287"/>
                <a:gd name="T17" fmla="*/ 27 h 348"/>
                <a:gd name="T18" fmla="*/ 268 w 287"/>
                <a:gd name="T19" fmla="*/ 52 h 348"/>
                <a:gd name="T20" fmla="*/ 268 w 287"/>
                <a:gd name="T21" fmla="*/ 104 h 348"/>
                <a:gd name="T22" fmla="*/ 268 w 287"/>
                <a:gd name="T23" fmla="*/ 104 h 348"/>
                <a:gd name="T24" fmla="*/ 285 w 287"/>
                <a:gd name="T25" fmla="*/ 83 h 348"/>
                <a:gd name="T26" fmla="*/ 285 w 287"/>
                <a:gd name="T27" fmla="*/ 45 h 348"/>
                <a:gd name="T28" fmla="*/ 252 w 287"/>
                <a:gd name="T29" fmla="*/ 8 h 348"/>
                <a:gd name="T30" fmla="*/ 70 w 287"/>
                <a:gd name="T31" fmla="*/ 8 h 348"/>
                <a:gd name="T32" fmla="*/ 40 w 287"/>
                <a:gd name="T33" fmla="*/ 8 h 348"/>
                <a:gd name="T34" fmla="*/ 0 w 287"/>
                <a:gd name="T35" fmla="*/ 44 h 348"/>
                <a:gd name="T36" fmla="*/ 0 w 287"/>
                <a:gd name="T37" fmla="*/ 294 h 348"/>
                <a:gd name="T38" fmla="*/ 82 w 287"/>
                <a:gd name="T39" fmla="*/ 346 h 348"/>
                <a:gd name="T40" fmla="*/ 252 w 287"/>
                <a:gd name="T41" fmla="*/ 346 h 348"/>
                <a:gd name="T42" fmla="*/ 285 w 287"/>
                <a:gd name="T43" fmla="*/ 321 h 348"/>
                <a:gd name="T44" fmla="*/ 285 w 287"/>
                <a:gd name="T45" fmla="*/ 228 h 348"/>
                <a:gd name="T46" fmla="*/ 268 w 287"/>
                <a:gd name="T47" fmla="*/ 238 h 348"/>
                <a:gd name="T48" fmla="*/ 268 w 287"/>
                <a:gd name="T49" fmla="*/ 30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348">
                  <a:moveTo>
                    <a:pt x="268" y="303"/>
                  </a:moveTo>
                  <a:cubicBezTo>
                    <a:pt x="268" y="303"/>
                    <a:pt x="272" y="331"/>
                    <a:pt x="245" y="331"/>
                  </a:cubicBezTo>
                  <a:cubicBezTo>
                    <a:pt x="217" y="331"/>
                    <a:pt x="90" y="331"/>
                    <a:pt x="90" y="331"/>
                  </a:cubicBezTo>
                  <a:cubicBezTo>
                    <a:pt x="90" y="281"/>
                    <a:pt x="90" y="281"/>
                    <a:pt x="90" y="281"/>
                  </a:cubicBezTo>
                  <a:cubicBezTo>
                    <a:pt x="90" y="281"/>
                    <a:pt x="91" y="263"/>
                    <a:pt x="76" y="263"/>
                  </a:cubicBezTo>
                  <a:cubicBezTo>
                    <a:pt x="60" y="263"/>
                    <a:pt x="17" y="263"/>
                    <a:pt x="17" y="263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59"/>
                    <a:pt x="13" y="27"/>
                    <a:pt x="40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51" y="27"/>
                    <a:pt x="268" y="30"/>
                    <a:pt x="268" y="52"/>
                  </a:cubicBezTo>
                  <a:cubicBezTo>
                    <a:pt x="268" y="57"/>
                    <a:pt x="268" y="77"/>
                    <a:pt x="268" y="104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85" y="83"/>
                    <a:pt x="285" y="83"/>
                    <a:pt x="285" y="83"/>
                  </a:cubicBezTo>
                  <a:cubicBezTo>
                    <a:pt x="285" y="60"/>
                    <a:pt x="285" y="45"/>
                    <a:pt x="285" y="45"/>
                  </a:cubicBezTo>
                  <a:cubicBezTo>
                    <a:pt x="285" y="45"/>
                    <a:pt x="287" y="8"/>
                    <a:pt x="252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0" y="0"/>
                    <a:pt x="0" y="44"/>
                  </a:cubicBezTo>
                  <a:cubicBezTo>
                    <a:pt x="0" y="87"/>
                    <a:pt x="0" y="294"/>
                    <a:pt x="0" y="294"/>
                  </a:cubicBezTo>
                  <a:cubicBezTo>
                    <a:pt x="82" y="346"/>
                    <a:pt x="82" y="346"/>
                    <a:pt x="82" y="346"/>
                  </a:cubicBezTo>
                  <a:cubicBezTo>
                    <a:pt x="252" y="346"/>
                    <a:pt x="252" y="346"/>
                    <a:pt x="252" y="346"/>
                  </a:cubicBezTo>
                  <a:cubicBezTo>
                    <a:pt x="252" y="346"/>
                    <a:pt x="285" y="348"/>
                    <a:pt x="285" y="321"/>
                  </a:cubicBezTo>
                  <a:cubicBezTo>
                    <a:pt x="285" y="312"/>
                    <a:pt x="285" y="274"/>
                    <a:pt x="285" y="228"/>
                  </a:cubicBezTo>
                  <a:cubicBezTo>
                    <a:pt x="268" y="238"/>
                    <a:pt x="268" y="238"/>
                    <a:pt x="268" y="238"/>
                  </a:cubicBezTo>
                  <a:cubicBezTo>
                    <a:pt x="268" y="275"/>
                    <a:pt x="268" y="303"/>
                    <a:pt x="268" y="3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</p:grpSp>
      <p:grpSp>
        <p:nvGrpSpPr>
          <p:cNvPr id="88" name="组合 1"/>
          <p:cNvGrpSpPr/>
          <p:nvPr/>
        </p:nvGrpSpPr>
        <p:grpSpPr>
          <a:xfrm>
            <a:off x="1825437" y="1587300"/>
            <a:ext cx="2072960" cy="2584750"/>
            <a:chOff x="3295850" y="1908877"/>
            <a:chExt cx="3738030" cy="4660916"/>
          </a:xfrm>
        </p:grpSpPr>
        <p:sp>
          <p:nvSpPr>
            <p:cNvPr id="89" name="圆角矩形 2"/>
            <p:cNvSpPr/>
            <p:nvPr/>
          </p:nvSpPr>
          <p:spPr>
            <a:xfrm rot="2760000">
              <a:off x="3098889" y="2634801"/>
              <a:ext cx="4660916" cy="3209067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rgbClr val="6C6C6C">
                    <a:alpha val="42000"/>
                  </a:srgbClr>
                </a:gs>
                <a:gs pos="0">
                  <a:schemeClr val="tx1">
                    <a:alpha val="54000"/>
                  </a:schemeClr>
                </a:gs>
                <a:gs pos="100000">
                  <a:srgbClr val="D8D8D8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90" name="Freeform 5"/>
            <p:cNvSpPr/>
            <p:nvPr/>
          </p:nvSpPr>
          <p:spPr bwMode="auto">
            <a:xfrm rot="10800000">
              <a:off x="3295850" y="2263222"/>
              <a:ext cx="2643765" cy="234315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29000">
                    <a:srgbClr val="E0E0E0"/>
                  </a:gs>
                  <a:gs pos="0">
                    <a:srgbClr val="999999"/>
                  </a:gs>
                  <a:gs pos="83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  <p:sp>
          <p:nvSpPr>
            <p:cNvPr id="91" name="圆角矩形 4"/>
            <p:cNvSpPr/>
            <p:nvPr/>
          </p:nvSpPr>
          <p:spPr>
            <a:xfrm rot="2760000">
              <a:off x="3358628" y="2852802"/>
              <a:ext cx="3953506" cy="2592561"/>
            </a:xfrm>
            <a:prstGeom prst="roundRect">
              <a:avLst>
                <a:gd name="adj" fmla="val 50000"/>
              </a:avLst>
            </a:prstGeom>
            <a:gradFill>
              <a:gsLst>
                <a:gs pos="37000">
                  <a:srgbClr val="6C6C6C">
                    <a:alpha val="50000"/>
                  </a:srgbClr>
                </a:gs>
                <a:gs pos="0">
                  <a:schemeClr val="tx1">
                    <a:alpha val="61000"/>
                  </a:schemeClr>
                </a:gs>
                <a:gs pos="100000">
                  <a:srgbClr val="D8D8D8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015" strike="noStrike" noProof="1">
                <a:solidFill>
                  <a:prstClr val="white"/>
                </a:solidFill>
              </a:endParaRPr>
            </a:p>
          </p:txBody>
        </p:sp>
        <p:sp>
          <p:nvSpPr>
            <p:cNvPr id="92" name="Freeform 91"/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165"/>
                </a:gs>
                <a:gs pos="100000">
                  <a:srgbClr val="FF9A05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0">
                    <a:srgbClr val="FF9B09"/>
                  </a:gs>
                  <a:gs pos="100000">
                    <a:srgbClr val="FFDBA7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组合 17"/>
          <p:cNvGrpSpPr/>
          <p:nvPr/>
        </p:nvGrpSpPr>
        <p:grpSpPr>
          <a:xfrm>
            <a:off x="2324023" y="2193495"/>
            <a:ext cx="589923" cy="553376"/>
            <a:chOff x="3108756" y="2110160"/>
            <a:chExt cx="745081" cy="698920"/>
          </a:xfrm>
          <a:solidFill>
            <a:schemeClr val="bg1"/>
          </a:solidFill>
        </p:grpSpPr>
        <p:sp>
          <p:nvSpPr>
            <p:cNvPr id="105" name="Freeform 489"/>
            <p:cNvSpPr/>
            <p:nvPr/>
          </p:nvSpPr>
          <p:spPr bwMode="auto">
            <a:xfrm>
              <a:off x="3608602" y="2110160"/>
              <a:ext cx="245235" cy="303659"/>
            </a:xfrm>
            <a:custGeom>
              <a:avLst/>
              <a:gdLst>
                <a:gd name="T0" fmla="*/ 248 w 340"/>
                <a:gd name="T1" fmla="*/ 0 h 421"/>
                <a:gd name="T2" fmla="*/ 0 w 340"/>
                <a:gd name="T3" fmla="*/ 357 h 421"/>
                <a:gd name="T4" fmla="*/ 94 w 340"/>
                <a:gd name="T5" fmla="*/ 421 h 421"/>
                <a:gd name="T6" fmla="*/ 340 w 340"/>
                <a:gd name="T7" fmla="*/ 66 h 421"/>
                <a:gd name="T8" fmla="*/ 248 w 340"/>
                <a:gd name="T9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421">
                  <a:moveTo>
                    <a:pt x="248" y="0"/>
                  </a:moveTo>
                  <a:lnTo>
                    <a:pt x="0" y="357"/>
                  </a:lnTo>
                  <a:lnTo>
                    <a:pt x="94" y="421"/>
                  </a:lnTo>
                  <a:lnTo>
                    <a:pt x="340" y="66"/>
                  </a:lnTo>
                  <a:lnTo>
                    <a:pt x="24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06" name="Freeform 490"/>
            <p:cNvSpPr/>
            <p:nvPr/>
          </p:nvSpPr>
          <p:spPr bwMode="auto">
            <a:xfrm>
              <a:off x="3584800" y="2379197"/>
              <a:ext cx="81505" cy="68522"/>
            </a:xfrm>
            <a:custGeom>
              <a:avLst/>
              <a:gdLst>
                <a:gd name="T0" fmla="*/ 14 w 113"/>
                <a:gd name="T1" fmla="*/ 12 h 95"/>
                <a:gd name="T2" fmla="*/ 0 w 113"/>
                <a:gd name="T3" fmla="*/ 33 h 95"/>
                <a:gd name="T4" fmla="*/ 14 w 113"/>
                <a:gd name="T5" fmla="*/ 43 h 95"/>
                <a:gd name="T6" fmla="*/ 26 w 113"/>
                <a:gd name="T7" fmla="*/ 52 h 95"/>
                <a:gd name="T8" fmla="*/ 90 w 113"/>
                <a:gd name="T9" fmla="*/ 95 h 95"/>
                <a:gd name="T10" fmla="*/ 113 w 113"/>
                <a:gd name="T11" fmla="*/ 62 h 95"/>
                <a:gd name="T12" fmla="*/ 23 w 113"/>
                <a:gd name="T13" fmla="*/ 0 h 95"/>
                <a:gd name="T14" fmla="*/ 14 w 113"/>
                <a:gd name="T15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3" h="95">
                  <a:moveTo>
                    <a:pt x="14" y="12"/>
                  </a:moveTo>
                  <a:lnTo>
                    <a:pt x="0" y="33"/>
                  </a:lnTo>
                  <a:lnTo>
                    <a:pt x="14" y="43"/>
                  </a:lnTo>
                  <a:lnTo>
                    <a:pt x="26" y="52"/>
                  </a:lnTo>
                  <a:lnTo>
                    <a:pt x="90" y="95"/>
                  </a:lnTo>
                  <a:lnTo>
                    <a:pt x="113" y="62"/>
                  </a:lnTo>
                  <a:lnTo>
                    <a:pt x="23" y="0"/>
                  </a:lnTo>
                  <a:lnTo>
                    <a:pt x="1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07" name="Freeform 491"/>
            <p:cNvSpPr/>
            <p:nvPr/>
          </p:nvSpPr>
          <p:spPr bwMode="auto">
            <a:xfrm>
              <a:off x="3463625" y="2415261"/>
              <a:ext cx="177435" cy="226482"/>
            </a:xfrm>
            <a:custGeom>
              <a:avLst/>
              <a:gdLst>
                <a:gd name="T0" fmla="*/ 66 w 104"/>
                <a:gd name="T1" fmla="*/ 0 h 133"/>
                <a:gd name="T2" fmla="*/ 60 w 104"/>
                <a:gd name="T3" fmla="*/ 8 h 133"/>
                <a:gd name="T4" fmla="*/ 59 w 104"/>
                <a:gd name="T5" fmla="*/ 10 h 133"/>
                <a:gd name="T6" fmla="*/ 11 w 104"/>
                <a:gd name="T7" fmla="*/ 29 h 133"/>
                <a:gd name="T8" fmla="*/ 0 w 104"/>
                <a:gd name="T9" fmla="*/ 129 h 133"/>
                <a:gd name="T10" fmla="*/ 37 w 104"/>
                <a:gd name="T11" fmla="*/ 76 h 133"/>
                <a:gd name="T12" fmla="*/ 37 w 104"/>
                <a:gd name="T13" fmla="*/ 51 h 133"/>
                <a:gd name="T14" fmla="*/ 60 w 104"/>
                <a:gd name="T15" fmla="*/ 43 h 133"/>
                <a:gd name="T16" fmla="*/ 63 w 104"/>
                <a:gd name="T17" fmla="*/ 44 h 133"/>
                <a:gd name="T18" fmla="*/ 66 w 104"/>
                <a:gd name="T19" fmla="*/ 71 h 133"/>
                <a:gd name="T20" fmla="*/ 60 w 104"/>
                <a:gd name="T21" fmla="*/ 77 h 133"/>
                <a:gd name="T22" fmla="*/ 42 w 104"/>
                <a:gd name="T23" fmla="*/ 80 h 133"/>
                <a:gd name="T24" fmla="*/ 6 w 104"/>
                <a:gd name="T25" fmla="*/ 133 h 133"/>
                <a:gd name="T26" fmla="*/ 54 w 104"/>
                <a:gd name="T27" fmla="*/ 109 h 133"/>
                <a:gd name="T28" fmla="*/ 60 w 104"/>
                <a:gd name="T29" fmla="*/ 106 h 133"/>
                <a:gd name="T30" fmla="*/ 77 w 104"/>
                <a:gd name="T31" fmla="*/ 98 h 133"/>
                <a:gd name="T32" fmla="*/ 96 w 104"/>
                <a:gd name="T33" fmla="*/ 88 h 133"/>
                <a:gd name="T34" fmla="*/ 97 w 104"/>
                <a:gd name="T35" fmla="*/ 37 h 133"/>
                <a:gd name="T36" fmla="*/ 104 w 104"/>
                <a:gd name="T37" fmla="*/ 26 h 133"/>
                <a:gd name="T38" fmla="*/ 77 w 104"/>
                <a:gd name="T39" fmla="*/ 7 h 133"/>
                <a:gd name="T40" fmla="*/ 66 w 104"/>
                <a:gd name="T4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4" h="133">
                  <a:moveTo>
                    <a:pt x="66" y="0"/>
                  </a:moveTo>
                  <a:cubicBezTo>
                    <a:pt x="60" y="8"/>
                    <a:pt x="60" y="8"/>
                    <a:pt x="60" y="8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2" y="70"/>
                    <a:pt x="31" y="60"/>
                    <a:pt x="37" y="51"/>
                  </a:cubicBezTo>
                  <a:cubicBezTo>
                    <a:pt x="43" y="43"/>
                    <a:pt x="52" y="40"/>
                    <a:pt x="60" y="43"/>
                  </a:cubicBezTo>
                  <a:cubicBezTo>
                    <a:pt x="61" y="43"/>
                    <a:pt x="62" y="44"/>
                    <a:pt x="63" y="44"/>
                  </a:cubicBezTo>
                  <a:cubicBezTo>
                    <a:pt x="71" y="50"/>
                    <a:pt x="72" y="62"/>
                    <a:pt x="66" y="71"/>
                  </a:cubicBezTo>
                  <a:cubicBezTo>
                    <a:pt x="64" y="74"/>
                    <a:pt x="62" y="76"/>
                    <a:pt x="60" y="77"/>
                  </a:cubicBezTo>
                  <a:cubicBezTo>
                    <a:pt x="55" y="81"/>
                    <a:pt x="48" y="82"/>
                    <a:pt x="42" y="80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54" y="109"/>
                    <a:pt x="54" y="109"/>
                    <a:pt x="54" y="109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97" y="37"/>
                    <a:pt x="97" y="37"/>
                    <a:pt x="97" y="3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77" y="7"/>
                    <a:pt x="77" y="7"/>
                    <a:pt x="77" y="7"/>
                  </a:cubicBezTo>
                  <a:lnTo>
                    <a:pt x="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08" name="Rectangle 492"/>
            <p:cNvSpPr>
              <a:spLocks noChangeArrowheads="1"/>
            </p:cNvSpPr>
            <p:nvPr/>
          </p:nvSpPr>
          <p:spPr bwMode="auto">
            <a:xfrm>
              <a:off x="3237144" y="2495323"/>
              <a:ext cx="168779" cy="151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09" name="Rectangle 493"/>
            <p:cNvSpPr>
              <a:spLocks noChangeArrowheads="1"/>
            </p:cNvSpPr>
            <p:nvPr/>
          </p:nvSpPr>
          <p:spPr bwMode="auto">
            <a:xfrm>
              <a:off x="3237144" y="2449161"/>
              <a:ext cx="168779" cy="1731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10" name="Rectangle 494"/>
            <p:cNvSpPr>
              <a:spLocks noChangeArrowheads="1"/>
            </p:cNvSpPr>
            <p:nvPr/>
          </p:nvSpPr>
          <p:spPr bwMode="auto">
            <a:xfrm>
              <a:off x="3237144" y="2403000"/>
              <a:ext cx="168779" cy="1586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11" name="Rectangle 495"/>
            <p:cNvSpPr>
              <a:spLocks noChangeArrowheads="1"/>
            </p:cNvSpPr>
            <p:nvPr/>
          </p:nvSpPr>
          <p:spPr bwMode="auto">
            <a:xfrm>
              <a:off x="3237144" y="2357559"/>
              <a:ext cx="168779" cy="151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  <p:sp>
          <p:nvSpPr>
            <p:cNvPr id="112" name="Freeform 496"/>
            <p:cNvSpPr/>
            <p:nvPr/>
          </p:nvSpPr>
          <p:spPr bwMode="auto">
            <a:xfrm>
              <a:off x="3108756" y="2215467"/>
              <a:ext cx="489749" cy="593613"/>
            </a:xfrm>
            <a:custGeom>
              <a:avLst/>
              <a:gdLst>
                <a:gd name="T0" fmla="*/ 268 w 287"/>
                <a:gd name="T1" fmla="*/ 303 h 348"/>
                <a:gd name="T2" fmla="*/ 245 w 287"/>
                <a:gd name="T3" fmla="*/ 331 h 348"/>
                <a:gd name="T4" fmla="*/ 90 w 287"/>
                <a:gd name="T5" fmla="*/ 331 h 348"/>
                <a:gd name="T6" fmla="*/ 90 w 287"/>
                <a:gd name="T7" fmla="*/ 281 h 348"/>
                <a:gd name="T8" fmla="*/ 76 w 287"/>
                <a:gd name="T9" fmla="*/ 263 h 348"/>
                <a:gd name="T10" fmla="*/ 17 w 287"/>
                <a:gd name="T11" fmla="*/ 263 h 348"/>
                <a:gd name="T12" fmla="*/ 17 w 287"/>
                <a:gd name="T13" fmla="*/ 59 h 348"/>
                <a:gd name="T14" fmla="*/ 40 w 287"/>
                <a:gd name="T15" fmla="*/ 27 h 348"/>
                <a:gd name="T16" fmla="*/ 251 w 287"/>
                <a:gd name="T17" fmla="*/ 27 h 348"/>
                <a:gd name="T18" fmla="*/ 268 w 287"/>
                <a:gd name="T19" fmla="*/ 52 h 348"/>
                <a:gd name="T20" fmla="*/ 268 w 287"/>
                <a:gd name="T21" fmla="*/ 104 h 348"/>
                <a:gd name="T22" fmla="*/ 268 w 287"/>
                <a:gd name="T23" fmla="*/ 104 h 348"/>
                <a:gd name="T24" fmla="*/ 285 w 287"/>
                <a:gd name="T25" fmla="*/ 83 h 348"/>
                <a:gd name="T26" fmla="*/ 285 w 287"/>
                <a:gd name="T27" fmla="*/ 45 h 348"/>
                <a:gd name="T28" fmla="*/ 252 w 287"/>
                <a:gd name="T29" fmla="*/ 8 h 348"/>
                <a:gd name="T30" fmla="*/ 70 w 287"/>
                <a:gd name="T31" fmla="*/ 8 h 348"/>
                <a:gd name="T32" fmla="*/ 40 w 287"/>
                <a:gd name="T33" fmla="*/ 8 h 348"/>
                <a:gd name="T34" fmla="*/ 0 w 287"/>
                <a:gd name="T35" fmla="*/ 44 h 348"/>
                <a:gd name="T36" fmla="*/ 0 w 287"/>
                <a:gd name="T37" fmla="*/ 294 h 348"/>
                <a:gd name="T38" fmla="*/ 82 w 287"/>
                <a:gd name="T39" fmla="*/ 346 h 348"/>
                <a:gd name="T40" fmla="*/ 252 w 287"/>
                <a:gd name="T41" fmla="*/ 346 h 348"/>
                <a:gd name="T42" fmla="*/ 285 w 287"/>
                <a:gd name="T43" fmla="*/ 321 h 348"/>
                <a:gd name="T44" fmla="*/ 285 w 287"/>
                <a:gd name="T45" fmla="*/ 228 h 348"/>
                <a:gd name="T46" fmla="*/ 268 w 287"/>
                <a:gd name="T47" fmla="*/ 238 h 348"/>
                <a:gd name="T48" fmla="*/ 268 w 287"/>
                <a:gd name="T49" fmla="*/ 30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348">
                  <a:moveTo>
                    <a:pt x="268" y="303"/>
                  </a:moveTo>
                  <a:cubicBezTo>
                    <a:pt x="268" y="303"/>
                    <a:pt x="272" y="331"/>
                    <a:pt x="245" y="331"/>
                  </a:cubicBezTo>
                  <a:cubicBezTo>
                    <a:pt x="217" y="331"/>
                    <a:pt x="90" y="331"/>
                    <a:pt x="90" y="331"/>
                  </a:cubicBezTo>
                  <a:cubicBezTo>
                    <a:pt x="90" y="281"/>
                    <a:pt x="90" y="281"/>
                    <a:pt x="90" y="281"/>
                  </a:cubicBezTo>
                  <a:cubicBezTo>
                    <a:pt x="90" y="281"/>
                    <a:pt x="91" y="263"/>
                    <a:pt x="76" y="263"/>
                  </a:cubicBezTo>
                  <a:cubicBezTo>
                    <a:pt x="60" y="263"/>
                    <a:pt x="17" y="263"/>
                    <a:pt x="17" y="263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59"/>
                    <a:pt x="13" y="27"/>
                    <a:pt x="40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51" y="27"/>
                    <a:pt x="268" y="30"/>
                    <a:pt x="268" y="52"/>
                  </a:cubicBezTo>
                  <a:cubicBezTo>
                    <a:pt x="268" y="57"/>
                    <a:pt x="268" y="77"/>
                    <a:pt x="268" y="104"/>
                  </a:cubicBezTo>
                  <a:cubicBezTo>
                    <a:pt x="268" y="104"/>
                    <a:pt x="268" y="104"/>
                    <a:pt x="268" y="104"/>
                  </a:cubicBezTo>
                  <a:cubicBezTo>
                    <a:pt x="285" y="83"/>
                    <a:pt x="285" y="83"/>
                    <a:pt x="285" y="83"/>
                  </a:cubicBezTo>
                  <a:cubicBezTo>
                    <a:pt x="285" y="60"/>
                    <a:pt x="285" y="45"/>
                    <a:pt x="285" y="45"/>
                  </a:cubicBezTo>
                  <a:cubicBezTo>
                    <a:pt x="285" y="45"/>
                    <a:pt x="287" y="8"/>
                    <a:pt x="252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0" y="0"/>
                    <a:pt x="0" y="44"/>
                  </a:cubicBezTo>
                  <a:cubicBezTo>
                    <a:pt x="0" y="87"/>
                    <a:pt x="0" y="294"/>
                    <a:pt x="0" y="294"/>
                  </a:cubicBezTo>
                  <a:cubicBezTo>
                    <a:pt x="82" y="346"/>
                    <a:pt x="82" y="346"/>
                    <a:pt x="82" y="346"/>
                  </a:cubicBezTo>
                  <a:cubicBezTo>
                    <a:pt x="252" y="346"/>
                    <a:pt x="252" y="346"/>
                    <a:pt x="252" y="346"/>
                  </a:cubicBezTo>
                  <a:cubicBezTo>
                    <a:pt x="252" y="346"/>
                    <a:pt x="285" y="348"/>
                    <a:pt x="285" y="321"/>
                  </a:cubicBezTo>
                  <a:cubicBezTo>
                    <a:pt x="285" y="312"/>
                    <a:pt x="285" y="274"/>
                    <a:pt x="285" y="228"/>
                  </a:cubicBezTo>
                  <a:cubicBezTo>
                    <a:pt x="268" y="238"/>
                    <a:pt x="268" y="238"/>
                    <a:pt x="268" y="238"/>
                  </a:cubicBezTo>
                  <a:cubicBezTo>
                    <a:pt x="268" y="275"/>
                    <a:pt x="268" y="303"/>
                    <a:pt x="268" y="3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fontAlgn="base"/>
              <a:endParaRPr lang="zh-CN" altLang="en-US" sz="1015" strike="noStrike" noProof="1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Text Box 3"/>
          <p:cNvSpPr txBox="1"/>
          <p:nvPr/>
        </p:nvSpPr>
        <p:spPr>
          <a:xfrm>
            <a:off x="1058863" y="774383"/>
            <a:ext cx="7242175" cy="968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让你坐在办公室的，不应该是空调、零食、水果，而是众多的技术大牛、良好的学习氛围、积极向上的工作环境。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						     —— CEO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1" name="Text Box 3"/>
          <p:cNvSpPr txBox="1"/>
          <p:nvPr/>
        </p:nvSpPr>
        <p:spPr>
          <a:xfrm>
            <a:off x="1058863" y="1983423"/>
            <a:ext cx="7242175" cy="968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要看到处理客户问题的价值，对于研发来说，看不到问题、不知道产品存在的问题，才是最大的问题。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						     ——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文件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49" name="Text Box 3"/>
          <p:cNvSpPr txBox="1"/>
          <p:nvPr/>
        </p:nvSpPr>
        <p:spPr>
          <a:xfrm>
            <a:off x="1058863" y="3192463"/>
            <a:ext cx="7242175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你有任何不确定的、有疑问的地方，一定要和产品经理沟通。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						     —— 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</a:rPr>
              <a:t>琳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珊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7" name="Text Box 3"/>
          <p:cNvSpPr txBox="1"/>
          <p:nvPr/>
        </p:nvSpPr>
        <p:spPr>
          <a:xfrm>
            <a:off x="1058228" y="4105593"/>
            <a:ext cx="7242175" cy="6746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工作中要有自己的思考，要有自己的沉淀。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						     ——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严青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3" grpId="0"/>
      <p:bldP spid="51201" grpId="0"/>
      <p:bldP spid="53249" grpId="0"/>
      <p:bldP spid="5529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827297" y="1434258"/>
            <a:ext cx="1382138" cy="1382139"/>
            <a:chOff x="2380201" y="1546167"/>
            <a:chExt cx="1800343" cy="1800344"/>
          </a:xfrm>
        </p:grpSpPr>
        <p:sp>
          <p:nvSpPr>
            <p:cNvPr id="11" name="菱形 10"/>
            <p:cNvSpPr/>
            <p:nvPr/>
          </p:nvSpPr>
          <p:spPr>
            <a:xfrm>
              <a:off x="2380201" y="1546167"/>
              <a:ext cx="1800343" cy="1800344"/>
            </a:xfrm>
            <a:prstGeom prst="diamond">
              <a:avLst/>
            </a:prstGeom>
            <a:gradFill>
              <a:gsLst>
                <a:gs pos="0">
                  <a:srgbClr val="DEDEDE"/>
                </a:gs>
                <a:gs pos="100000">
                  <a:srgbClr val="FBFBFB"/>
                </a:gs>
              </a:gsLst>
              <a:lin ang="5400000" scaled="1"/>
            </a:gradFill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840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12" name="菱形 11"/>
            <p:cNvSpPr/>
            <p:nvPr/>
          </p:nvSpPr>
          <p:spPr>
            <a:xfrm>
              <a:off x="2668216" y="1834183"/>
              <a:ext cx="1223439" cy="1223439"/>
            </a:xfrm>
            <a:prstGeom prst="diamond">
              <a:avLst/>
            </a:prstGeom>
            <a:solidFill>
              <a:srgbClr val="FF9A05"/>
            </a:solidFill>
            <a:ln>
              <a:noFill/>
            </a:ln>
            <a:effectLst>
              <a:innerShdw blurRad="63500" dist="254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CN" altLang="en-US" sz="3070" strike="noStrike" noProof="1">
                  <a:solidFill>
                    <a:srgbClr val="FFFFFF"/>
                  </a:solidFill>
                  <a:latin typeface="造字工房悦黑体验版细体" pitchFamily="50" charset="-122"/>
                  <a:ea typeface="造字工房悦黑体验版细体" pitchFamily="50" charset="-122"/>
                </a:rPr>
                <a:t>谢</a:t>
              </a:r>
              <a:endParaRPr lang="zh-CN" altLang="en-US" sz="3070" strike="noStrike" noProof="1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71352" y="1434258"/>
            <a:ext cx="1380464" cy="1382139"/>
            <a:chOff x="4261190" y="1546167"/>
            <a:chExt cx="1798163" cy="1800344"/>
          </a:xfrm>
        </p:grpSpPr>
        <p:sp>
          <p:nvSpPr>
            <p:cNvPr id="14" name="菱形 13"/>
            <p:cNvSpPr/>
            <p:nvPr/>
          </p:nvSpPr>
          <p:spPr>
            <a:xfrm>
              <a:off x="4261190" y="1546167"/>
              <a:ext cx="1798163" cy="1800344"/>
            </a:xfrm>
            <a:prstGeom prst="diamond">
              <a:avLst/>
            </a:prstGeom>
            <a:gradFill>
              <a:gsLst>
                <a:gs pos="0">
                  <a:srgbClr val="DEDEDE"/>
                </a:gs>
                <a:gs pos="100000">
                  <a:srgbClr val="FBFBFB"/>
                </a:gs>
              </a:gsLst>
              <a:lin ang="5400000" scaled="1"/>
            </a:gradFill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840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15" name="菱形 14"/>
            <p:cNvSpPr/>
            <p:nvPr/>
          </p:nvSpPr>
          <p:spPr>
            <a:xfrm>
              <a:off x="4548548" y="1834183"/>
              <a:ext cx="1223439" cy="1223439"/>
            </a:xfrm>
            <a:prstGeom prst="diamond">
              <a:avLst/>
            </a:prstGeom>
            <a:solidFill>
              <a:srgbClr val="02B3C1"/>
            </a:solidFill>
            <a:ln>
              <a:noFill/>
            </a:ln>
            <a:effectLst>
              <a:innerShdw blurRad="63500" dist="254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CN" altLang="en-US" sz="3070" strike="noStrike" noProof="1">
                  <a:solidFill>
                    <a:srgbClr val="FFFFFF"/>
                  </a:solidFill>
                  <a:latin typeface="造字工房悦黑体验版细体" pitchFamily="50" charset="-122"/>
                  <a:ea typeface="造字工房悦黑体验版细体" pitchFamily="50" charset="-122"/>
                </a:rPr>
                <a:t>谢</a:t>
              </a:r>
              <a:endParaRPr lang="zh-CN" altLang="en-US" sz="3070" strike="noStrike" noProof="1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713727" y="1434258"/>
            <a:ext cx="1382138" cy="1382139"/>
            <a:chOff x="6139997" y="1546167"/>
            <a:chExt cx="1800343" cy="1800344"/>
          </a:xfrm>
        </p:grpSpPr>
        <p:sp>
          <p:nvSpPr>
            <p:cNvPr id="17" name="菱形 16"/>
            <p:cNvSpPr/>
            <p:nvPr/>
          </p:nvSpPr>
          <p:spPr>
            <a:xfrm>
              <a:off x="6139997" y="1546167"/>
              <a:ext cx="1800343" cy="1800344"/>
            </a:xfrm>
            <a:prstGeom prst="diamond">
              <a:avLst/>
            </a:prstGeom>
            <a:gradFill>
              <a:gsLst>
                <a:gs pos="0">
                  <a:srgbClr val="DEDEDE"/>
                </a:gs>
                <a:gs pos="100000">
                  <a:srgbClr val="FBFBFB"/>
                </a:gs>
              </a:gsLst>
              <a:lin ang="5400000" scaled="1"/>
            </a:gradFill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840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18" name="菱形 17"/>
            <p:cNvSpPr/>
            <p:nvPr/>
          </p:nvSpPr>
          <p:spPr>
            <a:xfrm>
              <a:off x="6428880" y="1834183"/>
              <a:ext cx="1223439" cy="1223439"/>
            </a:xfrm>
            <a:prstGeom prst="diamond">
              <a:avLst/>
            </a:prstGeom>
            <a:solidFill>
              <a:srgbClr val="E45C5B"/>
            </a:solidFill>
            <a:ln>
              <a:noFill/>
            </a:ln>
            <a:effectLst>
              <a:innerShdw blurRad="63500" dist="254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CN" altLang="en-US" sz="3070" strike="noStrike" noProof="1">
                  <a:solidFill>
                    <a:srgbClr val="FFFFFF"/>
                  </a:solidFill>
                  <a:latin typeface="造字工房悦黑体验版细体" pitchFamily="50" charset="-122"/>
                  <a:ea typeface="造字工房悦黑体验版细体" pitchFamily="50" charset="-122"/>
                </a:rPr>
                <a:t>聆</a:t>
              </a:r>
              <a:endParaRPr lang="zh-CN" altLang="en-US" sz="3070" strike="noStrike" noProof="1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57774" y="1434258"/>
            <a:ext cx="1382138" cy="1382139"/>
            <a:chOff x="8020984" y="1546167"/>
            <a:chExt cx="1800343" cy="1800344"/>
          </a:xfrm>
        </p:grpSpPr>
        <p:sp>
          <p:nvSpPr>
            <p:cNvPr id="20" name="菱形 19"/>
            <p:cNvSpPr/>
            <p:nvPr/>
          </p:nvSpPr>
          <p:spPr>
            <a:xfrm>
              <a:off x="8020984" y="1546167"/>
              <a:ext cx="1800343" cy="1800344"/>
            </a:xfrm>
            <a:prstGeom prst="diamond">
              <a:avLst/>
            </a:prstGeom>
            <a:gradFill>
              <a:gsLst>
                <a:gs pos="0">
                  <a:srgbClr val="DEDEDE"/>
                </a:gs>
                <a:gs pos="100000">
                  <a:srgbClr val="FBFBFB"/>
                </a:gs>
              </a:gsLst>
              <a:lin ang="5400000" scaled="1"/>
            </a:gradFill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70199" tIns="35099" rIns="70199" bIns="35099" numCol="1" anchor="t" anchorCtr="0" compatLnSpc="1"/>
            <a:lstStyle/>
            <a:p>
              <a:pPr fontAlgn="base"/>
              <a:endParaRPr lang="zh-CN" altLang="en-US" sz="1840" strike="noStrike" noProof="1">
                <a:solidFill>
                  <a:prstClr val="black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  <p:sp>
          <p:nvSpPr>
            <p:cNvPr id="21" name="菱形 20"/>
            <p:cNvSpPr/>
            <p:nvPr/>
          </p:nvSpPr>
          <p:spPr>
            <a:xfrm>
              <a:off x="8309212" y="1834183"/>
              <a:ext cx="1223439" cy="1223439"/>
            </a:xfrm>
            <a:prstGeom prst="diamond">
              <a:avLst/>
            </a:prstGeom>
            <a:solidFill>
              <a:srgbClr val="77468A"/>
            </a:solidFill>
            <a:ln>
              <a:noFill/>
            </a:ln>
            <a:effectLst>
              <a:innerShdw blurRad="63500" dist="254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CN" altLang="en-US" sz="3070" strike="noStrike" noProof="1">
                  <a:solidFill>
                    <a:srgbClr val="FFFFFF"/>
                  </a:solidFill>
                  <a:latin typeface="造字工房悦黑体验版细体" pitchFamily="50" charset="-122"/>
                  <a:ea typeface="造字工房悦黑体验版细体" pitchFamily="50" charset="-122"/>
                </a:rPr>
                <a:t>听</a:t>
              </a:r>
              <a:endParaRPr lang="zh-CN" altLang="en-US" sz="3070" strike="noStrike" noProof="1">
                <a:solidFill>
                  <a:srgbClr val="FFFFFF"/>
                </a:solidFill>
                <a:latin typeface="造字工房悦黑体验版细体" pitchFamily="50" charset="-122"/>
                <a:ea typeface="造字工房悦黑体验版细体" pitchFamily="50" charset="-122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3913188" y="3211513"/>
            <a:ext cx="1649413" cy="347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base">
              <a:lnSpc>
                <a:spcPct val="130000"/>
              </a:lnSpc>
              <a:defRPr/>
            </a:pPr>
            <a:r>
              <a:rPr lang="zh-CN" altLang="en-US" sz="1230" strike="noStrike" noProof="1" dirty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作者</a:t>
            </a:r>
            <a:r>
              <a:rPr lang="zh-CN" altLang="en-US" sz="1230" strike="noStrike" noProof="1" dirty="0" smtClean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：陆鉴鑫</a:t>
            </a:r>
            <a:endParaRPr lang="zh-CN" altLang="en-US" sz="1230" strike="noStrike" noProof="1" dirty="0" smtClean="0">
              <a:solidFill>
                <a:schemeClr val="bg1">
                  <a:lumMod val="5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3525838" y="3506788"/>
            <a:ext cx="2424113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base">
              <a:lnSpc>
                <a:spcPct val="130000"/>
              </a:lnSpc>
              <a:defRPr/>
            </a:pPr>
            <a:r>
              <a:rPr lang="zh-CN" altLang="en-US" sz="1230" strike="noStrike" noProof="1" dirty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杭州沃趣科技股份有限公司</a:t>
            </a:r>
            <a:endParaRPr lang="zh-CN" altLang="en-US" sz="1230" strike="noStrike" noProof="1" dirty="0">
              <a:solidFill>
                <a:schemeClr val="bg1">
                  <a:lumMod val="5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895600" y="3400425"/>
            <a:ext cx="1260475" cy="34925"/>
            <a:chOff x="3060700" y="4724400"/>
            <a:chExt cx="5955507" cy="3143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5319713" y="3386138"/>
            <a:ext cx="1260475" cy="34925"/>
            <a:chOff x="3060700" y="4724400"/>
            <a:chExt cx="5955507" cy="31432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矩形 29"/>
          <p:cNvSpPr/>
          <p:nvPr>
            <p:custDataLst>
              <p:tags r:id="rId3"/>
            </p:custDataLst>
          </p:nvPr>
        </p:nvSpPr>
        <p:spPr>
          <a:xfrm>
            <a:off x="3527425" y="3795713"/>
            <a:ext cx="2424113" cy="257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base">
              <a:lnSpc>
                <a:spcPct val="130000"/>
              </a:lnSpc>
              <a:defRPr/>
            </a:pPr>
            <a:r>
              <a:rPr lang="en-US" altLang="zh-CN" sz="1230" strike="noStrike" noProof="1" dirty="0" smtClean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2010-10-13</a:t>
            </a:r>
            <a:endParaRPr lang="en-US" altLang="zh-CN" sz="1230" strike="noStrike" noProof="1" dirty="0">
              <a:solidFill>
                <a:schemeClr val="bg1">
                  <a:lumMod val="5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31" name="Group 4"/>
          <p:cNvGrpSpPr>
            <a:grpSpLocks noChangeAspect="1"/>
          </p:cNvGrpSpPr>
          <p:nvPr/>
        </p:nvGrpSpPr>
        <p:grpSpPr bwMode="auto">
          <a:xfrm>
            <a:off x="109893" y="4125640"/>
            <a:ext cx="1692320" cy="1128217"/>
            <a:chOff x="2637" y="1359"/>
            <a:chExt cx="2406" cy="1604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32" name="Group 205"/>
            <p:cNvGrpSpPr/>
            <p:nvPr/>
          </p:nvGrpSpPr>
          <p:grpSpPr bwMode="auto">
            <a:xfrm>
              <a:off x="3459" y="1364"/>
              <a:ext cx="905" cy="1564"/>
              <a:chOff x="3459" y="1364"/>
              <a:chExt cx="905" cy="1564"/>
            </a:xfrm>
            <a:grpFill/>
          </p:grpSpPr>
          <p:sp>
            <p:nvSpPr>
              <p:cNvPr id="63" name="Freeform 5"/>
              <p:cNvSpPr>
                <a:spLocks noEditPoints="1"/>
              </p:cNvSpPr>
              <p:nvPr/>
            </p:nvSpPr>
            <p:spPr bwMode="auto">
              <a:xfrm>
                <a:off x="3932" y="1470"/>
                <a:ext cx="12" cy="12"/>
              </a:xfrm>
              <a:custGeom>
                <a:avLst/>
                <a:gdLst>
                  <a:gd name="T0" fmla="*/ 5 w 5"/>
                  <a:gd name="T1" fmla="*/ 3 h 5"/>
                  <a:gd name="T2" fmla="*/ 4 w 5"/>
                  <a:gd name="T3" fmla="*/ 3 h 5"/>
                  <a:gd name="T4" fmla="*/ 4 w 5"/>
                  <a:gd name="T5" fmla="*/ 2 h 5"/>
                  <a:gd name="T6" fmla="*/ 5 w 5"/>
                  <a:gd name="T7" fmla="*/ 2 h 5"/>
                  <a:gd name="T8" fmla="*/ 5 w 5"/>
                  <a:gd name="T9" fmla="*/ 2 h 5"/>
                  <a:gd name="T10" fmla="*/ 5 w 5"/>
                  <a:gd name="T11" fmla="*/ 1 h 5"/>
                  <a:gd name="T12" fmla="*/ 4 w 5"/>
                  <a:gd name="T13" fmla="*/ 1 h 5"/>
                  <a:gd name="T14" fmla="*/ 4 w 5"/>
                  <a:gd name="T15" fmla="*/ 1 h 5"/>
                  <a:gd name="T16" fmla="*/ 4 w 5"/>
                  <a:gd name="T17" fmla="*/ 1 h 5"/>
                  <a:gd name="T18" fmla="*/ 4 w 5"/>
                  <a:gd name="T19" fmla="*/ 1 h 5"/>
                  <a:gd name="T20" fmla="*/ 4 w 5"/>
                  <a:gd name="T21" fmla="*/ 0 h 5"/>
                  <a:gd name="T22" fmla="*/ 3 w 5"/>
                  <a:gd name="T23" fmla="*/ 0 h 5"/>
                  <a:gd name="T24" fmla="*/ 3 w 5"/>
                  <a:gd name="T25" fmla="*/ 0 h 5"/>
                  <a:gd name="T26" fmla="*/ 3 w 5"/>
                  <a:gd name="T27" fmla="*/ 1 h 5"/>
                  <a:gd name="T28" fmla="*/ 2 w 5"/>
                  <a:gd name="T29" fmla="*/ 1 h 5"/>
                  <a:gd name="T30" fmla="*/ 2 w 5"/>
                  <a:gd name="T31" fmla="*/ 0 h 5"/>
                  <a:gd name="T32" fmla="*/ 2 w 5"/>
                  <a:gd name="T33" fmla="*/ 0 h 5"/>
                  <a:gd name="T34" fmla="*/ 1 w 5"/>
                  <a:gd name="T35" fmla="*/ 0 h 5"/>
                  <a:gd name="T36" fmla="*/ 1 w 5"/>
                  <a:gd name="T37" fmla="*/ 1 h 5"/>
                  <a:gd name="T38" fmla="*/ 1 w 5"/>
                  <a:gd name="T39" fmla="*/ 1 h 5"/>
                  <a:gd name="T40" fmla="*/ 1 w 5"/>
                  <a:gd name="T41" fmla="*/ 1 h 5"/>
                  <a:gd name="T42" fmla="*/ 1 w 5"/>
                  <a:gd name="T43" fmla="*/ 1 h 5"/>
                  <a:gd name="T44" fmla="*/ 0 w 5"/>
                  <a:gd name="T45" fmla="*/ 1 h 5"/>
                  <a:gd name="T46" fmla="*/ 0 w 5"/>
                  <a:gd name="T47" fmla="*/ 2 h 5"/>
                  <a:gd name="T48" fmla="*/ 0 w 5"/>
                  <a:gd name="T49" fmla="*/ 2 h 5"/>
                  <a:gd name="T50" fmla="*/ 1 w 5"/>
                  <a:gd name="T51" fmla="*/ 2 h 5"/>
                  <a:gd name="T52" fmla="*/ 1 w 5"/>
                  <a:gd name="T53" fmla="*/ 3 h 5"/>
                  <a:gd name="T54" fmla="*/ 0 w 5"/>
                  <a:gd name="T55" fmla="*/ 3 h 5"/>
                  <a:gd name="T56" fmla="*/ 0 w 5"/>
                  <a:gd name="T57" fmla="*/ 3 h 5"/>
                  <a:gd name="T58" fmla="*/ 0 w 5"/>
                  <a:gd name="T59" fmla="*/ 4 h 5"/>
                  <a:gd name="T60" fmla="*/ 1 w 5"/>
                  <a:gd name="T61" fmla="*/ 4 h 5"/>
                  <a:gd name="T62" fmla="*/ 1 w 5"/>
                  <a:gd name="T63" fmla="*/ 4 h 5"/>
                  <a:gd name="T64" fmla="*/ 1 w 5"/>
                  <a:gd name="T65" fmla="*/ 4 h 5"/>
                  <a:gd name="T66" fmla="*/ 1 w 5"/>
                  <a:gd name="T67" fmla="*/ 4 h 5"/>
                  <a:gd name="T68" fmla="*/ 1 w 5"/>
                  <a:gd name="T69" fmla="*/ 5 h 5"/>
                  <a:gd name="T70" fmla="*/ 2 w 5"/>
                  <a:gd name="T71" fmla="*/ 5 h 5"/>
                  <a:gd name="T72" fmla="*/ 2 w 5"/>
                  <a:gd name="T73" fmla="*/ 5 h 5"/>
                  <a:gd name="T74" fmla="*/ 2 w 5"/>
                  <a:gd name="T75" fmla="*/ 4 h 5"/>
                  <a:gd name="T76" fmla="*/ 3 w 5"/>
                  <a:gd name="T77" fmla="*/ 4 h 5"/>
                  <a:gd name="T78" fmla="*/ 3 w 5"/>
                  <a:gd name="T79" fmla="*/ 5 h 5"/>
                  <a:gd name="T80" fmla="*/ 3 w 5"/>
                  <a:gd name="T81" fmla="*/ 5 h 5"/>
                  <a:gd name="T82" fmla="*/ 4 w 5"/>
                  <a:gd name="T83" fmla="*/ 5 h 5"/>
                  <a:gd name="T84" fmla="*/ 4 w 5"/>
                  <a:gd name="T85" fmla="*/ 4 h 5"/>
                  <a:gd name="T86" fmla="*/ 4 w 5"/>
                  <a:gd name="T87" fmla="*/ 4 h 5"/>
                  <a:gd name="T88" fmla="*/ 4 w 5"/>
                  <a:gd name="T89" fmla="*/ 4 h 5"/>
                  <a:gd name="T90" fmla="*/ 4 w 5"/>
                  <a:gd name="T91" fmla="*/ 4 h 5"/>
                  <a:gd name="T92" fmla="*/ 5 w 5"/>
                  <a:gd name="T93" fmla="*/ 4 h 5"/>
                  <a:gd name="T94" fmla="*/ 5 w 5"/>
                  <a:gd name="T95" fmla="*/ 3 h 5"/>
                  <a:gd name="T96" fmla="*/ 5 w 5"/>
                  <a:gd name="T97" fmla="*/ 3 h 5"/>
                  <a:gd name="T98" fmla="*/ 3 w 5"/>
                  <a:gd name="T99" fmla="*/ 3 h 5"/>
                  <a:gd name="T100" fmla="*/ 2 w 5"/>
                  <a:gd name="T101" fmla="*/ 3 h 5"/>
                  <a:gd name="T102" fmla="*/ 2 w 5"/>
                  <a:gd name="T103" fmla="*/ 2 h 5"/>
                  <a:gd name="T104" fmla="*/ 3 w 5"/>
                  <a:gd name="T105" fmla="*/ 2 h 5"/>
                  <a:gd name="T106" fmla="*/ 3 w 5"/>
                  <a:gd name="T107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lose/>
                    <a:moveTo>
                      <a:pt x="3" y="3"/>
                    </a:moveTo>
                    <a:cubicBezTo>
                      <a:pt x="2" y="4"/>
                      <a:pt x="2" y="3"/>
                      <a:pt x="2" y="3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4" y="3"/>
                      <a:pt x="3" y="3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64" name="Freeform 6"/>
              <p:cNvSpPr>
                <a:spLocks noEditPoints="1"/>
              </p:cNvSpPr>
              <p:nvPr/>
            </p:nvSpPr>
            <p:spPr bwMode="auto">
              <a:xfrm>
                <a:off x="3895" y="1592"/>
                <a:ext cx="11" cy="11"/>
              </a:xfrm>
              <a:custGeom>
                <a:avLst/>
                <a:gdLst>
                  <a:gd name="T0" fmla="*/ 4 w 5"/>
                  <a:gd name="T1" fmla="*/ 3 h 5"/>
                  <a:gd name="T2" fmla="*/ 4 w 5"/>
                  <a:gd name="T3" fmla="*/ 3 h 5"/>
                  <a:gd name="T4" fmla="*/ 4 w 5"/>
                  <a:gd name="T5" fmla="*/ 2 h 5"/>
                  <a:gd name="T6" fmla="*/ 4 w 5"/>
                  <a:gd name="T7" fmla="*/ 2 h 5"/>
                  <a:gd name="T8" fmla="*/ 4 w 5"/>
                  <a:gd name="T9" fmla="*/ 2 h 5"/>
                  <a:gd name="T10" fmla="*/ 4 w 5"/>
                  <a:gd name="T11" fmla="*/ 1 h 5"/>
                  <a:gd name="T12" fmla="*/ 4 w 5"/>
                  <a:gd name="T13" fmla="*/ 1 h 5"/>
                  <a:gd name="T14" fmla="*/ 3 w 5"/>
                  <a:gd name="T15" fmla="*/ 1 h 5"/>
                  <a:gd name="T16" fmla="*/ 3 w 5"/>
                  <a:gd name="T17" fmla="*/ 1 h 5"/>
                  <a:gd name="T18" fmla="*/ 3 w 5"/>
                  <a:gd name="T19" fmla="*/ 1 h 5"/>
                  <a:gd name="T20" fmla="*/ 3 w 5"/>
                  <a:gd name="T21" fmla="*/ 0 h 5"/>
                  <a:gd name="T22" fmla="*/ 3 w 5"/>
                  <a:gd name="T23" fmla="*/ 0 h 5"/>
                  <a:gd name="T24" fmla="*/ 2 w 5"/>
                  <a:gd name="T25" fmla="*/ 0 h 5"/>
                  <a:gd name="T26" fmla="*/ 2 w 5"/>
                  <a:gd name="T27" fmla="*/ 1 h 5"/>
                  <a:gd name="T28" fmla="*/ 2 w 5"/>
                  <a:gd name="T29" fmla="*/ 1 h 5"/>
                  <a:gd name="T30" fmla="*/ 2 w 5"/>
                  <a:gd name="T31" fmla="*/ 0 h 5"/>
                  <a:gd name="T32" fmla="*/ 1 w 5"/>
                  <a:gd name="T33" fmla="*/ 0 h 5"/>
                  <a:gd name="T34" fmla="*/ 1 w 5"/>
                  <a:gd name="T35" fmla="*/ 0 h 5"/>
                  <a:gd name="T36" fmla="*/ 1 w 5"/>
                  <a:gd name="T37" fmla="*/ 1 h 5"/>
                  <a:gd name="T38" fmla="*/ 1 w 5"/>
                  <a:gd name="T39" fmla="*/ 1 h 5"/>
                  <a:gd name="T40" fmla="*/ 0 w 5"/>
                  <a:gd name="T41" fmla="*/ 1 h 5"/>
                  <a:gd name="T42" fmla="*/ 0 w 5"/>
                  <a:gd name="T43" fmla="*/ 1 h 5"/>
                  <a:gd name="T44" fmla="*/ 0 w 5"/>
                  <a:gd name="T45" fmla="*/ 1 h 5"/>
                  <a:gd name="T46" fmla="*/ 0 w 5"/>
                  <a:gd name="T47" fmla="*/ 2 h 5"/>
                  <a:gd name="T48" fmla="*/ 0 w 5"/>
                  <a:gd name="T49" fmla="*/ 2 h 5"/>
                  <a:gd name="T50" fmla="*/ 0 w 5"/>
                  <a:gd name="T51" fmla="*/ 2 h 5"/>
                  <a:gd name="T52" fmla="*/ 0 w 5"/>
                  <a:gd name="T53" fmla="*/ 3 h 5"/>
                  <a:gd name="T54" fmla="*/ 0 w 5"/>
                  <a:gd name="T55" fmla="*/ 3 h 5"/>
                  <a:gd name="T56" fmla="*/ 0 w 5"/>
                  <a:gd name="T57" fmla="*/ 3 h 5"/>
                  <a:gd name="T58" fmla="*/ 0 w 5"/>
                  <a:gd name="T59" fmla="*/ 4 h 5"/>
                  <a:gd name="T60" fmla="*/ 0 w 5"/>
                  <a:gd name="T61" fmla="*/ 4 h 5"/>
                  <a:gd name="T62" fmla="*/ 1 w 5"/>
                  <a:gd name="T63" fmla="*/ 4 h 5"/>
                  <a:gd name="T64" fmla="*/ 1 w 5"/>
                  <a:gd name="T65" fmla="*/ 4 h 5"/>
                  <a:gd name="T66" fmla="*/ 1 w 5"/>
                  <a:gd name="T67" fmla="*/ 4 h 5"/>
                  <a:gd name="T68" fmla="*/ 1 w 5"/>
                  <a:gd name="T69" fmla="*/ 5 h 5"/>
                  <a:gd name="T70" fmla="*/ 1 w 5"/>
                  <a:gd name="T71" fmla="*/ 5 h 5"/>
                  <a:gd name="T72" fmla="*/ 2 w 5"/>
                  <a:gd name="T73" fmla="*/ 5 h 5"/>
                  <a:gd name="T74" fmla="*/ 2 w 5"/>
                  <a:gd name="T75" fmla="*/ 5 h 5"/>
                  <a:gd name="T76" fmla="*/ 2 w 5"/>
                  <a:gd name="T77" fmla="*/ 5 h 5"/>
                  <a:gd name="T78" fmla="*/ 2 w 5"/>
                  <a:gd name="T79" fmla="*/ 5 h 5"/>
                  <a:gd name="T80" fmla="*/ 3 w 5"/>
                  <a:gd name="T81" fmla="*/ 5 h 5"/>
                  <a:gd name="T82" fmla="*/ 3 w 5"/>
                  <a:gd name="T83" fmla="*/ 5 h 5"/>
                  <a:gd name="T84" fmla="*/ 3 w 5"/>
                  <a:gd name="T85" fmla="*/ 4 h 5"/>
                  <a:gd name="T86" fmla="*/ 3 w 5"/>
                  <a:gd name="T87" fmla="*/ 4 h 5"/>
                  <a:gd name="T88" fmla="*/ 4 w 5"/>
                  <a:gd name="T89" fmla="*/ 4 h 5"/>
                  <a:gd name="T90" fmla="*/ 4 w 5"/>
                  <a:gd name="T91" fmla="*/ 4 h 5"/>
                  <a:gd name="T92" fmla="*/ 4 w 5"/>
                  <a:gd name="T93" fmla="*/ 4 h 5"/>
                  <a:gd name="T94" fmla="*/ 4 w 5"/>
                  <a:gd name="T95" fmla="*/ 3 h 5"/>
                  <a:gd name="T96" fmla="*/ 4 w 5"/>
                  <a:gd name="T97" fmla="*/ 3 h 5"/>
                  <a:gd name="T98" fmla="*/ 2 w 5"/>
                  <a:gd name="T99" fmla="*/ 3 h 5"/>
                  <a:gd name="T100" fmla="*/ 1 w 5"/>
                  <a:gd name="T101" fmla="*/ 3 h 5"/>
                  <a:gd name="T102" fmla="*/ 2 w 5"/>
                  <a:gd name="T103" fmla="*/ 2 h 5"/>
                  <a:gd name="T104" fmla="*/ 3 w 5"/>
                  <a:gd name="T105" fmla="*/ 2 h 5"/>
                  <a:gd name="T106" fmla="*/ 2 w 5"/>
                  <a:gd name="T107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4" y="3"/>
                      <a:pt x="4" y="3"/>
                    </a:cubicBezTo>
                    <a:close/>
                    <a:moveTo>
                      <a:pt x="2" y="3"/>
                    </a:moveTo>
                    <a:cubicBezTo>
                      <a:pt x="2" y="4"/>
                      <a:pt x="1" y="3"/>
                      <a:pt x="1" y="3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3" y="3"/>
                      <a:pt x="3" y="3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65" name="Freeform 7"/>
              <p:cNvSpPr/>
              <p:nvPr/>
            </p:nvSpPr>
            <p:spPr bwMode="auto">
              <a:xfrm>
                <a:off x="3816" y="1461"/>
                <a:ext cx="5" cy="12"/>
              </a:xfrm>
              <a:custGeom>
                <a:avLst/>
                <a:gdLst>
                  <a:gd name="T0" fmla="*/ 0 w 2"/>
                  <a:gd name="T1" fmla="*/ 2 h 5"/>
                  <a:gd name="T2" fmla="*/ 0 w 2"/>
                  <a:gd name="T3" fmla="*/ 3 h 5"/>
                  <a:gd name="T4" fmla="*/ 0 w 2"/>
                  <a:gd name="T5" fmla="*/ 3 h 5"/>
                  <a:gd name="T6" fmla="*/ 2 w 2"/>
                  <a:gd name="T7" fmla="*/ 5 h 5"/>
                  <a:gd name="T8" fmla="*/ 2 w 2"/>
                  <a:gd name="T9" fmla="*/ 3 h 5"/>
                  <a:gd name="T10" fmla="*/ 2 w 2"/>
                  <a:gd name="T11" fmla="*/ 0 h 5"/>
                  <a:gd name="T12" fmla="*/ 0 w 2"/>
                  <a:gd name="T13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5">
                    <a:moveTo>
                      <a:pt x="0" y="2"/>
                    </a:move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4"/>
                      <a:pt x="2" y="3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66" name="Freeform 8"/>
              <p:cNvSpPr/>
              <p:nvPr/>
            </p:nvSpPr>
            <p:spPr bwMode="auto">
              <a:xfrm>
                <a:off x="3807" y="1459"/>
                <a:ext cx="12" cy="4"/>
              </a:xfrm>
              <a:custGeom>
                <a:avLst/>
                <a:gdLst>
                  <a:gd name="T0" fmla="*/ 3 w 5"/>
                  <a:gd name="T1" fmla="*/ 2 h 2"/>
                  <a:gd name="T2" fmla="*/ 3 w 5"/>
                  <a:gd name="T3" fmla="*/ 2 h 2"/>
                  <a:gd name="T4" fmla="*/ 5 w 5"/>
                  <a:gd name="T5" fmla="*/ 1 h 2"/>
                  <a:gd name="T6" fmla="*/ 3 w 5"/>
                  <a:gd name="T7" fmla="*/ 0 h 2"/>
                  <a:gd name="T8" fmla="*/ 0 w 5"/>
                  <a:gd name="T9" fmla="*/ 1 h 2"/>
                  <a:gd name="T10" fmla="*/ 2 w 5"/>
                  <a:gd name="T11" fmla="*/ 2 h 2"/>
                  <a:gd name="T12" fmla="*/ 3 w 5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2">
                    <a:moveTo>
                      <a:pt x="3" y="2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2" y="0"/>
                      <a:pt x="1" y="0"/>
                      <a:pt x="0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67" name="Freeform 9"/>
              <p:cNvSpPr/>
              <p:nvPr/>
            </p:nvSpPr>
            <p:spPr bwMode="auto">
              <a:xfrm>
                <a:off x="3804" y="1461"/>
                <a:ext cx="8" cy="12"/>
              </a:xfrm>
              <a:custGeom>
                <a:avLst/>
                <a:gdLst>
                  <a:gd name="T0" fmla="*/ 2 w 3"/>
                  <a:gd name="T1" fmla="*/ 3 h 5"/>
                  <a:gd name="T2" fmla="*/ 3 w 3"/>
                  <a:gd name="T3" fmla="*/ 2 h 5"/>
                  <a:gd name="T4" fmla="*/ 1 w 3"/>
                  <a:gd name="T5" fmla="*/ 0 h 5"/>
                  <a:gd name="T6" fmla="*/ 0 w 3"/>
                  <a:gd name="T7" fmla="*/ 3 h 5"/>
                  <a:gd name="T8" fmla="*/ 1 w 3"/>
                  <a:gd name="T9" fmla="*/ 5 h 5"/>
                  <a:gd name="T10" fmla="*/ 3 w 3"/>
                  <a:gd name="T11" fmla="*/ 3 h 5"/>
                  <a:gd name="T12" fmla="*/ 2 w 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2" y="3"/>
                    </a:moveTo>
                    <a:cubicBezTo>
                      <a:pt x="2" y="2"/>
                      <a:pt x="3" y="2"/>
                      <a:pt x="3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1" y="5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68" name="Freeform 10"/>
              <p:cNvSpPr/>
              <p:nvPr/>
            </p:nvSpPr>
            <p:spPr bwMode="auto">
              <a:xfrm>
                <a:off x="3809" y="1470"/>
                <a:ext cx="10" cy="5"/>
              </a:xfrm>
              <a:custGeom>
                <a:avLst/>
                <a:gdLst>
                  <a:gd name="T0" fmla="*/ 2 w 4"/>
                  <a:gd name="T1" fmla="*/ 0 h 2"/>
                  <a:gd name="T2" fmla="*/ 1 w 4"/>
                  <a:gd name="T3" fmla="*/ 0 h 2"/>
                  <a:gd name="T4" fmla="*/ 0 w 4"/>
                  <a:gd name="T5" fmla="*/ 2 h 2"/>
                  <a:gd name="T6" fmla="*/ 2 w 4"/>
                  <a:gd name="T7" fmla="*/ 2 h 2"/>
                  <a:gd name="T8" fmla="*/ 4 w 4"/>
                  <a:gd name="T9" fmla="*/ 2 h 2"/>
                  <a:gd name="T10" fmla="*/ 2 w 4"/>
                  <a:gd name="T11" fmla="*/ 0 h 2"/>
                  <a:gd name="T12" fmla="*/ 2 w 4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cubicBezTo>
                      <a:pt x="2" y="0"/>
                      <a:pt x="1" y="0"/>
                      <a:pt x="1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2"/>
                      <a:pt x="2" y="2"/>
                    </a:cubicBezTo>
                    <a:cubicBezTo>
                      <a:pt x="3" y="2"/>
                      <a:pt x="3" y="2"/>
                      <a:pt x="4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69" name="Freeform 11"/>
              <p:cNvSpPr>
                <a:spLocks noEditPoints="1"/>
              </p:cNvSpPr>
              <p:nvPr/>
            </p:nvSpPr>
            <p:spPr bwMode="auto">
              <a:xfrm>
                <a:off x="3797" y="1444"/>
                <a:ext cx="41" cy="48"/>
              </a:xfrm>
              <a:custGeom>
                <a:avLst/>
                <a:gdLst>
                  <a:gd name="T0" fmla="*/ 17 w 17"/>
                  <a:gd name="T1" fmla="*/ 14 h 20"/>
                  <a:gd name="T2" fmla="*/ 17 w 17"/>
                  <a:gd name="T3" fmla="*/ 13 h 20"/>
                  <a:gd name="T4" fmla="*/ 17 w 17"/>
                  <a:gd name="T5" fmla="*/ 4 h 20"/>
                  <a:gd name="T6" fmla="*/ 13 w 17"/>
                  <a:gd name="T7" fmla="*/ 0 h 20"/>
                  <a:gd name="T8" fmla="*/ 3 w 17"/>
                  <a:gd name="T9" fmla="*/ 1 h 20"/>
                  <a:gd name="T10" fmla="*/ 0 w 17"/>
                  <a:gd name="T11" fmla="*/ 4 h 20"/>
                  <a:gd name="T12" fmla="*/ 0 w 17"/>
                  <a:gd name="T13" fmla="*/ 13 h 20"/>
                  <a:gd name="T14" fmla="*/ 0 w 17"/>
                  <a:gd name="T15" fmla="*/ 15 h 20"/>
                  <a:gd name="T16" fmla="*/ 0 w 17"/>
                  <a:gd name="T17" fmla="*/ 19 h 20"/>
                  <a:gd name="T18" fmla="*/ 1 w 17"/>
                  <a:gd name="T19" fmla="*/ 20 h 20"/>
                  <a:gd name="T20" fmla="*/ 3 w 17"/>
                  <a:gd name="T21" fmla="*/ 20 h 20"/>
                  <a:gd name="T22" fmla="*/ 4 w 17"/>
                  <a:gd name="T23" fmla="*/ 19 h 20"/>
                  <a:gd name="T24" fmla="*/ 4 w 17"/>
                  <a:gd name="T25" fmla="*/ 19 h 20"/>
                  <a:gd name="T26" fmla="*/ 13 w 17"/>
                  <a:gd name="T27" fmla="*/ 18 h 20"/>
                  <a:gd name="T28" fmla="*/ 13 w 17"/>
                  <a:gd name="T29" fmla="*/ 19 h 20"/>
                  <a:gd name="T30" fmla="*/ 13 w 17"/>
                  <a:gd name="T31" fmla="*/ 20 h 20"/>
                  <a:gd name="T32" fmla="*/ 16 w 17"/>
                  <a:gd name="T33" fmla="*/ 20 h 20"/>
                  <a:gd name="T34" fmla="*/ 17 w 17"/>
                  <a:gd name="T35" fmla="*/ 19 h 20"/>
                  <a:gd name="T36" fmla="*/ 17 w 17"/>
                  <a:gd name="T37" fmla="*/ 14 h 20"/>
                  <a:gd name="T38" fmla="*/ 7 w 17"/>
                  <a:gd name="T39" fmla="*/ 15 h 20"/>
                  <a:gd name="T40" fmla="*/ 2 w 17"/>
                  <a:gd name="T41" fmla="*/ 10 h 20"/>
                  <a:gd name="T42" fmla="*/ 7 w 17"/>
                  <a:gd name="T43" fmla="*/ 5 h 20"/>
                  <a:gd name="T44" fmla="*/ 12 w 17"/>
                  <a:gd name="T45" fmla="*/ 10 h 20"/>
                  <a:gd name="T46" fmla="*/ 7 w 17"/>
                  <a:gd name="T47" fmla="*/ 15 h 20"/>
                  <a:gd name="T48" fmla="*/ 15 w 17"/>
                  <a:gd name="T49" fmla="*/ 9 h 20"/>
                  <a:gd name="T50" fmla="*/ 15 w 17"/>
                  <a:gd name="T51" fmla="*/ 12 h 20"/>
                  <a:gd name="T52" fmla="*/ 14 w 17"/>
                  <a:gd name="T53" fmla="*/ 12 h 20"/>
                  <a:gd name="T54" fmla="*/ 14 w 17"/>
                  <a:gd name="T55" fmla="*/ 12 h 20"/>
                  <a:gd name="T56" fmla="*/ 14 w 17"/>
                  <a:gd name="T57" fmla="*/ 9 h 20"/>
                  <a:gd name="T58" fmla="*/ 13 w 17"/>
                  <a:gd name="T59" fmla="*/ 8 h 20"/>
                  <a:gd name="T60" fmla="*/ 13 w 17"/>
                  <a:gd name="T61" fmla="*/ 8 h 20"/>
                  <a:gd name="T62" fmla="*/ 14 w 17"/>
                  <a:gd name="T63" fmla="*/ 7 h 20"/>
                  <a:gd name="T64" fmla="*/ 15 w 17"/>
                  <a:gd name="T65" fmla="*/ 8 h 20"/>
                  <a:gd name="T66" fmla="*/ 15 w 17"/>
                  <a:gd name="T67" fmla="*/ 8 h 20"/>
                  <a:gd name="T68" fmla="*/ 15 w 17"/>
                  <a:gd name="T69" fmla="*/ 9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7" h="20">
                    <a:moveTo>
                      <a:pt x="17" y="14"/>
                    </a:moveTo>
                    <a:cubicBezTo>
                      <a:pt x="17" y="13"/>
                      <a:pt x="17" y="13"/>
                      <a:pt x="17" y="1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1"/>
                      <a:pt x="15" y="0"/>
                      <a:pt x="1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1" y="1"/>
                      <a:pt x="0" y="1"/>
                      <a:pt x="0" y="4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4" y="20"/>
                      <a:pt x="4" y="20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7" y="20"/>
                      <a:pt x="17" y="20"/>
                      <a:pt x="17" y="19"/>
                    </a:cubicBezTo>
                    <a:lnTo>
                      <a:pt x="17" y="14"/>
                    </a:lnTo>
                    <a:close/>
                    <a:moveTo>
                      <a:pt x="7" y="15"/>
                    </a:moveTo>
                    <a:cubicBezTo>
                      <a:pt x="4" y="15"/>
                      <a:pt x="2" y="12"/>
                      <a:pt x="2" y="10"/>
                    </a:cubicBezTo>
                    <a:cubicBezTo>
                      <a:pt x="2" y="7"/>
                      <a:pt x="4" y="5"/>
                      <a:pt x="7" y="5"/>
                    </a:cubicBezTo>
                    <a:cubicBezTo>
                      <a:pt x="10" y="5"/>
                      <a:pt x="12" y="7"/>
                      <a:pt x="12" y="10"/>
                    </a:cubicBezTo>
                    <a:cubicBezTo>
                      <a:pt x="12" y="12"/>
                      <a:pt x="10" y="15"/>
                      <a:pt x="7" y="15"/>
                    </a:cubicBezTo>
                    <a:close/>
                    <a:moveTo>
                      <a:pt x="15" y="9"/>
                    </a:move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2"/>
                      <a:pt x="15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4" y="7"/>
                      <a:pt x="14" y="7"/>
                    </a:cubicBezTo>
                    <a:cubicBezTo>
                      <a:pt x="15" y="7"/>
                      <a:pt x="15" y="7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9"/>
                      <a:pt x="1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0" name="Freeform 12"/>
              <p:cNvSpPr>
                <a:spLocks noEditPoints="1"/>
              </p:cNvSpPr>
              <p:nvPr/>
            </p:nvSpPr>
            <p:spPr bwMode="auto">
              <a:xfrm>
                <a:off x="3935" y="1444"/>
                <a:ext cx="23" cy="22"/>
              </a:xfrm>
              <a:custGeom>
                <a:avLst/>
                <a:gdLst>
                  <a:gd name="T0" fmla="*/ 9 w 10"/>
                  <a:gd name="T1" fmla="*/ 1 h 9"/>
                  <a:gd name="T2" fmla="*/ 9 w 10"/>
                  <a:gd name="T3" fmla="*/ 1 h 9"/>
                  <a:gd name="T4" fmla="*/ 9 w 10"/>
                  <a:gd name="T5" fmla="*/ 1 h 9"/>
                  <a:gd name="T6" fmla="*/ 8 w 10"/>
                  <a:gd name="T7" fmla="*/ 1 h 9"/>
                  <a:gd name="T8" fmla="*/ 7 w 10"/>
                  <a:gd name="T9" fmla="*/ 1 h 9"/>
                  <a:gd name="T10" fmla="*/ 7 w 10"/>
                  <a:gd name="T11" fmla="*/ 1 h 9"/>
                  <a:gd name="T12" fmla="*/ 7 w 10"/>
                  <a:gd name="T13" fmla="*/ 1 h 9"/>
                  <a:gd name="T14" fmla="*/ 6 w 10"/>
                  <a:gd name="T15" fmla="*/ 0 h 9"/>
                  <a:gd name="T16" fmla="*/ 5 w 10"/>
                  <a:gd name="T17" fmla="*/ 0 h 9"/>
                  <a:gd name="T18" fmla="*/ 3 w 10"/>
                  <a:gd name="T19" fmla="*/ 1 h 9"/>
                  <a:gd name="T20" fmla="*/ 3 w 10"/>
                  <a:gd name="T21" fmla="*/ 1 h 9"/>
                  <a:gd name="T22" fmla="*/ 3 w 10"/>
                  <a:gd name="T23" fmla="*/ 1 h 9"/>
                  <a:gd name="T24" fmla="*/ 3 w 10"/>
                  <a:gd name="T25" fmla="*/ 1 h 9"/>
                  <a:gd name="T26" fmla="*/ 2 w 10"/>
                  <a:gd name="T27" fmla="*/ 1 h 9"/>
                  <a:gd name="T28" fmla="*/ 1 w 10"/>
                  <a:gd name="T29" fmla="*/ 2 h 9"/>
                  <a:gd name="T30" fmla="*/ 1 w 10"/>
                  <a:gd name="T31" fmla="*/ 2 h 9"/>
                  <a:gd name="T32" fmla="*/ 0 w 10"/>
                  <a:gd name="T33" fmla="*/ 3 h 9"/>
                  <a:gd name="T34" fmla="*/ 0 w 10"/>
                  <a:gd name="T35" fmla="*/ 7 h 9"/>
                  <a:gd name="T36" fmla="*/ 2 w 10"/>
                  <a:gd name="T37" fmla="*/ 9 h 9"/>
                  <a:gd name="T38" fmla="*/ 9 w 10"/>
                  <a:gd name="T39" fmla="*/ 9 h 9"/>
                  <a:gd name="T40" fmla="*/ 10 w 10"/>
                  <a:gd name="T41" fmla="*/ 7 h 9"/>
                  <a:gd name="T42" fmla="*/ 10 w 10"/>
                  <a:gd name="T43" fmla="*/ 3 h 9"/>
                  <a:gd name="T44" fmla="*/ 9 w 10"/>
                  <a:gd name="T45" fmla="*/ 1 h 9"/>
                  <a:gd name="T46" fmla="*/ 4 w 10"/>
                  <a:gd name="T47" fmla="*/ 1 h 9"/>
                  <a:gd name="T48" fmla="*/ 5 w 10"/>
                  <a:gd name="T49" fmla="*/ 1 h 9"/>
                  <a:gd name="T50" fmla="*/ 6 w 10"/>
                  <a:gd name="T51" fmla="*/ 0 h 9"/>
                  <a:gd name="T52" fmla="*/ 6 w 10"/>
                  <a:gd name="T53" fmla="*/ 1 h 9"/>
                  <a:gd name="T54" fmla="*/ 6 w 10"/>
                  <a:gd name="T55" fmla="*/ 1 h 9"/>
                  <a:gd name="T56" fmla="*/ 4 w 10"/>
                  <a:gd name="T57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" h="9">
                    <a:moveTo>
                      <a:pt x="9" y="1"/>
                    </a:move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0" y="9"/>
                      <a:pt x="10" y="8"/>
                      <a:pt x="10" y="7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2"/>
                      <a:pt x="10" y="2"/>
                      <a:pt x="9" y="1"/>
                    </a:cubicBezTo>
                    <a:close/>
                    <a:moveTo>
                      <a:pt x="4" y="1"/>
                    </a:moveTo>
                    <a:cubicBezTo>
                      <a:pt x="4" y="1"/>
                      <a:pt x="4" y="1"/>
                      <a:pt x="5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1" name="Freeform 13"/>
              <p:cNvSpPr>
                <a:spLocks noEditPoints="1"/>
              </p:cNvSpPr>
              <p:nvPr/>
            </p:nvSpPr>
            <p:spPr bwMode="auto">
              <a:xfrm>
                <a:off x="3980" y="1857"/>
                <a:ext cx="28" cy="43"/>
              </a:xfrm>
              <a:custGeom>
                <a:avLst/>
                <a:gdLst>
                  <a:gd name="T0" fmla="*/ 12 w 12"/>
                  <a:gd name="T1" fmla="*/ 3 h 18"/>
                  <a:gd name="T2" fmla="*/ 9 w 12"/>
                  <a:gd name="T3" fmla="*/ 0 h 18"/>
                  <a:gd name="T4" fmla="*/ 3 w 12"/>
                  <a:gd name="T5" fmla="*/ 0 h 18"/>
                  <a:gd name="T6" fmla="*/ 0 w 12"/>
                  <a:gd name="T7" fmla="*/ 3 h 18"/>
                  <a:gd name="T8" fmla="*/ 0 w 12"/>
                  <a:gd name="T9" fmla="*/ 14 h 18"/>
                  <a:gd name="T10" fmla="*/ 3 w 12"/>
                  <a:gd name="T11" fmla="*/ 17 h 18"/>
                  <a:gd name="T12" fmla="*/ 9 w 12"/>
                  <a:gd name="T13" fmla="*/ 17 h 18"/>
                  <a:gd name="T14" fmla="*/ 12 w 12"/>
                  <a:gd name="T15" fmla="*/ 14 h 18"/>
                  <a:gd name="T16" fmla="*/ 12 w 12"/>
                  <a:gd name="T17" fmla="*/ 3 h 18"/>
                  <a:gd name="T18" fmla="*/ 7 w 12"/>
                  <a:gd name="T19" fmla="*/ 16 h 18"/>
                  <a:gd name="T20" fmla="*/ 5 w 12"/>
                  <a:gd name="T21" fmla="*/ 16 h 18"/>
                  <a:gd name="T22" fmla="*/ 5 w 12"/>
                  <a:gd name="T23" fmla="*/ 16 h 18"/>
                  <a:gd name="T24" fmla="*/ 5 w 12"/>
                  <a:gd name="T25" fmla="*/ 15 h 18"/>
                  <a:gd name="T26" fmla="*/ 5 w 12"/>
                  <a:gd name="T27" fmla="*/ 15 h 18"/>
                  <a:gd name="T28" fmla="*/ 7 w 12"/>
                  <a:gd name="T29" fmla="*/ 15 h 18"/>
                  <a:gd name="T30" fmla="*/ 7 w 12"/>
                  <a:gd name="T31" fmla="*/ 15 h 18"/>
                  <a:gd name="T32" fmla="*/ 7 w 12"/>
                  <a:gd name="T33" fmla="*/ 16 h 18"/>
                  <a:gd name="T34" fmla="*/ 7 w 12"/>
                  <a:gd name="T35" fmla="*/ 16 h 18"/>
                  <a:gd name="T36" fmla="*/ 9 w 12"/>
                  <a:gd name="T37" fmla="*/ 13 h 18"/>
                  <a:gd name="T38" fmla="*/ 3 w 12"/>
                  <a:gd name="T39" fmla="*/ 14 h 18"/>
                  <a:gd name="T40" fmla="*/ 1 w 12"/>
                  <a:gd name="T41" fmla="*/ 12 h 18"/>
                  <a:gd name="T42" fmla="*/ 1 w 12"/>
                  <a:gd name="T43" fmla="*/ 4 h 18"/>
                  <a:gd name="T44" fmla="*/ 3 w 12"/>
                  <a:gd name="T45" fmla="*/ 2 h 18"/>
                  <a:gd name="T46" fmla="*/ 8 w 12"/>
                  <a:gd name="T47" fmla="*/ 2 h 18"/>
                  <a:gd name="T48" fmla="*/ 10 w 12"/>
                  <a:gd name="T49" fmla="*/ 3 h 18"/>
                  <a:gd name="T50" fmla="*/ 10 w 12"/>
                  <a:gd name="T51" fmla="*/ 12 h 18"/>
                  <a:gd name="T52" fmla="*/ 9 w 12"/>
                  <a:gd name="T53" fmla="*/ 1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18">
                    <a:moveTo>
                      <a:pt x="12" y="3"/>
                    </a:moveTo>
                    <a:cubicBezTo>
                      <a:pt x="12" y="1"/>
                      <a:pt x="10" y="0"/>
                      <a:pt x="9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6"/>
                      <a:pt x="2" y="18"/>
                      <a:pt x="3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1" y="17"/>
                      <a:pt x="12" y="16"/>
                      <a:pt x="12" y="14"/>
                    </a:cubicBezTo>
                    <a:lnTo>
                      <a:pt x="12" y="3"/>
                    </a:lnTo>
                    <a:close/>
                    <a:moveTo>
                      <a:pt x="7" y="16"/>
                    </a:move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7" y="16"/>
                      <a:pt x="7" y="16"/>
                    </a:cubicBezTo>
                    <a:close/>
                    <a:moveTo>
                      <a:pt x="9" y="13"/>
                    </a:moveTo>
                    <a:cubicBezTo>
                      <a:pt x="3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2" y="2"/>
                      <a:pt x="3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9" y="2"/>
                      <a:pt x="10" y="2"/>
                      <a:pt x="10" y="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13"/>
                      <a:pt x="10" y="13"/>
                      <a:pt x="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2" name="Freeform 14"/>
              <p:cNvSpPr/>
              <p:nvPr/>
            </p:nvSpPr>
            <p:spPr bwMode="auto">
              <a:xfrm>
                <a:off x="4011" y="1860"/>
                <a:ext cx="4" cy="38"/>
              </a:xfrm>
              <a:custGeom>
                <a:avLst/>
                <a:gdLst>
                  <a:gd name="T0" fmla="*/ 0 w 2"/>
                  <a:gd name="T1" fmla="*/ 0 h 16"/>
                  <a:gd name="T2" fmla="*/ 0 w 2"/>
                  <a:gd name="T3" fmla="*/ 1 h 16"/>
                  <a:gd name="T4" fmla="*/ 0 w 2"/>
                  <a:gd name="T5" fmla="*/ 15 h 16"/>
                  <a:gd name="T6" fmla="*/ 1 w 2"/>
                  <a:gd name="T7" fmla="*/ 16 h 16"/>
                  <a:gd name="T8" fmla="*/ 2 w 2"/>
                  <a:gd name="T9" fmla="*/ 15 h 16"/>
                  <a:gd name="T10" fmla="*/ 1 w 2"/>
                  <a:gd name="T11" fmla="*/ 1 h 16"/>
                  <a:gd name="T12" fmla="*/ 0 w 2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6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0" y="16"/>
                      <a:pt x="1" y="16"/>
                    </a:cubicBezTo>
                    <a:cubicBezTo>
                      <a:pt x="1" y="16"/>
                      <a:pt x="2" y="15"/>
                      <a:pt x="2" y="15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3" name="Freeform 15"/>
              <p:cNvSpPr/>
              <p:nvPr/>
            </p:nvSpPr>
            <p:spPr bwMode="auto">
              <a:xfrm>
                <a:off x="4013" y="1862"/>
                <a:ext cx="2" cy="12"/>
              </a:xfrm>
              <a:custGeom>
                <a:avLst/>
                <a:gdLst>
                  <a:gd name="T0" fmla="*/ 1 w 1"/>
                  <a:gd name="T1" fmla="*/ 0 h 5"/>
                  <a:gd name="T2" fmla="*/ 0 w 1"/>
                  <a:gd name="T3" fmla="*/ 0 h 5"/>
                  <a:gd name="T4" fmla="*/ 1 w 1"/>
                  <a:gd name="T5" fmla="*/ 5 h 5"/>
                  <a:gd name="T6" fmla="*/ 1 w 1"/>
                  <a:gd name="T7" fmla="*/ 5 h 5"/>
                  <a:gd name="T8" fmla="*/ 1 w 1"/>
                  <a:gd name="T9" fmla="*/ 5 h 5"/>
                  <a:gd name="T10" fmla="*/ 1 w 1"/>
                  <a:gd name="T11" fmla="*/ 0 h 5"/>
                  <a:gd name="T12" fmla="*/ 1 w 1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4" name="Freeform 16"/>
              <p:cNvSpPr/>
              <p:nvPr/>
            </p:nvSpPr>
            <p:spPr bwMode="auto">
              <a:xfrm>
                <a:off x="3985" y="1867"/>
                <a:ext cx="18" cy="2"/>
              </a:xfrm>
              <a:custGeom>
                <a:avLst/>
                <a:gdLst>
                  <a:gd name="T0" fmla="*/ 8 w 8"/>
                  <a:gd name="T1" fmla="*/ 1 h 1"/>
                  <a:gd name="T2" fmla="*/ 7 w 8"/>
                  <a:gd name="T3" fmla="*/ 1 h 1"/>
                  <a:gd name="T4" fmla="*/ 1 w 8"/>
                  <a:gd name="T5" fmla="*/ 1 h 1"/>
                  <a:gd name="T6" fmla="*/ 0 w 8"/>
                  <a:gd name="T7" fmla="*/ 1 h 1"/>
                  <a:gd name="T8" fmla="*/ 0 w 8"/>
                  <a:gd name="T9" fmla="*/ 1 h 1"/>
                  <a:gd name="T10" fmla="*/ 1 w 8"/>
                  <a:gd name="T11" fmla="*/ 0 h 1"/>
                  <a:gd name="T12" fmla="*/ 7 w 8"/>
                  <a:gd name="T13" fmla="*/ 0 h 1"/>
                  <a:gd name="T14" fmla="*/ 8 w 8"/>
                  <a:gd name="T1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1">
                    <a:moveTo>
                      <a:pt x="8" y="1"/>
                    </a:moveTo>
                    <a:cubicBezTo>
                      <a:pt x="8" y="1"/>
                      <a:pt x="7" y="1"/>
                      <a:pt x="7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8" y="0"/>
                      <a:pt x="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5" name="Freeform 17"/>
              <p:cNvSpPr/>
              <p:nvPr/>
            </p:nvSpPr>
            <p:spPr bwMode="auto">
              <a:xfrm>
                <a:off x="3985" y="1872"/>
                <a:ext cx="18" cy="2"/>
              </a:xfrm>
              <a:custGeom>
                <a:avLst/>
                <a:gdLst>
                  <a:gd name="T0" fmla="*/ 8 w 8"/>
                  <a:gd name="T1" fmla="*/ 0 h 1"/>
                  <a:gd name="T2" fmla="*/ 7 w 8"/>
                  <a:gd name="T3" fmla="*/ 1 h 1"/>
                  <a:gd name="T4" fmla="*/ 1 w 8"/>
                  <a:gd name="T5" fmla="*/ 1 h 1"/>
                  <a:gd name="T6" fmla="*/ 0 w 8"/>
                  <a:gd name="T7" fmla="*/ 1 h 1"/>
                  <a:gd name="T8" fmla="*/ 0 w 8"/>
                  <a:gd name="T9" fmla="*/ 1 h 1"/>
                  <a:gd name="T10" fmla="*/ 1 w 8"/>
                  <a:gd name="T11" fmla="*/ 0 h 1"/>
                  <a:gd name="T12" fmla="*/ 7 w 8"/>
                  <a:gd name="T13" fmla="*/ 0 h 1"/>
                  <a:gd name="T14" fmla="*/ 8 w 8"/>
                  <a:gd name="T1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1">
                    <a:moveTo>
                      <a:pt x="8" y="0"/>
                    </a:moveTo>
                    <a:cubicBezTo>
                      <a:pt x="8" y="1"/>
                      <a:pt x="7" y="1"/>
                      <a:pt x="7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8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6" name="Freeform 18"/>
              <p:cNvSpPr/>
              <p:nvPr/>
            </p:nvSpPr>
            <p:spPr bwMode="auto">
              <a:xfrm>
                <a:off x="3985" y="1876"/>
                <a:ext cx="18" cy="3"/>
              </a:xfrm>
              <a:custGeom>
                <a:avLst/>
                <a:gdLst>
                  <a:gd name="T0" fmla="*/ 8 w 8"/>
                  <a:gd name="T1" fmla="*/ 0 h 1"/>
                  <a:gd name="T2" fmla="*/ 7 w 8"/>
                  <a:gd name="T3" fmla="*/ 1 h 1"/>
                  <a:gd name="T4" fmla="*/ 1 w 8"/>
                  <a:gd name="T5" fmla="*/ 1 h 1"/>
                  <a:gd name="T6" fmla="*/ 0 w 8"/>
                  <a:gd name="T7" fmla="*/ 1 h 1"/>
                  <a:gd name="T8" fmla="*/ 0 w 8"/>
                  <a:gd name="T9" fmla="*/ 1 h 1"/>
                  <a:gd name="T10" fmla="*/ 1 w 8"/>
                  <a:gd name="T11" fmla="*/ 0 h 1"/>
                  <a:gd name="T12" fmla="*/ 7 w 8"/>
                  <a:gd name="T13" fmla="*/ 0 h 1"/>
                  <a:gd name="T14" fmla="*/ 8 w 8"/>
                  <a:gd name="T1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1">
                    <a:moveTo>
                      <a:pt x="8" y="0"/>
                    </a:moveTo>
                    <a:cubicBezTo>
                      <a:pt x="8" y="1"/>
                      <a:pt x="7" y="1"/>
                      <a:pt x="7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8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7" name="Freeform 19"/>
              <p:cNvSpPr/>
              <p:nvPr/>
            </p:nvSpPr>
            <p:spPr bwMode="auto">
              <a:xfrm>
                <a:off x="3992" y="1881"/>
                <a:ext cx="11" cy="2"/>
              </a:xfrm>
              <a:custGeom>
                <a:avLst/>
                <a:gdLst>
                  <a:gd name="T0" fmla="*/ 5 w 5"/>
                  <a:gd name="T1" fmla="*/ 0 h 1"/>
                  <a:gd name="T2" fmla="*/ 4 w 5"/>
                  <a:gd name="T3" fmla="*/ 1 h 1"/>
                  <a:gd name="T4" fmla="*/ 1 w 5"/>
                  <a:gd name="T5" fmla="*/ 1 h 1"/>
                  <a:gd name="T6" fmla="*/ 0 w 5"/>
                  <a:gd name="T7" fmla="*/ 0 h 1"/>
                  <a:gd name="T8" fmla="*/ 0 w 5"/>
                  <a:gd name="T9" fmla="*/ 0 h 1"/>
                  <a:gd name="T10" fmla="*/ 1 w 5"/>
                  <a:gd name="T11" fmla="*/ 0 h 1"/>
                  <a:gd name="T12" fmla="*/ 4 w 5"/>
                  <a:gd name="T13" fmla="*/ 0 h 1"/>
                  <a:gd name="T14" fmla="*/ 5 w 5"/>
                  <a:gd name="T1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5" y="1"/>
                      <a:pt x="4" y="1"/>
                      <a:pt x="4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5" y="0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8" name="Freeform 20"/>
              <p:cNvSpPr/>
              <p:nvPr/>
            </p:nvSpPr>
            <p:spPr bwMode="auto">
              <a:xfrm>
                <a:off x="3892" y="1456"/>
                <a:ext cx="36" cy="5"/>
              </a:xfrm>
              <a:custGeom>
                <a:avLst/>
                <a:gdLst>
                  <a:gd name="T0" fmla="*/ 0 w 15"/>
                  <a:gd name="T1" fmla="*/ 1 h 2"/>
                  <a:gd name="T2" fmla="*/ 0 w 15"/>
                  <a:gd name="T3" fmla="*/ 2 h 2"/>
                  <a:gd name="T4" fmla="*/ 15 w 15"/>
                  <a:gd name="T5" fmla="*/ 1 h 2"/>
                  <a:gd name="T6" fmla="*/ 15 w 15"/>
                  <a:gd name="T7" fmla="*/ 1 h 2"/>
                  <a:gd name="T8" fmla="*/ 15 w 15"/>
                  <a:gd name="T9" fmla="*/ 0 h 2"/>
                  <a:gd name="T10" fmla="*/ 0 w 15"/>
                  <a:gd name="T11" fmla="*/ 0 h 2"/>
                  <a:gd name="T12" fmla="*/ 0 w 15"/>
                  <a:gd name="T1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2">
                    <a:moveTo>
                      <a:pt x="0" y="1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79" name="Freeform 21"/>
              <p:cNvSpPr/>
              <p:nvPr/>
            </p:nvSpPr>
            <p:spPr bwMode="auto">
              <a:xfrm>
                <a:off x="3892" y="1456"/>
                <a:ext cx="14" cy="0"/>
              </a:xfrm>
              <a:custGeom>
                <a:avLst/>
                <a:gdLst>
                  <a:gd name="T0" fmla="*/ 0 w 6"/>
                  <a:gd name="T1" fmla="*/ 1 w 6"/>
                  <a:gd name="T2" fmla="*/ 6 w 6"/>
                  <a:gd name="T3" fmla="*/ 6 w 6"/>
                  <a:gd name="T4" fmla="*/ 6 w 6"/>
                  <a:gd name="T5" fmla="*/ 1 w 6"/>
                  <a:gd name="T6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0" name="Freeform 22"/>
              <p:cNvSpPr/>
              <p:nvPr/>
            </p:nvSpPr>
            <p:spPr bwMode="auto">
              <a:xfrm>
                <a:off x="3954" y="2263"/>
                <a:ext cx="4" cy="38"/>
              </a:xfrm>
              <a:custGeom>
                <a:avLst/>
                <a:gdLst>
                  <a:gd name="T0" fmla="*/ 1 w 2"/>
                  <a:gd name="T1" fmla="*/ 1 h 16"/>
                  <a:gd name="T2" fmla="*/ 0 w 2"/>
                  <a:gd name="T3" fmla="*/ 1 h 16"/>
                  <a:gd name="T4" fmla="*/ 0 w 2"/>
                  <a:gd name="T5" fmla="*/ 16 h 16"/>
                  <a:gd name="T6" fmla="*/ 1 w 2"/>
                  <a:gd name="T7" fmla="*/ 16 h 16"/>
                  <a:gd name="T8" fmla="*/ 2 w 2"/>
                  <a:gd name="T9" fmla="*/ 16 h 16"/>
                  <a:gd name="T10" fmla="*/ 1 w 2"/>
                  <a:gd name="T11" fmla="*/ 1 h 16"/>
                  <a:gd name="T12" fmla="*/ 1 w 2"/>
                  <a:gd name="T13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6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1" y="16"/>
                      <a:pt x="2" y="16"/>
                      <a:pt x="2" y="16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1" name="Freeform 23"/>
              <p:cNvSpPr/>
              <p:nvPr/>
            </p:nvSpPr>
            <p:spPr bwMode="auto">
              <a:xfrm>
                <a:off x="3958" y="2266"/>
                <a:ext cx="0" cy="14"/>
              </a:xfrm>
              <a:custGeom>
                <a:avLst/>
                <a:gdLst>
                  <a:gd name="T0" fmla="*/ 0 h 6"/>
                  <a:gd name="T1" fmla="*/ 0 h 6"/>
                  <a:gd name="T2" fmla="*/ 5 h 6"/>
                  <a:gd name="T3" fmla="*/ 6 h 6"/>
                  <a:gd name="T4" fmla="*/ 5 h 6"/>
                  <a:gd name="T5" fmla="*/ 0 h 6"/>
                  <a:gd name="T6" fmla="*/ 0 h 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2" name="Freeform 24"/>
              <p:cNvSpPr>
                <a:spLocks noEditPoints="1"/>
              </p:cNvSpPr>
              <p:nvPr/>
            </p:nvSpPr>
            <p:spPr bwMode="auto">
              <a:xfrm>
                <a:off x="4001" y="2472"/>
                <a:ext cx="36" cy="45"/>
              </a:xfrm>
              <a:custGeom>
                <a:avLst/>
                <a:gdLst>
                  <a:gd name="T0" fmla="*/ 10 w 15"/>
                  <a:gd name="T1" fmla="*/ 0 h 19"/>
                  <a:gd name="T2" fmla="*/ 0 w 15"/>
                  <a:gd name="T3" fmla="*/ 5 h 19"/>
                  <a:gd name="T4" fmla="*/ 5 w 15"/>
                  <a:gd name="T5" fmla="*/ 19 h 19"/>
                  <a:gd name="T6" fmla="*/ 15 w 15"/>
                  <a:gd name="T7" fmla="*/ 14 h 19"/>
                  <a:gd name="T8" fmla="*/ 1 w 15"/>
                  <a:gd name="T9" fmla="*/ 5 h 19"/>
                  <a:gd name="T10" fmla="*/ 10 w 15"/>
                  <a:gd name="T11" fmla="*/ 2 h 19"/>
                  <a:gd name="T12" fmla="*/ 13 w 15"/>
                  <a:gd name="T13" fmla="*/ 4 h 19"/>
                  <a:gd name="T14" fmla="*/ 4 w 15"/>
                  <a:gd name="T15" fmla="*/ 8 h 19"/>
                  <a:gd name="T16" fmla="*/ 1 w 15"/>
                  <a:gd name="T17" fmla="*/ 5 h 19"/>
                  <a:gd name="T18" fmla="*/ 2 w 15"/>
                  <a:gd name="T19" fmla="*/ 9 h 19"/>
                  <a:gd name="T20" fmla="*/ 4 w 15"/>
                  <a:gd name="T21" fmla="*/ 9 h 19"/>
                  <a:gd name="T22" fmla="*/ 4 w 15"/>
                  <a:gd name="T23" fmla="*/ 11 h 19"/>
                  <a:gd name="T24" fmla="*/ 2 w 15"/>
                  <a:gd name="T25" fmla="*/ 11 h 19"/>
                  <a:gd name="T26" fmla="*/ 2 w 15"/>
                  <a:gd name="T27" fmla="*/ 12 h 19"/>
                  <a:gd name="T28" fmla="*/ 4 w 15"/>
                  <a:gd name="T29" fmla="*/ 12 h 19"/>
                  <a:gd name="T30" fmla="*/ 5 w 15"/>
                  <a:gd name="T31" fmla="*/ 13 h 19"/>
                  <a:gd name="T32" fmla="*/ 3 w 15"/>
                  <a:gd name="T33" fmla="*/ 14 h 19"/>
                  <a:gd name="T34" fmla="*/ 2 w 15"/>
                  <a:gd name="T35" fmla="*/ 12 h 19"/>
                  <a:gd name="T36" fmla="*/ 3 w 15"/>
                  <a:gd name="T37" fmla="*/ 17 h 19"/>
                  <a:gd name="T38" fmla="*/ 3 w 15"/>
                  <a:gd name="T39" fmla="*/ 15 h 19"/>
                  <a:gd name="T40" fmla="*/ 5 w 15"/>
                  <a:gd name="T41" fmla="*/ 15 h 19"/>
                  <a:gd name="T42" fmla="*/ 5 w 15"/>
                  <a:gd name="T43" fmla="*/ 16 h 19"/>
                  <a:gd name="T44" fmla="*/ 5 w 15"/>
                  <a:gd name="T45" fmla="*/ 9 h 19"/>
                  <a:gd name="T46" fmla="*/ 7 w 15"/>
                  <a:gd name="T47" fmla="*/ 9 h 19"/>
                  <a:gd name="T48" fmla="*/ 7 w 15"/>
                  <a:gd name="T49" fmla="*/ 10 h 19"/>
                  <a:gd name="T50" fmla="*/ 5 w 15"/>
                  <a:gd name="T51" fmla="*/ 11 h 19"/>
                  <a:gd name="T52" fmla="*/ 5 w 15"/>
                  <a:gd name="T53" fmla="*/ 9 h 19"/>
                  <a:gd name="T54" fmla="*/ 6 w 15"/>
                  <a:gd name="T55" fmla="*/ 12 h 19"/>
                  <a:gd name="T56" fmla="*/ 7 w 15"/>
                  <a:gd name="T57" fmla="*/ 12 h 19"/>
                  <a:gd name="T58" fmla="*/ 7 w 15"/>
                  <a:gd name="T59" fmla="*/ 13 h 19"/>
                  <a:gd name="T60" fmla="*/ 5 w 15"/>
                  <a:gd name="T61" fmla="*/ 13 h 19"/>
                  <a:gd name="T62" fmla="*/ 8 w 15"/>
                  <a:gd name="T63" fmla="*/ 16 h 19"/>
                  <a:gd name="T64" fmla="*/ 6 w 15"/>
                  <a:gd name="T65" fmla="*/ 16 h 19"/>
                  <a:gd name="T66" fmla="*/ 6 w 15"/>
                  <a:gd name="T67" fmla="*/ 15 h 19"/>
                  <a:gd name="T68" fmla="*/ 8 w 15"/>
                  <a:gd name="T69" fmla="*/ 15 h 19"/>
                  <a:gd name="T70" fmla="*/ 8 w 15"/>
                  <a:gd name="T71" fmla="*/ 16 h 19"/>
                  <a:gd name="T72" fmla="*/ 8 w 15"/>
                  <a:gd name="T73" fmla="*/ 8 h 19"/>
                  <a:gd name="T74" fmla="*/ 10 w 15"/>
                  <a:gd name="T75" fmla="*/ 8 h 19"/>
                  <a:gd name="T76" fmla="*/ 10 w 15"/>
                  <a:gd name="T77" fmla="*/ 10 h 19"/>
                  <a:gd name="T78" fmla="*/ 8 w 15"/>
                  <a:gd name="T79" fmla="*/ 10 h 19"/>
                  <a:gd name="T80" fmla="*/ 8 w 15"/>
                  <a:gd name="T81" fmla="*/ 12 h 19"/>
                  <a:gd name="T82" fmla="*/ 10 w 15"/>
                  <a:gd name="T83" fmla="*/ 11 h 19"/>
                  <a:gd name="T84" fmla="*/ 11 w 15"/>
                  <a:gd name="T85" fmla="*/ 12 h 19"/>
                  <a:gd name="T86" fmla="*/ 9 w 15"/>
                  <a:gd name="T87" fmla="*/ 13 h 19"/>
                  <a:gd name="T88" fmla="*/ 8 w 15"/>
                  <a:gd name="T89" fmla="*/ 12 h 19"/>
                  <a:gd name="T90" fmla="*/ 9 w 15"/>
                  <a:gd name="T91" fmla="*/ 16 h 19"/>
                  <a:gd name="T92" fmla="*/ 9 w 15"/>
                  <a:gd name="T93" fmla="*/ 15 h 19"/>
                  <a:gd name="T94" fmla="*/ 10 w 15"/>
                  <a:gd name="T95" fmla="*/ 14 h 19"/>
                  <a:gd name="T96" fmla="*/ 11 w 15"/>
                  <a:gd name="T97" fmla="*/ 15 h 19"/>
                  <a:gd name="T98" fmla="*/ 11 w 15"/>
                  <a:gd name="T99" fmla="*/ 8 h 19"/>
                  <a:gd name="T100" fmla="*/ 13 w 15"/>
                  <a:gd name="T101" fmla="*/ 8 h 19"/>
                  <a:gd name="T102" fmla="*/ 13 w 15"/>
                  <a:gd name="T103" fmla="*/ 9 h 19"/>
                  <a:gd name="T104" fmla="*/ 11 w 15"/>
                  <a:gd name="T105" fmla="*/ 10 h 19"/>
                  <a:gd name="T106" fmla="*/ 11 w 15"/>
                  <a:gd name="T107" fmla="*/ 8 h 19"/>
                  <a:gd name="T108" fmla="*/ 11 w 15"/>
                  <a:gd name="T109" fmla="*/ 11 h 19"/>
                  <a:gd name="T110" fmla="*/ 13 w 15"/>
                  <a:gd name="T111" fmla="*/ 11 h 19"/>
                  <a:gd name="T112" fmla="*/ 13 w 15"/>
                  <a:gd name="T113" fmla="*/ 12 h 19"/>
                  <a:gd name="T114" fmla="*/ 11 w 15"/>
                  <a:gd name="T115" fmla="*/ 12 h 19"/>
                  <a:gd name="T116" fmla="*/ 14 w 15"/>
                  <a:gd name="T117" fmla="*/ 15 h 19"/>
                  <a:gd name="T118" fmla="*/ 12 w 15"/>
                  <a:gd name="T119" fmla="*/ 15 h 19"/>
                  <a:gd name="T120" fmla="*/ 12 w 15"/>
                  <a:gd name="T121" fmla="*/ 14 h 19"/>
                  <a:gd name="T122" fmla="*/ 14 w 15"/>
                  <a:gd name="T123" fmla="*/ 14 h 19"/>
                  <a:gd name="T124" fmla="*/ 14 w 15"/>
                  <a:gd name="T125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" h="19">
                    <a:moveTo>
                      <a:pt x="14" y="3"/>
                    </a:moveTo>
                    <a:cubicBezTo>
                      <a:pt x="14" y="1"/>
                      <a:pt x="12" y="0"/>
                      <a:pt x="10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1" y="1"/>
                      <a:pt x="0" y="3"/>
                      <a:pt x="0" y="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" y="18"/>
                      <a:pt x="3" y="19"/>
                      <a:pt x="5" y="19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4" y="18"/>
                      <a:pt x="15" y="16"/>
                      <a:pt x="15" y="14"/>
                    </a:cubicBezTo>
                    <a:lnTo>
                      <a:pt x="14" y="3"/>
                    </a:lnTo>
                    <a:close/>
                    <a:moveTo>
                      <a:pt x="1" y="5"/>
                    </a:moveTo>
                    <a:cubicBezTo>
                      <a:pt x="1" y="4"/>
                      <a:pt x="2" y="3"/>
                      <a:pt x="3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1" y="1"/>
                      <a:pt x="12" y="2"/>
                      <a:pt x="12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3" y="6"/>
                      <a:pt x="12" y="7"/>
                      <a:pt x="11" y="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8"/>
                      <a:pt x="2" y="7"/>
                      <a:pt x="1" y="6"/>
                    </a:cubicBezTo>
                    <a:lnTo>
                      <a:pt x="1" y="5"/>
                    </a:lnTo>
                    <a:close/>
                    <a:moveTo>
                      <a:pt x="2" y="10"/>
                    </a:moveTo>
                    <a:cubicBezTo>
                      <a:pt x="2" y="9"/>
                      <a:pt x="2" y="9"/>
                      <a:pt x="2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1"/>
                      <a:pt x="4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lnTo>
                      <a:pt x="2" y="10"/>
                    </a:lnTo>
                    <a:close/>
                    <a:moveTo>
                      <a:pt x="2" y="12"/>
                    </a:moveTo>
                    <a:cubicBezTo>
                      <a:pt x="2" y="12"/>
                      <a:pt x="2" y="12"/>
                      <a:pt x="3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4"/>
                      <a:pt x="4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2" y="14"/>
                      <a:pt x="2" y="13"/>
                    </a:cubicBezTo>
                    <a:lnTo>
                      <a:pt x="2" y="12"/>
                    </a:lnTo>
                    <a:close/>
                    <a:moveTo>
                      <a:pt x="5" y="16"/>
                    </a:moveTo>
                    <a:cubicBezTo>
                      <a:pt x="3" y="17"/>
                      <a:pt x="3" y="17"/>
                      <a:pt x="3" y="17"/>
                    </a:cubicBezTo>
                    <a:cubicBezTo>
                      <a:pt x="3" y="17"/>
                      <a:pt x="3" y="17"/>
                      <a:pt x="3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5" y="16"/>
                      <a:pt x="5" y="16"/>
                    </a:cubicBez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0"/>
                      <a:pt x="5" y="10"/>
                    </a:cubicBezTo>
                    <a:lnTo>
                      <a:pt x="5" y="9"/>
                    </a:lnTo>
                    <a:close/>
                    <a:moveTo>
                      <a:pt x="5" y="12"/>
                    </a:moveTo>
                    <a:cubicBezTo>
                      <a:pt x="5" y="12"/>
                      <a:pt x="5" y="12"/>
                      <a:pt x="6" y="12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2"/>
                      <a:pt x="7" y="12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8" y="13"/>
                      <a:pt x="8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5" y="13"/>
                      <a:pt x="5" y="13"/>
                    </a:cubicBezTo>
                    <a:lnTo>
                      <a:pt x="5" y="12"/>
                    </a:lnTo>
                    <a:close/>
                    <a:moveTo>
                      <a:pt x="8" y="16"/>
                    </a:move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8" y="14"/>
                      <a:pt x="8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6"/>
                      <a:pt x="8" y="16"/>
                      <a:pt x="8" y="16"/>
                    </a:cubicBezTo>
                    <a:close/>
                    <a:moveTo>
                      <a:pt x="8" y="9"/>
                    </a:moveTo>
                    <a:cubicBezTo>
                      <a:pt x="8" y="9"/>
                      <a:pt x="8" y="8"/>
                      <a:pt x="8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lnTo>
                      <a:pt x="8" y="9"/>
                    </a:lnTo>
                    <a:close/>
                    <a:moveTo>
                      <a:pt x="8" y="12"/>
                    </a:moveTo>
                    <a:cubicBezTo>
                      <a:pt x="8" y="11"/>
                      <a:pt x="8" y="11"/>
                      <a:pt x="8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3"/>
                      <a:pt x="10" y="13"/>
                      <a:pt x="10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3"/>
                      <a:pt x="8" y="13"/>
                      <a:pt x="8" y="13"/>
                    </a:cubicBezTo>
                    <a:lnTo>
                      <a:pt x="8" y="12"/>
                    </a:lnTo>
                    <a:close/>
                    <a:moveTo>
                      <a:pt x="11" y="16"/>
                    </a:moveTo>
                    <a:cubicBezTo>
                      <a:pt x="9" y="16"/>
                      <a:pt x="9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16"/>
                      <a:pt x="11" y="16"/>
                      <a:pt x="11" y="16"/>
                    </a:cubicBezTo>
                    <a:close/>
                    <a:moveTo>
                      <a:pt x="11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9"/>
                      <a:pt x="13" y="10"/>
                      <a:pt x="13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10"/>
                      <a:pt x="11" y="10"/>
                      <a:pt x="11" y="9"/>
                    </a:cubicBezTo>
                    <a:lnTo>
                      <a:pt x="11" y="8"/>
                    </a:lnTo>
                    <a:close/>
                    <a:moveTo>
                      <a:pt x="11" y="11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3" y="12"/>
                      <a:pt x="13" y="12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1" y="13"/>
                      <a:pt x="11" y="12"/>
                    </a:cubicBezTo>
                    <a:lnTo>
                      <a:pt x="11" y="11"/>
                    </a:lnTo>
                    <a:close/>
                    <a:moveTo>
                      <a:pt x="14" y="15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5"/>
                      <a:pt x="12" y="15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4"/>
                      <a:pt x="12" y="14"/>
                      <a:pt x="12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3" name="Freeform 25"/>
              <p:cNvSpPr/>
              <p:nvPr/>
            </p:nvSpPr>
            <p:spPr bwMode="auto">
              <a:xfrm>
                <a:off x="4006" y="2479"/>
                <a:ext cx="12" cy="10"/>
              </a:xfrm>
              <a:custGeom>
                <a:avLst/>
                <a:gdLst>
                  <a:gd name="T0" fmla="*/ 4 w 5"/>
                  <a:gd name="T1" fmla="*/ 1 h 4"/>
                  <a:gd name="T2" fmla="*/ 3 w 5"/>
                  <a:gd name="T3" fmla="*/ 1 h 4"/>
                  <a:gd name="T4" fmla="*/ 3 w 5"/>
                  <a:gd name="T5" fmla="*/ 1 h 4"/>
                  <a:gd name="T6" fmla="*/ 2 w 5"/>
                  <a:gd name="T7" fmla="*/ 0 h 4"/>
                  <a:gd name="T8" fmla="*/ 2 w 5"/>
                  <a:gd name="T9" fmla="*/ 1 h 4"/>
                  <a:gd name="T10" fmla="*/ 2 w 5"/>
                  <a:gd name="T11" fmla="*/ 2 h 4"/>
                  <a:gd name="T12" fmla="*/ 1 w 5"/>
                  <a:gd name="T13" fmla="*/ 2 h 4"/>
                  <a:gd name="T14" fmla="*/ 0 w 5"/>
                  <a:gd name="T15" fmla="*/ 2 h 4"/>
                  <a:gd name="T16" fmla="*/ 1 w 5"/>
                  <a:gd name="T17" fmla="*/ 3 h 4"/>
                  <a:gd name="T18" fmla="*/ 2 w 5"/>
                  <a:gd name="T19" fmla="*/ 3 h 4"/>
                  <a:gd name="T20" fmla="*/ 2 w 5"/>
                  <a:gd name="T21" fmla="*/ 4 h 4"/>
                  <a:gd name="T22" fmla="*/ 3 w 5"/>
                  <a:gd name="T23" fmla="*/ 4 h 4"/>
                  <a:gd name="T24" fmla="*/ 3 w 5"/>
                  <a:gd name="T25" fmla="*/ 4 h 4"/>
                  <a:gd name="T26" fmla="*/ 3 w 5"/>
                  <a:gd name="T27" fmla="*/ 3 h 4"/>
                  <a:gd name="T28" fmla="*/ 4 w 5"/>
                  <a:gd name="T29" fmla="*/ 3 h 4"/>
                  <a:gd name="T30" fmla="*/ 5 w 5"/>
                  <a:gd name="T31" fmla="*/ 2 h 4"/>
                  <a:gd name="T32" fmla="*/ 4 w 5"/>
                  <a:gd name="T3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" h="4">
                    <a:moveTo>
                      <a:pt x="4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"/>
                      <a:pt x="5" y="2"/>
                      <a:pt x="5" y="2"/>
                    </a:cubicBezTo>
                    <a:cubicBezTo>
                      <a:pt x="4" y="2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4" name="Freeform 26"/>
              <p:cNvSpPr/>
              <p:nvPr/>
            </p:nvSpPr>
            <p:spPr bwMode="auto">
              <a:xfrm>
                <a:off x="4018" y="2482"/>
                <a:ext cx="12" cy="2"/>
              </a:xfrm>
              <a:custGeom>
                <a:avLst/>
                <a:gdLst>
                  <a:gd name="T0" fmla="*/ 4 w 5"/>
                  <a:gd name="T1" fmla="*/ 0 h 1"/>
                  <a:gd name="T2" fmla="*/ 1 w 5"/>
                  <a:gd name="T3" fmla="*/ 0 h 1"/>
                  <a:gd name="T4" fmla="*/ 0 w 5"/>
                  <a:gd name="T5" fmla="*/ 1 h 1"/>
                  <a:gd name="T6" fmla="*/ 1 w 5"/>
                  <a:gd name="T7" fmla="*/ 1 h 1"/>
                  <a:gd name="T8" fmla="*/ 4 w 5"/>
                  <a:gd name="T9" fmla="*/ 1 h 1"/>
                  <a:gd name="T10" fmla="*/ 5 w 5"/>
                  <a:gd name="T11" fmla="*/ 0 h 1"/>
                  <a:gd name="T12" fmla="*/ 4 w 5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1">
                    <a:moveTo>
                      <a:pt x="4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5" y="1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5" name="Freeform 27"/>
              <p:cNvSpPr>
                <a:spLocks noEditPoints="1"/>
              </p:cNvSpPr>
              <p:nvPr/>
            </p:nvSpPr>
            <p:spPr bwMode="auto">
              <a:xfrm>
                <a:off x="3634" y="1691"/>
                <a:ext cx="19" cy="31"/>
              </a:xfrm>
              <a:custGeom>
                <a:avLst/>
                <a:gdLst>
                  <a:gd name="T0" fmla="*/ 6 w 8"/>
                  <a:gd name="T1" fmla="*/ 0 h 13"/>
                  <a:gd name="T2" fmla="*/ 2 w 8"/>
                  <a:gd name="T3" fmla="*/ 0 h 13"/>
                  <a:gd name="T4" fmla="*/ 0 w 8"/>
                  <a:gd name="T5" fmla="*/ 2 h 13"/>
                  <a:gd name="T6" fmla="*/ 0 w 8"/>
                  <a:gd name="T7" fmla="*/ 11 h 13"/>
                  <a:gd name="T8" fmla="*/ 2 w 8"/>
                  <a:gd name="T9" fmla="*/ 13 h 13"/>
                  <a:gd name="T10" fmla="*/ 6 w 8"/>
                  <a:gd name="T11" fmla="*/ 13 h 13"/>
                  <a:gd name="T12" fmla="*/ 8 w 8"/>
                  <a:gd name="T13" fmla="*/ 11 h 13"/>
                  <a:gd name="T14" fmla="*/ 8 w 8"/>
                  <a:gd name="T15" fmla="*/ 2 h 13"/>
                  <a:gd name="T16" fmla="*/ 6 w 8"/>
                  <a:gd name="T17" fmla="*/ 0 h 13"/>
                  <a:gd name="T18" fmla="*/ 7 w 8"/>
                  <a:gd name="T19" fmla="*/ 11 h 13"/>
                  <a:gd name="T20" fmla="*/ 6 w 8"/>
                  <a:gd name="T21" fmla="*/ 12 h 13"/>
                  <a:gd name="T22" fmla="*/ 2 w 8"/>
                  <a:gd name="T23" fmla="*/ 12 h 13"/>
                  <a:gd name="T24" fmla="*/ 1 w 8"/>
                  <a:gd name="T25" fmla="*/ 11 h 13"/>
                  <a:gd name="T26" fmla="*/ 1 w 8"/>
                  <a:gd name="T27" fmla="*/ 2 h 13"/>
                  <a:gd name="T28" fmla="*/ 2 w 8"/>
                  <a:gd name="T29" fmla="*/ 1 h 13"/>
                  <a:gd name="T30" fmla="*/ 6 w 8"/>
                  <a:gd name="T31" fmla="*/ 1 h 13"/>
                  <a:gd name="T32" fmla="*/ 7 w 8"/>
                  <a:gd name="T33" fmla="*/ 2 h 13"/>
                  <a:gd name="T34" fmla="*/ 7 w 8"/>
                  <a:gd name="T35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" h="13">
                    <a:moveTo>
                      <a:pt x="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2"/>
                      <a:pt x="1" y="13"/>
                      <a:pt x="2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8" y="12"/>
                      <a:pt x="8" y="11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lose/>
                    <a:moveTo>
                      <a:pt x="7" y="11"/>
                    </a:moveTo>
                    <a:cubicBezTo>
                      <a:pt x="7" y="11"/>
                      <a:pt x="7" y="12"/>
                      <a:pt x="6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1" y="11"/>
                      <a:pt x="1" y="1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2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7" y="2"/>
                      <a:pt x="7" y="2"/>
                    </a:cubicBezTo>
                    <a:lnTo>
                      <a:pt x="7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6" name="Freeform 28"/>
              <p:cNvSpPr/>
              <p:nvPr/>
            </p:nvSpPr>
            <p:spPr bwMode="auto">
              <a:xfrm>
                <a:off x="3641" y="1715"/>
                <a:ext cx="5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0 h 1"/>
                  <a:gd name="T4" fmla="*/ 0 w 2"/>
                  <a:gd name="T5" fmla="*/ 0 h 1"/>
                  <a:gd name="T6" fmla="*/ 0 w 2"/>
                  <a:gd name="T7" fmla="*/ 1 h 1"/>
                  <a:gd name="T8" fmla="*/ 1 w 2"/>
                  <a:gd name="T9" fmla="*/ 1 h 1"/>
                  <a:gd name="T10" fmla="*/ 2 w 2"/>
                  <a:gd name="T11" fmla="*/ 1 h 1"/>
                  <a:gd name="T12" fmla="*/ 2 w 2"/>
                  <a:gd name="T13" fmla="*/ 1 h 1"/>
                  <a:gd name="T14" fmla="*/ 2 w 2"/>
                  <a:gd name="T15" fmla="*/ 0 h 1"/>
                  <a:gd name="T16" fmla="*/ 2 w 2"/>
                  <a:gd name="T1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7" name="Freeform 29"/>
              <p:cNvSpPr/>
              <p:nvPr/>
            </p:nvSpPr>
            <p:spPr bwMode="auto">
              <a:xfrm>
                <a:off x="3636" y="1696"/>
                <a:ext cx="14" cy="17"/>
              </a:xfrm>
              <a:custGeom>
                <a:avLst/>
                <a:gdLst>
                  <a:gd name="T0" fmla="*/ 5 w 6"/>
                  <a:gd name="T1" fmla="*/ 0 h 7"/>
                  <a:gd name="T2" fmla="*/ 1 w 6"/>
                  <a:gd name="T3" fmla="*/ 0 h 7"/>
                  <a:gd name="T4" fmla="*/ 0 w 6"/>
                  <a:gd name="T5" fmla="*/ 0 h 7"/>
                  <a:gd name="T6" fmla="*/ 0 w 6"/>
                  <a:gd name="T7" fmla="*/ 7 h 7"/>
                  <a:gd name="T8" fmla="*/ 1 w 6"/>
                  <a:gd name="T9" fmla="*/ 7 h 7"/>
                  <a:gd name="T10" fmla="*/ 5 w 6"/>
                  <a:gd name="T11" fmla="*/ 7 h 7"/>
                  <a:gd name="T12" fmla="*/ 6 w 6"/>
                  <a:gd name="T13" fmla="*/ 7 h 7"/>
                  <a:gd name="T14" fmla="*/ 6 w 6"/>
                  <a:gd name="T15" fmla="*/ 0 h 7"/>
                  <a:gd name="T16" fmla="*/ 5 w 6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5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8" name="Freeform 30"/>
              <p:cNvSpPr>
                <a:spLocks noEditPoints="1"/>
              </p:cNvSpPr>
              <p:nvPr/>
            </p:nvSpPr>
            <p:spPr bwMode="auto">
              <a:xfrm>
                <a:off x="3463" y="1967"/>
                <a:ext cx="19" cy="30"/>
              </a:xfrm>
              <a:custGeom>
                <a:avLst/>
                <a:gdLst>
                  <a:gd name="T0" fmla="*/ 6 w 8"/>
                  <a:gd name="T1" fmla="*/ 0 h 13"/>
                  <a:gd name="T2" fmla="*/ 2 w 8"/>
                  <a:gd name="T3" fmla="*/ 0 h 13"/>
                  <a:gd name="T4" fmla="*/ 0 w 8"/>
                  <a:gd name="T5" fmla="*/ 2 h 13"/>
                  <a:gd name="T6" fmla="*/ 0 w 8"/>
                  <a:gd name="T7" fmla="*/ 11 h 13"/>
                  <a:gd name="T8" fmla="*/ 2 w 8"/>
                  <a:gd name="T9" fmla="*/ 13 h 13"/>
                  <a:gd name="T10" fmla="*/ 6 w 8"/>
                  <a:gd name="T11" fmla="*/ 13 h 13"/>
                  <a:gd name="T12" fmla="*/ 8 w 8"/>
                  <a:gd name="T13" fmla="*/ 11 h 13"/>
                  <a:gd name="T14" fmla="*/ 8 w 8"/>
                  <a:gd name="T15" fmla="*/ 2 h 13"/>
                  <a:gd name="T16" fmla="*/ 6 w 8"/>
                  <a:gd name="T17" fmla="*/ 0 h 13"/>
                  <a:gd name="T18" fmla="*/ 7 w 8"/>
                  <a:gd name="T19" fmla="*/ 11 h 13"/>
                  <a:gd name="T20" fmla="*/ 6 w 8"/>
                  <a:gd name="T21" fmla="*/ 12 h 13"/>
                  <a:gd name="T22" fmla="*/ 2 w 8"/>
                  <a:gd name="T23" fmla="*/ 12 h 13"/>
                  <a:gd name="T24" fmla="*/ 1 w 8"/>
                  <a:gd name="T25" fmla="*/ 11 h 13"/>
                  <a:gd name="T26" fmla="*/ 1 w 8"/>
                  <a:gd name="T27" fmla="*/ 2 h 13"/>
                  <a:gd name="T28" fmla="*/ 2 w 8"/>
                  <a:gd name="T29" fmla="*/ 1 h 13"/>
                  <a:gd name="T30" fmla="*/ 6 w 8"/>
                  <a:gd name="T31" fmla="*/ 1 h 13"/>
                  <a:gd name="T32" fmla="*/ 7 w 8"/>
                  <a:gd name="T33" fmla="*/ 2 h 13"/>
                  <a:gd name="T34" fmla="*/ 7 w 8"/>
                  <a:gd name="T35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" h="13">
                    <a:moveTo>
                      <a:pt x="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2"/>
                      <a:pt x="1" y="13"/>
                      <a:pt x="2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2"/>
                      <a:pt x="8" y="12"/>
                      <a:pt x="8" y="11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lose/>
                    <a:moveTo>
                      <a:pt x="7" y="11"/>
                    </a:moveTo>
                    <a:cubicBezTo>
                      <a:pt x="8" y="11"/>
                      <a:pt x="7" y="12"/>
                      <a:pt x="6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1" y="11"/>
                      <a:pt x="1" y="1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2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7" y="2"/>
                      <a:pt x="7" y="2"/>
                    </a:cubicBezTo>
                    <a:lnTo>
                      <a:pt x="7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89" name="Freeform 31"/>
              <p:cNvSpPr/>
              <p:nvPr/>
            </p:nvSpPr>
            <p:spPr bwMode="auto">
              <a:xfrm>
                <a:off x="3473" y="1990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  <a:gd name="T10" fmla="*/ 1 w 1"/>
                  <a:gd name="T11" fmla="*/ 1 h 1"/>
                  <a:gd name="T12" fmla="*/ 1 w 1"/>
                  <a:gd name="T13" fmla="*/ 1 h 1"/>
                  <a:gd name="T14" fmla="*/ 1 w 1"/>
                  <a:gd name="T15" fmla="*/ 0 h 1"/>
                  <a:gd name="T16" fmla="*/ 1 w 1"/>
                  <a:gd name="T1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0" name="Freeform 32"/>
              <p:cNvSpPr/>
              <p:nvPr/>
            </p:nvSpPr>
            <p:spPr bwMode="auto">
              <a:xfrm>
                <a:off x="3468" y="1971"/>
                <a:ext cx="12" cy="17"/>
              </a:xfrm>
              <a:custGeom>
                <a:avLst/>
                <a:gdLst>
                  <a:gd name="T0" fmla="*/ 4 w 5"/>
                  <a:gd name="T1" fmla="*/ 0 h 7"/>
                  <a:gd name="T2" fmla="*/ 0 w 5"/>
                  <a:gd name="T3" fmla="*/ 0 h 7"/>
                  <a:gd name="T4" fmla="*/ 0 w 5"/>
                  <a:gd name="T5" fmla="*/ 0 h 7"/>
                  <a:gd name="T6" fmla="*/ 0 w 5"/>
                  <a:gd name="T7" fmla="*/ 7 h 7"/>
                  <a:gd name="T8" fmla="*/ 0 w 5"/>
                  <a:gd name="T9" fmla="*/ 7 h 7"/>
                  <a:gd name="T10" fmla="*/ 5 w 5"/>
                  <a:gd name="T11" fmla="*/ 7 h 7"/>
                  <a:gd name="T12" fmla="*/ 5 w 5"/>
                  <a:gd name="T13" fmla="*/ 7 h 7"/>
                  <a:gd name="T14" fmla="*/ 5 w 5"/>
                  <a:gd name="T15" fmla="*/ 0 h 7"/>
                  <a:gd name="T16" fmla="*/ 4 w 5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7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1" name="Freeform 33"/>
              <p:cNvSpPr>
                <a:spLocks noEditPoints="1"/>
              </p:cNvSpPr>
              <p:nvPr/>
            </p:nvSpPr>
            <p:spPr bwMode="auto">
              <a:xfrm>
                <a:off x="3868" y="1561"/>
                <a:ext cx="27" cy="33"/>
              </a:xfrm>
              <a:custGeom>
                <a:avLst/>
                <a:gdLst>
                  <a:gd name="T0" fmla="*/ 10 w 11"/>
                  <a:gd name="T1" fmla="*/ 2 h 14"/>
                  <a:gd name="T2" fmla="*/ 6 w 11"/>
                  <a:gd name="T3" fmla="*/ 0 h 14"/>
                  <a:gd name="T4" fmla="*/ 3 w 11"/>
                  <a:gd name="T5" fmla="*/ 1 h 14"/>
                  <a:gd name="T6" fmla="*/ 0 w 11"/>
                  <a:gd name="T7" fmla="*/ 9 h 14"/>
                  <a:gd name="T8" fmla="*/ 1 w 11"/>
                  <a:gd name="T9" fmla="*/ 12 h 14"/>
                  <a:gd name="T10" fmla="*/ 5 w 11"/>
                  <a:gd name="T11" fmla="*/ 13 h 14"/>
                  <a:gd name="T12" fmla="*/ 7 w 11"/>
                  <a:gd name="T13" fmla="*/ 12 h 14"/>
                  <a:gd name="T14" fmla="*/ 11 w 11"/>
                  <a:gd name="T15" fmla="*/ 4 h 14"/>
                  <a:gd name="T16" fmla="*/ 10 w 11"/>
                  <a:gd name="T17" fmla="*/ 2 h 14"/>
                  <a:gd name="T18" fmla="*/ 7 w 11"/>
                  <a:gd name="T19" fmla="*/ 12 h 14"/>
                  <a:gd name="T20" fmla="*/ 5 w 11"/>
                  <a:gd name="T21" fmla="*/ 12 h 14"/>
                  <a:gd name="T22" fmla="*/ 1 w 11"/>
                  <a:gd name="T23" fmla="*/ 11 h 14"/>
                  <a:gd name="T24" fmla="*/ 1 w 11"/>
                  <a:gd name="T25" fmla="*/ 9 h 14"/>
                  <a:gd name="T26" fmla="*/ 4 w 11"/>
                  <a:gd name="T27" fmla="*/ 2 h 14"/>
                  <a:gd name="T28" fmla="*/ 6 w 11"/>
                  <a:gd name="T29" fmla="*/ 1 h 14"/>
                  <a:gd name="T30" fmla="*/ 9 w 11"/>
                  <a:gd name="T31" fmla="*/ 3 h 14"/>
                  <a:gd name="T32" fmla="*/ 10 w 11"/>
                  <a:gd name="T33" fmla="*/ 4 h 14"/>
                  <a:gd name="T34" fmla="*/ 7 w 11"/>
                  <a:gd name="T35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" h="14">
                    <a:moveTo>
                      <a:pt x="10" y="2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4" y="0"/>
                      <a:pt x="3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1"/>
                      <a:pt x="1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6" y="14"/>
                      <a:pt x="7" y="13"/>
                      <a:pt x="7" y="12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2"/>
                      <a:pt x="10" y="2"/>
                    </a:cubicBezTo>
                    <a:close/>
                    <a:moveTo>
                      <a:pt x="7" y="12"/>
                    </a:moveTo>
                    <a:cubicBezTo>
                      <a:pt x="6" y="12"/>
                      <a:pt x="6" y="13"/>
                      <a:pt x="5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0"/>
                      <a:pt x="1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5" y="1"/>
                      <a:pt x="6" y="1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10" y="3"/>
                      <a:pt x="10" y="4"/>
                      <a:pt x="10" y="4"/>
                    </a:cubicBezTo>
                    <a:lnTo>
                      <a:pt x="7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2" name="Freeform 34"/>
              <p:cNvSpPr/>
              <p:nvPr/>
            </p:nvSpPr>
            <p:spPr bwMode="auto">
              <a:xfrm>
                <a:off x="3876" y="1582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0 w 2"/>
                  <a:gd name="T5" fmla="*/ 1 h 2"/>
                  <a:gd name="T6" fmla="*/ 0 w 2"/>
                  <a:gd name="T7" fmla="*/ 1 h 2"/>
                  <a:gd name="T8" fmla="*/ 0 w 2"/>
                  <a:gd name="T9" fmla="*/ 2 h 2"/>
                  <a:gd name="T10" fmla="*/ 1 w 2"/>
                  <a:gd name="T11" fmla="*/ 2 h 2"/>
                  <a:gd name="T12" fmla="*/ 1 w 2"/>
                  <a:gd name="T13" fmla="*/ 2 h 2"/>
                  <a:gd name="T14" fmla="*/ 2 w 2"/>
                  <a:gd name="T15" fmla="*/ 1 h 2"/>
                  <a:gd name="T16" fmla="*/ 1 w 2"/>
                  <a:gd name="T1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3" name="Freeform 35"/>
              <p:cNvSpPr/>
              <p:nvPr/>
            </p:nvSpPr>
            <p:spPr bwMode="auto">
              <a:xfrm>
                <a:off x="3873" y="1565"/>
                <a:ext cx="17" cy="19"/>
              </a:xfrm>
              <a:custGeom>
                <a:avLst/>
                <a:gdLst>
                  <a:gd name="T0" fmla="*/ 7 w 7"/>
                  <a:gd name="T1" fmla="*/ 2 h 8"/>
                  <a:gd name="T2" fmla="*/ 3 w 7"/>
                  <a:gd name="T3" fmla="*/ 0 h 8"/>
                  <a:gd name="T4" fmla="*/ 3 w 7"/>
                  <a:gd name="T5" fmla="*/ 0 h 8"/>
                  <a:gd name="T6" fmla="*/ 0 w 7"/>
                  <a:gd name="T7" fmla="*/ 6 h 8"/>
                  <a:gd name="T8" fmla="*/ 0 w 7"/>
                  <a:gd name="T9" fmla="*/ 6 h 8"/>
                  <a:gd name="T10" fmla="*/ 4 w 7"/>
                  <a:gd name="T11" fmla="*/ 8 h 8"/>
                  <a:gd name="T12" fmla="*/ 5 w 7"/>
                  <a:gd name="T13" fmla="*/ 8 h 8"/>
                  <a:gd name="T14" fmla="*/ 7 w 7"/>
                  <a:gd name="T15" fmla="*/ 2 h 8"/>
                  <a:gd name="T16" fmla="*/ 7 w 7"/>
                  <a:gd name="T17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8">
                    <a:moveTo>
                      <a:pt x="7" y="2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4" name="Freeform 36"/>
              <p:cNvSpPr>
                <a:spLocks noEditPoints="1"/>
              </p:cNvSpPr>
              <p:nvPr/>
            </p:nvSpPr>
            <p:spPr bwMode="auto">
              <a:xfrm>
                <a:off x="3786" y="2133"/>
                <a:ext cx="45" cy="64"/>
              </a:xfrm>
              <a:custGeom>
                <a:avLst/>
                <a:gdLst>
                  <a:gd name="T0" fmla="*/ 14 w 19"/>
                  <a:gd name="T1" fmla="*/ 8 h 27"/>
                  <a:gd name="T2" fmla="*/ 16 w 19"/>
                  <a:gd name="T3" fmla="*/ 5 h 27"/>
                  <a:gd name="T4" fmla="*/ 13 w 19"/>
                  <a:gd name="T5" fmla="*/ 0 h 27"/>
                  <a:gd name="T6" fmla="*/ 6 w 19"/>
                  <a:gd name="T7" fmla="*/ 0 h 27"/>
                  <a:gd name="T8" fmla="*/ 3 w 19"/>
                  <a:gd name="T9" fmla="*/ 5 h 27"/>
                  <a:gd name="T10" fmla="*/ 6 w 19"/>
                  <a:gd name="T11" fmla="*/ 8 h 27"/>
                  <a:gd name="T12" fmla="*/ 0 w 19"/>
                  <a:gd name="T13" fmla="*/ 17 h 27"/>
                  <a:gd name="T14" fmla="*/ 10 w 19"/>
                  <a:gd name="T15" fmla="*/ 27 h 27"/>
                  <a:gd name="T16" fmla="*/ 19 w 19"/>
                  <a:gd name="T17" fmla="*/ 17 h 27"/>
                  <a:gd name="T18" fmla="*/ 14 w 19"/>
                  <a:gd name="T19" fmla="*/ 8 h 27"/>
                  <a:gd name="T20" fmla="*/ 12 w 19"/>
                  <a:gd name="T21" fmla="*/ 2 h 27"/>
                  <a:gd name="T22" fmla="*/ 14 w 19"/>
                  <a:gd name="T23" fmla="*/ 5 h 27"/>
                  <a:gd name="T24" fmla="*/ 12 w 19"/>
                  <a:gd name="T25" fmla="*/ 5 h 27"/>
                  <a:gd name="T26" fmla="*/ 12 w 19"/>
                  <a:gd name="T27" fmla="*/ 2 h 27"/>
                  <a:gd name="T28" fmla="*/ 5 w 19"/>
                  <a:gd name="T29" fmla="*/ 5 h 27"/>
                  <a:gd name="T30" fmla="*/ 7 w 19"/>
                  <a:gd name="T31" fmla="*/ 5 h 27"/>
                  <a:gd name="T32" fmla="*/ 7 w 19"/>
                  <a:gd name="T33" fmla="*/ 8 h 27"/>
                  <a:gd name="T34" fmla="*/ 5 w 19"/>
                  <a:gd name="T35" fmla="*/ 5 h 27"/>
                  <a:gd name="T36" fmla="*/ 10 w 19"/>
                  <a:gd name="T37" fmla="*/ 24 h 27"/>
                  <a:gd name="T38" fmla="*/ 2 w 19"/>
                  <a:gd name="T39" fmla="*/ 17 h 27"/>
                  <a:gd name="T40" fmla="*/ 9 w 19"/>
                  <a:gd name="T41" fmla="*/ 10 h 27"/>
                  <a:gd name="T42" fmla="*/ 17 w 19"/>
                  <a:gd name="T43" fmla="*/ 17 h 27"/>
                  <a:gd name="T44" fmla="*/ 10 w 19"/>
                  <a:gd name="T4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27">
                    <a:moveTo>
                      <a:pt x="14" y="8"/>
                    </a:moveTo>
                    <a:cubicBezTo>
                      <a:pt x="16" y="5"/>
                      <a:pt x="16" y="5"/>
                      <a:pt x="16" y="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2" y="10"/>
                      <a:pt x="0" y="13"/>
                      <a:pt x="0" y="17"/>
                    </a:cubicBezTo>
                    <a:cubicBezTo>
                      <a:pt x="0" y="22"/>
                      <a:pt x="4" y="27"/>
                      <a:pt x="10" y="27"/>
                    </a:cubicBezTo>
                    <a:cubicBezTo>
                      <a:pt x="15" y="27"/>
                      <a:pt x="19" y="22"/>
                      <a:pt x="19" y="17"/>
                    </a:cubicBezTo>
                    <a:cubicBezTo>
                      <a:pt x="19" y="13"/>
                      <a:pt x="17" y="10"/>
                      <a:pt x="14" y="8"/>
                    </a:cubicBezTo>
                    <a:close/>
                    <a:moveTo>
                      <a:pt x="12" y="2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2" y="5"/>
                      <a:pt x="12" y="5"/>
                      <a:pt x="12" y="5"/>
                    </a:cubicBezTo>
                    <a:lnTo>
                      <a:pt x="12" y="2"/>
                    </a:lnTo>
                    <a:close/>
                    <a:moveTo>
                      <a:pt x="5" y="5"/>
                    </a:moveTo>
                    <a:cubicBezTo>
                      <a:pt x="7" y="5"/>
                      <a:pt x="7" y="5"/>
                      <a:pt x="7" y="5"/>
                    </a:cubicBezTo>
                    <a:cubicBezTo>
                      <a:pt x="7" y="8"/>
                      <a:pt x="7" y="8"/>
                      <a:pt x="7" y="8"/>
                    </a:cubicBezTo>
                    <a:lnTo>
                      <a:pt x="5" y="5"/>
                    </a:lnTo>
                    <a:close/>
                    <a:moveTo>
                      <a:pt x="10" y="24"/>
                    </a:moveTo>
                    <a:cubicBezTo>
                      <a:pt x="6" y="24"/>
                      <a:pt x="2" y="21"/>
                      <a:pt x="2" y="17"/>
                    </a:cubicBezTo>
                    <a:cubicBezTo>
                      <a:pt x="2" y="13"/>
                      <a:pt x="5" y="10"/>
                      <a:pt x="9" y="10"/>
                    </a:cubicBezTo>
                    <a:cubicBezTo>
                      <a:pt x="13" y="10"/>
                      <a:pt x="16" y="13"/>
                      <a:pt x="17" y="17"/>
                    </a:cubicBezTo>
                    <a:cubicBezTo>
                      <a:pt x="17" y="21"/>
                      <a:pt x="13" y="24"/>
                      <a:pt x="1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5" name="Freeform 37"/>
              <p:cNvSpPr/>
              <p:nvPr/>
            </p:nvSpPr>
            <p:spPr bwMode="auto">
              <a:xfrm>
                <a:off x="3639" y="1772"/>
                <a:ext cx="49" cy="107"/>
              </a:xfrm>
              <a:custGeom>
                <a:avLst/>
                <a:gdLst>
                  <a:gd name="T0" fmla="*/ 0 w 21"/>
                  <a:gd name="T1" fmla="*/ 0 h 45"/>
                  <a:gd name="T2" fmla="*/ 1 w 21"/>
                  <a:gd name="T3" fmla="*/ 45 h 45"/>
                  <a:gd name="T4" fmla="*/ 21 w 21"/>
                  <a:gd name="T5" fmla="*/ 22 h 45"/>
                  <a:gd name="T6" fmla="*/ 0 w 21"/>
                  <a:gd name="T7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45">
                    <a:moveTo>
                      <a:pt x="0" y="0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2" y="43"/>
                      <a:pt x="21" y="34"/>
                      <a:pt x="21" y="22"/>
                    </a:cubicBezTo>
                    <a:cubicBezTo>
                      <a:pt x="20" y="10"/>
                      <a:pt x="1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6" name="Freeform 38"/>
              <p:cNvSpPr/>
              <p:nvPr/>
            </p:nvSpPr>
            <p:spPr bwMode="auto">
              <a:xfrm>
                <a:off x="3582" y="1772"/>
                <a:ext cx="47" cy="52"/>
              </a:xfrm>
              <a:custGeom>
                <a:avLst/>
                <a:gdLst>
                  <a:gd name="T0" fmla="*/ 20 w 20"/>
                  <a:gd name="T1" fmla="*/ 22 h 22"/>
                  <a:gd name="T2" fmla="*/ 20 w 20"/>
                  <a:gd name="T3" fmla="*/ 0 h 22"/>
                  <a:gd name="T4" fmla="*/ 0 w 20"/>
                  <a:gd name="T5" fmla="*/ 22 h 22"/>
                  <a:gd name="T6" fmla="*/ 20 w 20"/>
                  <a:gd name="T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22">
                    <a:moveTo>
                      <a:pt x="20" y="22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1"/>
                      <a:pt x="0" y="11"/>
                      <a:pt x="0" y="22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7" name="Freeform 39"/>
              <p:cNvSpPr/>
              <p:nvPr/>
            </p:nvSpPr>
            <p:spPr bwMode="auto">
              <a:xfrm>
                <a:off x="3582" y="1831"/>
                <a:ext cx="50" cy="48"/>
              </a:xfrm>
              <a:custGeom>
                <a:avLst/>
                <a:gdLst>
                  <a:gd name="T0" fmla="*/ 0 w 21"/>
                  <a:gd name="T1" fmla="*/ 1 h 20"/>
                  <a:gd name="T2" fmla="*/ 21 w 21"/>
                  <a:gd name="T3" fmla="*/ 20 h 20"/>
                  <a:gd name="T4" fmla="*/ 21 w 21"/>
                  <a:gd name="T5" fmla="*/ 0 h 20"/>
                  <a:gd name="T6" fmla="*/ 0 w 21"/>
                  <a:gd name="T7" fmla="*/ 1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20">
                    <a:moveTo>
                      <a:pt x="0" y="1"/>
                    </a:moveTo>
                    <a:cubicBezTo>
                      <a:pt x="2" y="11"/>
                      <a:pt x="10" y="19"/>
                      <a:pt x="21" y="20"/>
                    </a:cubicBezTo>
                    <a:cubicBezTo>
                      <a:pt x="21" y="0"/>
                      <a:pt x="21" y="0"/>
                      <a:pt x="2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8" name="Freeform 40"/>
              <p:cNvSpPr/>
              <p:nvPr/>
            </p:nvSpPr>
            <p:spPr bwMode="auto">
              <a:xfrm>
                <a:off x="3487" y="2004"/>
                <a:ext cx="24" cy="53"/>
              </a:xfrm>
              <a:custGeom>
                <a:avLst/>
                <a:gdLst>
                  <a:gd name="T0" fmla="*/ 0 w 10"/>
                  <a:gd name="T1" fmla="*/ 0 h 22"/>
                  <a:gd name="T2" fmla="*/ 0 w 10"/>
                  <a:gd name="T3" fmla="*/ 22 h 22"/>
                  <a:gd name="T4" fmla="*/ 10 w 10"/>
                  <a:gd name="T5" fmla="*/ 11 h 22"/>
                  <a:gd name="T6" fmla="*/ 0 w 10"/>
                  <a:gd name="T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22">
                    <a:moveTo>
                      <a:pt x="0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6" y="22"/>
                      <a:pt x="10" y="17"/>
                      <a:pt x="10" y="11"/>
                    </a:cubicBezTo>
                    <a:cubicBezTo>
                      <a:pt x="10" y="5"/>
                      <a:pt x="6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99" name="Freeform 41"/>
              <p:cNvSpPr/>
              <p:nvPr/>
            </p:nvSpPr>
            <p:spPr bwMode="auto">
              <a:xfrm>
                <a:off x="3459" y="2004"/>
                <a:ext cx="23" cy="27"/>
              </a:xfrm>
              <a:custGeom>
                <a:avLst/>
                <a:gdLst>
                  <a:gd name="T0" fmla="*/ 10 w 10"/>
                  <a:gd name="T1" fmla="*/ 11 h 11"/>
                  <a:gd name="T2" fmla="*/ 10 w 10"/>
                  <a:gd name="T3" fmla="*/ 0 h 11"/>
                  <a:gd name="T4" fmla="*/ 0 w 10"/>
                  <a:gd name="T5" fmla="*/ 11 h 11"/>
                  <a:gd name="T6" fmla="*/ 10 w 10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1">
                    <a:moveTo>
                      <a:pt x="10" y="11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5" y="1"/>
                      <a:pt x="0" y="6"/>
                      <a:pt x="0" y="11"/>
                    </a:cubicBezTo>
                    <a:lnTo>
                      <a:pt x="1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0" name="Freeform 42"/>
              <p:cNvSpPr/>
              <p:nvPr/>
            </p:nvSpPr>
            <p:spPr bwMode="auto">
              <a:xfrm>
                <a:off x="3459" y="2035"/>
                <a:ext cx="26" cy="24"/>
              </a:xfrm>
              <a:custGeom>
                <a:avLst/>
                <a:gdLst>
                  <a:gd name="T0" fmla="*/ 0 w 11"/>
                  <a:gd name="T1" fmla="*/ 0 h 10"/>
                  <a:gd name="T2" fmla="*/ 11 w 11"/>
                  <a:gd name="T3" fmla="*/ 10 h 10"/>
                  <a:gd name="T4" fmla="*/ 10 w 11"/>
                  <a:gd name="T5" fmla="*/ 0 h 10"/>
                  <a:gd name="T6" fmla="*/ 0 w 11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0">
                    <a:moveTo>
                      <a:pt x="0" y="0"/>
                    </a:moveTo>
                    <a:cubicBezTo>
                      <a:pt x="1" y="5"/>
                      <a:pt x="5" y="9"/>
                      <a:pt x="11" y="10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1" name="Freeform 43"/>
              <p:cNvSpPr/>
              <p:nvPr/>
            </p:nvSpPr>
            <p:spPr bwMode="auto">
              <a:xfrm>
                <a:off x="3854" y="1402"/>
                <a:ext cx="14" cy="28"/>
              </a:xfrm>
              <a:custGeom>
                <a:avLst/>
                <a:gdLst>
                  <a:gd name="T0" fmla="*/ 6 w 6"/>
                  <a:gd name="T1" fmla="*/ 10 h 12"/>
                  <a:gd name="T2" fmla="*/ 4 w 6"/>
                  <a:gd name="T3" fmla="*/ 11 h 12"/>
                  <a:gd name="T4" fmla="*/ 2 w 6"/>
                  <a:gd name="T5" fmla="*/ 12 h 12"/>
                  <a:gd name="T6" fmla="*/ 1 w 6"/>
                  <a:gd name="T7" fmla="*/ 10 h 12"/>
                  <a:gd name="T8" fmla="*/ 0 w 6"/>
                  <a:gd name="T9" fmla="*/ 1 h 12"/>
                  <a:gd name="T10" fmla="*/ 2 w 6"/>
                  <a:gd name="T11" fmla="*/ 0 h 12"/>
                  <a:gd name="T12" fmla="*/ 4 w 6"/>
                  <a:gd name="T13" fmla="*/ 0 h 12"/>
                  <a:gd name="T14" fmla="*/ 5 w 6"/>
                  <a:gd name="T15" fmla="*/ 1 h 12"/>
                  <a:gd name="T16" fmla="*/ 6 w 6"/>
                  <a:gd name="T17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2">
                    <a:moveTo>
                      <a:pt x="6" y="10"/>
                    </a:moveTo>
                    <a:cubicBezTo>
                      <a:pt x="6" y="11"/>
                      <a:pt x="5" y="11"/>
                      <a:pt x="4" y="1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1" y="12"/>
                      <a:pt x="1" y="11"/>
                      <a:pt x="1" y="1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1"/>
                    </a:cubicBezTo>
                    <a:lnTo>
                      <a:pt x="6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2" name="Freeform 44"/>
              <p:cNvSpPr/>
              <p:nvPr/>
            </p:nvSpPr>
            <p:spPr bwMode="auto">
              <a:xfrm>
                <a:off x="3871" y="1392"/>
                <a:ext cx="14" cy="36"/>
              </a:xfrm>
              <a:custGeom>
                <a:avLst/>
                <a:gdLst>
                  <a:gd name="T0" fmla="*/ 6 w 6"/>
                  <a:gd name="T1" fmla="*/ 14 h 15"/>
                  <a:gd name="T2" fmla="*/ 4 w 6"/>
                  <a:gd name="T3" fmla="*/ 15 h 15"/>
                  <a:gd name="T4" fmla="*/ 2 w 6"/>
                  <a:gd name="T5" fmla="*/ 15 h 15"/>
                  <a:gd name="T6" fmla="*/ 1 w 6"/>
                  <a:gd name="T7" fmla="*/ 14 h 15"/>
                  <a:gd name="T8" fmla="*/ 0 w 6"/>
                  <a:gd name="T9" fmla="*/ 2 h 15"/>
                  <a:gd name="T10" fmla="*/ 2 w 6"/>
                  <a:gd name="T11" fmla="*/ 0 h 15"/>
                  <a:gd name="T12" fmla="*/ 4 w 6"/>
                  <a:gd name="T13" fmla="*/ 0 h 15"/>
                  <a:gd name="T14" fmla="*/ 6 w 6"/>
                  <a:gd name="T15" fmla="*/ 2 h 15"/>
                  <a:gd name="T16" fmla="*/ 6 w 6"/>
                  <a:gd name="T1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5">
                    <a:moveTo>
                      <a:pt x="6" y="14"/>
                    </a:moveTo>
                    <a:cubicBezTo>
                      <a:pt x="6" y="15"/>
                      <a:pt x="5" y="15"/>
                      <a:pt x="4" y="15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5"/>
                      <a:pt x="1" y="15"/>
                      <a:pt x="1" y="1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6" y="1"/>
                      <a:pt x="6" y="2"/>
                    </a:cubicBezTo>
                    <a:lnTo>
                      <a:pt x="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3" name="Freeform 45"/>
              <p:cNvSpPr/>
              <p:nvPr/>
            </p:nvSpPr>
            <p:spPr bwMode="auto">
              <a:xfrm>
                <a:off x="3890" y="1371"/>
                <a:ext cx="12" cy="57"/>
              </a:xfrm>
              <a:custGeom>
                <a:avLst/>
                <a:gdLst>
                  <a:gd name="T0" fmla="*/ 5 w 5"/>
                  <a:gd name="T1" fmla="*/ 23 h 24"/>
                  <a:gd name="T2" fmla="*/ 3 w 5"/>
                  <a:gd name="T3" fmla="*/ 24 h 24"/>
                  <a:gd name="T4" fmla="*/ 2 w 5"/>
                  <a:gd name="T5" fmla="*/ 24 h 24"/>
                  <a:gd name="T6" fmla="*/ 0 w 5"/>
                  <a:gd name="T7" fmla="*/ 23 h 24"/>
                  <a:gd name="T8" fmla="*/ 0 w 5"/>
                  <a:gd name="T9" fmla="*/ 1 h 24"/>
                  <a:gd name="T10" fmla="*/ 1 w 5"/>
                  <a:gd name="T11" fmla="*/ 0 h 24"/>
                  <a:gd name="T12" fmla="*/ 3 w 5"/>
                  <a:gd name="T13" fmla="*/ 0 h 24"/>
                  <a:gd name="T14" fmla="*/ 5 w 5"/>
                  <a:gd name="T15" fmla="*/ 1 h 24"/>
                  <a:gd name="T16" fmla="*/ 5 w 5"/>
                  <a:gd name="T17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24">
                    <a:moveTo>
                      <a:pt x="5" y="23"/>
                    </a:moveTo>
                    <a:cubicBezTo>
                      <a:pt x="5" y="23"/>
                      <a:pt x="4" y="24"/>
                      <a:pt x="3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1" y="24"/>
                      <a:pt x="0" y="24"/>
                      <a:pt x="0" y="2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5" y="1"/>
                    </a:cubicBezTo>
                    <a:lnTo>
                      <a:pt x="5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4" name="Freeform 46"/>
              <p:cNvSpPr/>
              <p:nvPr/>
            </p:nvSpPr>
            <p:spPr bwMode="auto">
              <a:xfrm>
                <a:off x="3852" y="1433"/>
                <a:ext cx="69" cy="11"/>
              </a:xfrm>
              <a:custGeom>
                <a:avLst/>
                <a:gdLst>
                  <a:gd name="T0" fmla="*/ 2 w 29"/>
                  <a:gd name="T1" fmla="*/ 5 h 5"/>
                  <a:gd name="T2" fmla="*/ 1 w 29"/>
                  <a:gd name="T3" fmla="*/ 4 h 5"/>
                  <a:gd name="T4" fmla="*/ 0 w 29"/>
                  <a:gd name="T5" fmla="*/ 2 h 5"/>
                  <a:gd name="T6" fmla="*/ 2 w 29"/>
                  <a:gd name="T7" fmla="*/ 1 h 5"/>
                  <a:gd name="T8" fmla="*/ 27 w 29"/>
                  <a:gd name="T9" fmla="*/ 0 h 5"/>
                  <a:gd name="T10" fmla="*/ 29 w 29"/>
                  <a:gd name="T11" fmla="*/ 2 h 5"/>
                  <a:gd name="T12" fmla="*/ 29 w 29"/>
                  <a:gd name="T13" fmla="*/ 3 h 5"/>
                  <a:gd name="T14" fmla="*/ 28 w 29"/>
                  <a:gd name="T15" fmla="*/ 5 h 5"/>
                  <a:gd name="T16" fmla="*/ 2 w 29"/>
                  <a:gd name="T1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">
                    <a:moveTo>
                      <a:pt x="2" y="5"/>
                    </a:moveTo>
                    <a:cubicBezTo>
                      <a:pt x="1" y="5"/>
                      <a:pt x="1" y="5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8" y="0"/>
                      <a:pt x="29" y="1"/>
                      <a:pt x="29" y="2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4"/>
                      <a:pt x="28" y="5"/>
                      <a:pt x="28" y="5"/>
                    </a:cubicBez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5" name="Freeform 47"/>
              <p:cNvSpPr/>
              <p:nvPr/>
            </p:nvSpPr>
            <p:spPr bwMode="auto">
              <a:xfrm>
                <a:off x="3904" y="1380"/>
                <a:ext cx="14" cy="48"/>
              </a:xfrm>
              <a:custGeom>
                <a:avLst/>
                <a:gdLst>
                  <a:gd name="T0" fmla="*/ 6 w 6"/>
                  <a:gd name="T1" fmla="*/ 18 h 20"/>
                  <a:gd name="T2" fmla="*/ 4 w 6"/>
                  <a:gd name="T3" fmla="*/ 20 h 20"/>
                  <a:gd name="T4" fmla="*/ 2 w 6"/>
                  <a:gd name="T5" fmla="*/ 20 h 20"/>
                  <a:gd name="T6" fmla="*/ 1 w 6"/>
                  <a:gd name="T7" fmla="*/ 18 h 20"/>
                  <a:gd name="T8" fmla="*/ 0 w 6"/>
                  <a:gd name="T9" fmla="*/ 2 h 20"/>
                  <a:gd name="T10" fmla="*/ 2 w 6"/>
                  <a:gd name="T11" fmla="*/ 0 h 20"/>
                  <a:gd name="T12" fmla="*/ 4 w 6"/>
                  <a:gd name="T13" fmla="*/ 0 h 20"/>
                  <a:gd name="T14" fmla="*/ 5 w 6"/>
                  <a:gd name="T15" fmla="*/ 2 h 20"/>
                  <a:gd name="T16" fmla="*/ 6 w 6"/>
                  <a:gd name="T17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20">
                    <a:moveTo>
                      <a:pt x="6" y="18"/>
                    </a:moveTo>
                    <a:cubicBezTo>
                      <a:pt x="6" y="19"/>
                      <a:pt x="5" y="20"/>
                      <a:pt x="4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2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6" name="Freeform 48"/>
              <p:cNvSpPr/>
              <p:nvPr/>
            </p:nvSpPr>
            <p:spPr bwMode="auto">
              <a:xfrm>
                <a:off x="3693" y="2220"/>
                <a:ext cx="12" cy="24"/>
              </a:xfrm>
              <a:custGeom>
                <a:avLst/>
                <a:gdLst>
                  <a:gd name="T0" fmla="*/ 5 w 5"/>
                  <a:gd name="T1" fmla="*/ 9 h 10"/>
                  <a:gd name="T2" fmla="*/ 4 w 5"/>
                  <a:gd name="T3" fmla="*/ 10 h 10"/>
                  <a:gd name="T4" fmla="*/ 2 w 5"/>
                  <a:gd name="T5" fmla="*/ 10 h 10"/>
                  <a:gd name="T6" fmla="*/ 1 w 5"/>
                  <a:gd name="T7" fmla="*/ 9 h 10"/>
                  <a:gd name="T8" fmla="*/ 0 w 5"/>
                  <a:gd name="T9" fmla="*/ 1 h 10"/>
                  <a:gd name="T10" fmla="*/ 2 w 5"/>
                  <a:gd name="T11" fmla="*/ 0 h 10"/>
                  <a:gd name="T12" fmla="*/ 3 w 5"/>
                  <a:gd name="T13" fmla="*/ 0 h 10"/>
                  <a:gd name="T14" fmla="*/ 5 w 5"/>
                  <a:gd name="T15" fmla="*/ 1 h 10"/>
                  <a:gd name="T16" fmla="*/ 5 w 5"/>
                  <a:gd name="T17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10">
                    <a:moveTo>
                      <a:pt x="5" y="9"/>
                    </a:moveTo>
                    <a:cubicBezTo>
                      <a:pt x="5" y="10"/>
                      <a:pt x="4" y="10"/>
                      <a:pt x="4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" y="10"/>
                      <a:pt x="1" y="10"/>
                      <a:pt x="1" y="9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1"/>
                      <a:pt x="5" y="1"/>
                    </a:cubicBezTo>
                    <a:lnTo>
                      <a:pt x="5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7" name="Freeform 49"/>
              <p:cNvSpPr/>
              <p:nvPr/>
            </p:nvSpPr>
            <p:spPr bwMode="auto">
              <a:xfrm>
                <a:off x="3710" y="2213"/>
                <a:ext cx="9" cy="31"/>
              </a:xfrm>
              <a:custGeom>
                <a:avLst/>
                <a:gdLst>
                  <a:gd name="T0" fmla="*/ 4 w 4"/>
                  <a:gd name="T1" fmla="*/ 12 h 13"/>
                  <a:gd name="T2" fmla="*/ 3 w 4"/>
                  <a:gd name="T3" fmla="*/ 13 h 13"/>
                  <a:gd name="T4" fmla="*/ 1 w 4"/>
                  <a:gd name="T5" fmla="*/ 13 h 13"/>
                  <a:gd name="T6" fmla="*/ 0 w 4"/>
                  <a:gd name="T7" fmla="*/ 12 h 13"/>
                  <a:gd name="T8" fmla="*/ 0 w 4"/>
                  <a:gd name="T9" fmla="*/ 1 h 13"/>
                  <a:gd name="T10" fmla="*/ 1 w 4"/>
                  <a:gd name="T11" fmla="*/ 0 h 13"/>
                  <a:gd name="T12" fmla="*/ 3 w 4"/>
                  <a:gd name="T13" fmla="*/ 0 h 13"/>
                  <a:gd name="T14" fmla="*/ 4 w 4"/>
                  <a:gd name="T15" fmla="*/ 1 h 13"/>
                  <a:gd name="T16" fmla="*/ 4 w 4"/>
                  <a:gd name="T17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3">
                    <a:moveTo>
                      <a:pt x="4" y="12"/>
                    </a:moveTo>
                    <a:cubicBezTo>
                      <a:pt x="4" y="12"/>
                      <a:pt x="4" y="13"/>
                      <a:pt x="3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3"/>
                      <a:pt x="0" y="1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1"/>
                      <a:pt x="4" y="1"/>
                    </a:cubicBezTo>
                    <a:lnTo>
                      <a:pt x="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8" name="Freeform 50"/>
              <p:cNvSpPr/>
              <p:nvPr/>
            </p:nvSpPr>
            <p:spPr bwMode="auto">
              <a:xfrm>
                <a:off x="3724" y="2204"/>
                <a:ext cx="12" cy="40"/>
              </a:xfrm>
              <a:custGeom>
                <a:avLst/>
                <a:gdLst>
                  <a:gd name="T0" fmla="*/ 5 w 5"/>
                  <a:gd name="T1" fmla="*/ 16 h 17"/>
                  <a:gd name="T2" fmla="*/ 3 w 5"/>
                  <a:gd name="T3" fmla="*/ 17 h 17"/>
                  <a:gd name="T4" fmla="*/ 2 w 5"/>
                  <a:gd name="T5" fmla="*/ 17 h 17"/>
                  <a:gd name="T6" fmla="*/ 0 w 5"/>
                  <a:gd name="T7" fmla="*/ 16 h 17"/>
                  <a:gd name="T8" fmla="*/ 0 w 5"/>
                  <a:gd name="T9" fmla="*/ 2 h 17"/>
                  <a:gd name="T10" fmla="*/ 1 w 5"/>
                  <a:gd name="T11" fmla="*/ 0 h 17"/>
                  <a:gd name="T12" fmla="*/ 3 w 5"/>
                  <a:gd name="T13" fmla="*/ 0 h 17"/>
                  <a:gd name="T14" fmla="*/ 4 w 5"/>
                  <a:gd name="T15" fmla="*/ 2 h 17"/>
                  <a:gd name="T16" fmla="*/ 5 w 5"/>
                  <a:gd name="T17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17">
                    <a:moveTo>
                      <a:pt x="5" y="16"/>
                    </a:moveTo>
                    <a:cubicBezTo>
                      <a:pt x="5" y="16"/>
                      <a:pt x="4" y="17"/>
                      <a:pt x="3" y="1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" y="17"/>
                      <a:pt x="0" y="16"/>
                      <a:pt x="0" y="1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1"/>
                      <a:pt x="4" y="2"/>
                    </a:cubicBezTo>
                    <a:lnTo>
                      <a:pt x="5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09" name="Freeform 51"/>
              <p:cNvSpPr/>
              <p:nvPr/>
            </p:nvSpPr>
            <p:spPr bwMode="auto">
              <a:xfrm>
                <a:off x="3693" y="2249"/>
                <a:ext cx="59" cy="9"/>
              </a:xfrm>
              <a:custGeom>
                <a:avLst/>
                <a:gdLst>
                  <a:gd name="T0" fmla="*/ 1 w 25"/>
                  <a:gd name="T1" fmla="*/ 4 h 4"/>
                  <a:gd name="T2" fmla="*/ 0 w 25"/>
                  <a:gd name="T3" fmla="*/ 3 h 4"/>
                  <a:gd name="T4" fmla="*/ 0 w 25"/>
                  <a:gd name="T5" fmla="*/ 2 h 4"/>
                  <a:gd name="T6" fmla="*/ 1 w 25"/>
                  <a:gd name="T7" fmla="*/ 0 h 4"/>
                  <a:gd name="T8" fmla="*/ 23 w 25"/>
                  <a:gd name="T9" fmla="*/ 0 h 4"/>
                  <a:gd name="T10" fmla="*/ 25 w 25"/>
                  <a:gd name="T11" fmla="*/ 1 h 4"/>
                  <a:gd name="T12" fmla="*/ 25 w 25"/>
                  <a:gd name="T13" fmla="*/ 2 h 4"/>
                  <a:gd name="T14" fmla="*/ 23 w 25"/>
                  <a:gd name="T15" fmla="*/ 4 h 4"/>
                  <a:gd name="T16" fmla="*/ 1 w 25"/>
                  <a:gd name="T1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4">
                    <a:moveTo>
                      <a:pt x="1" y="4"/>
                    </a:moveTo>
                    <a:cubicBezTo>
                      <a:pt x="0" y="4"/>
                      <a:pt x="0" y="4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5" y="0"/>
                      <a:pt x="25" y="1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3"/>
                      <a:pt x="24" y="4"/>
                      <a:pt x="23" y="4"/>
                    </a:cubicBezTo>
                    <a:lnTo>
                      <a:pt x="1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0" name="Freeform 52"/>
              <p:cNvSpPr/>
              <p:nvPr/>
            </p:nvSpPr>
            <p:spPr bwMode="auto">
              <a:xfrm>
                <a:off x="3738" y="2213"/>
                <a:ext cx="10" cy="31"/>
              </a:xfrm>
              <a:custGeom>
                <a:avLst/>
                <a:gdLst>
                  <a:gd name="T0" fmla="*/ 4 w 4"/>
                  <a:gd name="T1" fmla="*/ 11 h 13"/>
                  <a:gd name="T2" fmla="*/ 3 w 4"/>
                  <a:gd name="T3" fmla="*/ 13 h 13"/>
                  <a:gd name="T4" fmla="*/ 2 w 4"/>
                  <a:gd name="T5" fmla="*/ 13 h 13"/>
                  <a:gd name="T6" fmla="*/ 0 w 4"/>
                  <a:gd name="T7" fmla="*/ 11 h 13"/>
                  <a:gd name="T8" fmla="*/ 0 w 4"/>
                  <a:gd name="T9" fmla="*/ 1 h 13"/>
                  <a:gd name="T10" fmla="*/ 1 w 4"/>
                  <a:gd name="T11" fmla="*/ 0 h 13"/>
                  <a:gd name="T12" fmla="*/ 3 w 4"/>
                  <a:gd name="T13" fmla="*/ 0 h 13"/>
                  <a:gd name="T14" fmla="*/ 4 w 4"/>
                  <a:gd name="T15" fmla="*/ 1 h 13"/>
                  <a:gd name="T16" fmla="*/ 4 w 4"/>
                  <a:gd name="T17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3">
                    <a:moveTo>
                      <a:pt x="4" y="11"/>
                    </a:moveTo>
                    <a:cubicBezTo>
                      <a:pt x="4" y="12"/>
                      <a:pt x="4" y="13"/>
                      <a:pt x="3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0" y="12"/>
                      <a:pt x="0" y="1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4" y="1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1" name="Freeform 53"/>
              <p:cNvSpPr/>
              <p:nvPr/>
            </p:nvSpPr>
            <p:spPr bwMode="auto">
              <a:xfrm>
                <a:off x="3712" y="1608"/>
                <a:ext cx="10" cy="21"/>
              </a:xfrm>
              <a:custGeom>
                <a:avLst/>
                <a:gdLst>
                  <a:gd name="T0" fmla="*/ 3 w 4"/>
                  <a:gd name="T1" fmla="*/ 8 h 9"/>
                  <a:gd name="T2" fmla="*/ 2 w 4"/>
                  <a:gd name="T3" fmla="*/ 9 h 9"/>
                  <a:gd name="T4" fmla="*/ 1 w 4"/>
                  <a:gd name="T5" fmla="*/ 9 h 9"/>
                  <a:gd name="T6" fmla="*/ 0 w 4"/>
                  <a:gd name="T7" fmla="*/ 8 h 9"/>
                  <a:gd name="T8" fmla="*/ 0 w 4"/>
                  <a:gd name="T9" fmla="*/ 2 h 9"/>
                  <a:gd name="T10" fmla="*/ 1 w 4"/>
                  <a:gd name="T11" fmla="*/ 0 h 9"/>
                  <a:gd name="T12" fmla="*/ 3 w 4"/>
                  <a:gd name="T13" fmla="*/ 1 h 9"/>
                  <a:gd name="T14" fmla="*/ 4 w 4"/>
                  <a:gd name="T15" fmla="*/ 2 h 9"/>
                  <a:gd name="T16" fmla="*/ 3 w 4"/>
                  <a:gd name="T17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9">
                    <a:moveTo>
                      <a:pt x="3" y="8"/>
                    </a:moveTo>
                    <a:cubicBezTo>
                      <a:pt x="3" y="9"/>
                      <a:pt x="3" y="9"/>
                      <a:pt x="2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9"/>
                      <a:pt x="0" y="8"/>
                      <a:pt x="0" y="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1"/>
                      <a:pt x="4" y="2"/>
                    </a:cubicBezTo>
                    <a:lnTo>
                      <a:pt x="3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2" name="Freeform 54"/>
              <p:cNvSpPr/>
              <p:nvPr/>
            </p:nvSpPr>
            <p:spPr bwMode="auto">
              <a:xfrm>
                <a:off x="3724" y="1603"/>
                <a:ext cx="9" cy="26"/>
              </a:xfrm>
              <a:custGeom>
                <a:avLst/>
                <a:gdLst>
                  <a:gd name="T0" fmla="*/ 4 w 4"/>
                  <a:gd name="T1" fmla="*/ 10 h 11"/>
                  <a:gd name="T2" fmla="*/ 2 w 4"/>
                  <a:gd name="T3" fmla="*/ 11 h 11"/>
                  <a:gd name="T4" fmla="*/ 1 w 4"/>
                  <a:gd name="T5" fmla="*/ 11 h 11"/>
                  <a:gd name="T6" fmla="*/ 0 w 4"/>
                  <a:gd name="T7" fmla="*/ 10 h 11"/>
                  <a:gd name="T8" fmla="*/ 0 w 4"/>
                  <a:gd name="T9" fmla="*/ 2 h 11"/>
                  <a:gd name="T10" fmla="*/ 2 w 4"/>
                  <a:gd name="T11" fmla="*/ 0 h 11"/>
                  <a:gd name="T12" fmla="*/ 3 w 4"/>
                  <a:gd name="T13" fmla="*/ 0 h 11"/>
                  <a:gd name="T14" fmla="*/ 4 w 4"/>
                  <a:gd name="T15" fmla="*/ 2 h 11"/>
                  <a:gd name="T16" fmla="*/ 4 w 4"/>
                  <a:gd name="T17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1">
                    <a:moveTo>
                      <a:pt x="4" y="10"/>
                    </a:moveTo>
                    <a:cubicBezTo>
                      <a:pt x="4" y="11"/>
                      <a:pt x="3" y="11"/>
                      <a:pt x="2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1"/>
                      <a:pt x="4" y="1"/>
                      <a:pt x="4" y="2"/>
                    </a:cubicBezTo>
                    <a:lnTo>
                      <a:pt x="4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3" name="Freeform 55"/>
              <p:cNvSpPr/>
              <p:nvPr/>
            </p:nvSpPr>
            <p:spPr bwMode="auto">
              <a:xfrm>
                <a:off x="3736" y="1599"/>
                <a:ext cx="12" cy="33"/>
              </a:xfrm>
              <a:custGeom>
                <a:avLst/>
                <a:gdLst>
                  <a:gd name="T0" fmla="*/ 4 w 5"/>
                  <a:gd name="T1" fmla="*/ 13 h 14"/>
                  <a:gd name="T2" fmla="*/ 3 w 5"/>
                  <a:gd name="T3" fmla="*/ 14 h 14"/>
                  <a:gd name="T4" fmla="*/ 1 w 5"/>
                  <a:gd name="T5" fmla="*/ 14 h 14"/>
                  <a:gd name="T6" fmla="*/ 0 w 5"/>
                  <a:gd name="T7" fmla="*/ 12 h 14"/>
                  <a:gd name="T8" fmla="*/ 1 w 5"/>
                  <a:gd name="T9" fmla="*/ 1 h 14"/>
                  <a:gd name="T10" fmla="*/ 2 w 5"/>
                  <a:gd name="T11" fmla="*/ 0 h 14"/>
                  <a:gd name="T12" fmla="*/ 3 w 5"/>
                  <a:gd name="T13" fmla="*/ 0 h 14"/>
                  <a:gd name="T14" fmla="*/ 5 w 5"/>
                  <a:gd name="T15" fmla="*/ 1 h 14"/>
                  <a:gd name="T16" fmla="*/ 4 w 5"/>
                  <a:gd name="T17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14">
                    <a:moveTo>
                      <a:pt x="4" y="13"/>
                    </a:moveTo>
                    <a:cubicBezTo>
                      <a:pt x="4" y="13"/>
                      <a:pt x="3" y="14"/>
                      <a:pt x="3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5" y="1"/>
                    </a:cubicBezTo>
                    <a:lnTo>
                      <a:pt x="4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4" name="Freeform 56"/>
              <p:cNvSpPr/>
              <p:nvPr/>
            </p:nvSpPr>
            <p:spPr bwMode="auto">
              <a:xfrm>
                <a:off x="3707" y="1632"/>
                <a:ext cx="50" cy="12"/>
              </a:xfrm>
              <a:custGeom>
                <a:avLst/>
                <a:gdLst>
                  <a:gd name="T0" fmla="*/ 2 w 21"/>
                  <a:gd name="T1" fmla="*/ 4 h 5"/>
                  <a:gd name="T2" fmla="*/ 1 w 21"/>
                  <a:gd name="T3" fmla="*/ 3 h 5"/>
                  <a:gd name="T4" fmla="*/ 1 w 21"/>
                  <a:gd name="T5" fmla="*/ 1 h 5"/>
                  <a:gd name="T6" fmla="*/ 2 w 21"/>
                  <a:gd name="T7" fmla="*/ 0 h 5"/>
                  <a:gd name="T8" fmla="*/ 20 w 21"/>
                  <a:gd name="T9" fmla="*/ 2 h 5"/>
                  <a:gd name="T10" fmla="*/ 21 w 21"/>
                  <a:gd name="T11" fmla="*/ 3 h 5"/>
                  <a:gd name="T12" fmla="*/ 21 w 21"/>
                  <a:gd name="T13" fmla="*/ 4 h 5"/>
                  <a:gd name="T14" fmla="*/ 20 w 21"/>
                  <a:gd name="T15" fmla="*/ 5 h 5"/>
                  <a:gd name="T16" fmla="*/ 2 w 21"/>
                  <a:gd name="T17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5">
                    <a:moveTo>
                      <a:pt x="2" y="4"/>
                    </a:moveTo>
                    <a:cubicBezTo>
                      <a:pt x="1" y="4"/>
                      <a:pt x="0" y="3"/>
                      <a:pt x="1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1" y="2"/>
                      <a:pt x="21" y="2"/>
                      <a:pt x="21" y="3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5"/>
                      <a:pt x="20" y="5"/>
                    </a:cubicBez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5" name="Freeform 57"/>
              <p:cNvSpPr/>
              <p:nvPr/>
            </p:nvSpPr>
            <p:spPr bwMode="auto">
              <a:xfrm>
                <a:off x="3748" y="1606"/>
                <a:ext cx="9" cy="26"/>
              </a:xfrm>
              <a:custGeom>
                <a:avLst/>
                <a:gdLst>
                  <a:gd name="T0" fmla="*/ 4 w 4"/>
                  <a:gd name="T1" fmla="*/ 10 h 11"/>
                  <a:gd name="T2" fmla="*/ 3 w 4"/>
                  <a:gd name="T3" fmla="*/ 11 h 11"/>
                  <a:gd name="T4" fmla="*/ 1 w 4"/>
                  <a:gd name="T5" fmla="*/ 11 h 11"/>
                  <a:gd name="T6" fmla="*/ 0 w 4"/>
                  <a:gd name="T7" fmla="*/ 10 h 11"/>
                  <a:gd name="T8" fmla="*/ 1 w 4"/>
                  <a:gd name="T9" fmla="*/ 1 h 11"/>
                  <a:gd name="T10" fmla="*/ 2 w 4"/>
                  <a:gd name="T11" fmla="*/ 0 h 11"/>
                  <a:gd name="T12" fmla="*/ 3 w 4"/>
                  <a:gd name="T13" fmla="*/ 0 h 11"/>
                  <a:gd name="T14" fmla="*/ 4 w 4"/>
                  <a:gd name="T15" fmla="*/ 1 h 11"/>
                  <a:gd name="T16" fmla="*/ 4 w 4"/>
                  <a:gd name="T17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1">
                    <a:moveTo>
                      <a:pt x="4" y="10"/>
                    </a:moveTo>
                    <a:cubicBezTo>
                      <a:pt x="4" y="11"/>
                      <a:pt x="3" y="11"/>
                      <a:pt x="3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0" y="10"/>
                      <a:pt x="0" y="1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1"/>
                      <a:pt x="4" y="1"/>
                    </a:cubicBezTo>
                    <a:lnTo>
                      <a:pt x="4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6" name="Freeform 58"/>
              <p:cNvSpPr/>
              <p:nvPr/>
            </p:nvSpPr>
            <p:spPr bwMode="auto">
              <a:xfrm>
                <a:off x="3831" y="1786"/>
                <a:ext cx="26" cy="17"/>
              </a:xfrm>
              <a:custGeom>
                <a:avLst/>
                <a:gdLst>
                  <a:gd name="T0" fmla="*/ 5 w 11"/>
                  <a:gd name="T1" fmla="*/ 7 h 7"/>
                  <a:gd name="T2" fmla="*/ 6 w 11"/>
                  <a:gd name="T3" fmla="*/ 7 h 7"/>
                  <a:gd name="T4" fmla="*/ 9 w 11"/>
                  <a:gd name="T5" fmla="*/ 7 h 7"/>
                  <a:gd name="T6" fmla="*/ 11 w 11"/>
                  <a:gd name="T7" fmla="*/ 1 h 7"/>
                  <a:gd name="T8" fmla="*/ 10 w 11"/>
                  <a:gd name="T9" fmla="*/ 0 h 7"/>
                  <a:gd name="T10" fmla="*/ 6 w 11"/>
                  <a:gd name="T11" fmla="*/ 0 h 7"/>
                  <a:gd name="T12" fmla="*/ 5 w 11"/>
                  <a:gd name="T13" fmla="*/ 0 h 7"/>
                  <a:gd name="T14" fmla="*/ 1 w 11"/>
                  <a:gd name="T15" fmla="*/ 0 h 7"/>
                  <a:gd name="T16" fmla="*/ 0 w 11"/>
                  <a:gd name="T17" fmla="*/ 1 h 7"/>
                  <a:gd name="T18" fmla="*/ 2 w 11"/>
                  <a:gd name="T19" fmla="*/ 7 h 7"/>
                  <a:gd name="T20" fmla="*/ 5 w 11"/>
                  <a:gd name="T2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7">
                    <a:moveTo>
                      <a:pt x="5" y="7"/>
                    </a:moveTo>
                    <a:cubicBezTo>
                      <a:pt x="6" y="7"/>
                      <a:pt x="6" y="7"/>
                      <a:pt x="6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0" y="0"/>
                      <a:pt x="10" y="0"/>
                    </a:cubicBezTo>
                    <a:cubicBezTo>
                      <a:pt x="9" y="0"/>
                      <a:pt x="8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2" y="7"/>
                      <a:pt x="2" y="7"/>
                      <a:pt x="2" y="7"/>
                    </a:cubicBezTo>
                    <a:lnTo>
                      <a:pt x="5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7" name="Freeform 59"/>
              <p:cNvSpPr>
                <a:spLocks noEditPoints="1"/>
              </p:cNvSpPr>
              <p:nvPr/>
            </p:nvSpPr>
            <p:spPr bwMode="auto">
              <a:xfrm>
                <a:off x="3816" y="1805"/>
                <a:ext cx="55" cy="64"/>
              </a:xfrm>
              <a:custGeom>
                <a:avLst/>
                <a:gdLst>
                  <a:gd name="T0" fmla="*/ 8 w 23"/>
                  <a:gd name="T1" fmla="*/ 0 h 27"/>
                  <a:gd name="T2" fmla="*/ 0 w 23"/>
                  <a:gd name="T3" fmla="*/ 20 h 27"/>
                  <a:gd name="T4" fmla="*/ 16 w 23"/>
                  <a:gd name="T5" fmla="*/ 27 h 27"/>
                  <a:gd name="T6" fmla="*/ 23 w 23"/>
                  <a:gd name="T7" fmla="*/ 12 h 27"/>
                  <a:gd name="T8" fmla="*/ 15 w 23"/>
                  <a:gd name="T9" fmla="*/ 8 h 27"/>
                  <a:gd name="T10" fmla="*/ 14 w 23"/>
                  <a:gd name="T11" fmla="*/ 8 h 27"/>
                  <a:gd name="T12" fmla="*/ 12 w 23"/>
                  <a:gd name="T13" fmla="*/ 8 h 27"/>
                  <a:gd name="T14" fmla="*/ 10 w 23"/>
                  <a:gd name="T15" fmla="*/ 10 h 27"/>
                  <a:gd name="T16" fmla="*/ 12 w 23"/>
                  <a:gd name="T17" fmla="*/ 11 h 27"/>
                  <a:gd name="T18" fmla="*/ 15 w 23"/>
                  <a:gd name="T19" fmla="*/ 15 h 27"/>
                  <a:gd name="T20" fmla="*/ 15 w 23"/>
                  <a:gd name="T21" fmla="*/ 17 h 27"/>
                  <a:gd name="T22" fmla="*/ 13 w 23"/>
                  <a:gd name="T23" fmla="*/ 18 h 27"/>
                  <a:gd name="T24" fmla="*/ 13 w 23"/>
                  <a:gd name="T25" fmla="*/ 19 h 27"/>
                  <a:gd name="T26" fmla="*/ 11 w 23"/>
                  <a:gd name="T27" fmla="*/ 19 h 27"/>
                  <a:gd name="T28" fmla="*/ 11 w 23"/>
                  <a:gd name="T29" fmla="*/ 19 h 27"/>
                  <a:gd name="T30" fmla="*/ 9 w 23"/>
                  <a:gd name="T31" fmla="*/ 18 h 27"/>
                  <a:gd name="T32" fmla="*/ 8 w 23"/>
                  <a:gd name="T33" fmla="*/ 17 h 27"/>
                  <a:gd name="T34" fmla="*/ 8 w 23"/>
                  <a:gd name="T35" fmla="*/ 16 h 27"/>
                  <a:gd name="T36" fmla="*/ 9 w 23"/>
                  <a:gd name="T37" fmla="*/ 16 h 27"/>
                  <a:gd name="T38" fmla="*/ 10 w 23"/>
                  <a:gd name="T39" fmla="*/ 16 h 27"/>
                  <a:gd name="T40" fmla="*/ 12 w 23"/>
                  <a:gd name="T41" fmla="*/ 16 h 27"/>
                  <a:gd name="T42" fmla="*/ 13 w 23"/>
                  <a:gd name="T43" fmla="*/ 16 h 27"/>
                  <a:gd name="T44" fmla="*/ 13 w 23"/>
                  <a:gd name="T45" fmla="*/ 14 h 27"/>
                  <a:gd name="T46" fmla="*/ 12 w 23"/>
                  <a:gd name="T47" fmla="*/ 13 h 27"/>
                  <a:gd name="T48" fmla="*/ 10 w 23"/>
                  <a:gd name="T49" fmla="*/ 12 h 27"/>
                  <a:gd name="T50" fmla="*/ 9 w 23"/>
                  <a:gd name="T51" fmla="*/ 11 h 27"/>
                  <a:gd name="T52" fmla="*/ 9 w 23"/>
                  <a:gd name="T53" fmla="*/ 8 h 27"/>
                  <a:gd name="T54" fmla="*/ 11 w 23"/>
                  <a:gd name="T55" fmla="*/ 6 h 27"/>
                  <a:gd name="T56" fmla="*/ 12 w 23"/>
                  <a:gd name="T57" fmla="*/ 5 h 27"/>
                  <a:gd name="T58" fmla="*/ 13 w 23"/>
                  <a:gd name="T59" fmla="*/ 6 h 27"/>
                  <a:gd name="T60" fmla="*/ 13 w 23"/>
                  <a:gd name="T61" fmla="*/ 7 h 27"/>
                  <a:gd name="T62" fmla="*/ 14 w 23"/>
                  <a:gd name="T63" fmla="*/ 7 h 27"/>
                  <a:gd name="T64" fmla="*/ 15 w 23"/>
                  <a:gd name="T65" fmla="*/ 7 h 27"/>
                  <a:gd name="T66" fmla="*/ 15 w 23"/>
                  <a:gd name="T67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3" h="27">
                    <a:moveTo>
                      <a:pt x="15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9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24"/>
                      <a:pt x="4" y="27"/>
                      <a:pt x="8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20" y="27"/>
                      <a:pt x="23" y="24"/>
                      <a:pt x="23" y="20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8"/>
                      <a:pt x="19" y="0"/>
                      <a:pt x="15" y="0"/>
                    </a:cubicBezTo>
                    <a:close/>
                    <a:moveTo>
                      <a:pt x="15" y="8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2" y="8"/>
                      <a:pt x="11" y="8"/>
                      <a:pt x="11" y="9"/>
                    </a:cubicBezTo>
                    <a:cubicBezTo>
                      <a:pt x="10" y="9"/>
                      <a:pt x="10" y="9"/>
                      <a:pt x="10" y="10"/>
                    </a:cubicBezTo>
                    <a:cubicBezTo>
                      <a:pt x="10" y="10"/>
                      <a:pt x="10" y="10"/>
                      <a:pt x="11" y="11"/>
                    </a:cubicBezTo>
                    <a:cubicBezTo>
                      <a:pt x="11" y="11"/>
                      <a:pt x="12" y="11"/>
                      <a:pt x="12" y="11"/>
                    </a:cubicBezTo>
                    <a:cubicBezTo>
                      <a:pt x="13" y="12"/>
                      <a:pt x="14" y="12"/>
                      <a:pt x="15" y="13"/>
                    </a:cubicBezTo>
                    <a:cubicBezTo>
                      <a:pt x="15" y="13"/>
                      <a:pt x="15" y="14"/>
                      <a:pt x="15" y="15"/>
                    </a:cubicBezTo>
                    <a:cubicBezTo>
                      <a:pt x="15" y="15"/>
                      <a:pt x="15" y="16"/>
                      <a:pt x="15" y="16"/>
                    </a:cubicBezTo>
                    <a:cubicBezTo>
                      <a:pt x="15" y="16"/>
                      <a:pt x="15" y="17"/>
                      <a:pt x="15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3" y="17"/>
                      <a:pt x="13" y="18"/>
                      <a:pt x="13" y="18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3" y="19"/>
                      <a:pt x="13" y="19"/>
                      <a:pt x="12" y="19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0" y="18"/>
                      <a:pt x="10" y="18"/>
                      <a:pt x="9" y="18"/>
                    </a:cubicBezTo>
                    <a:cubicBezTo>
                      <a:pt x="9" y="18"/>
                      <a:pt x="8" y="17"/>
                      <a:pt x="8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6"/>
                      <a:pt x="8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0" y="16"/>
                      <a:pt x="11" y="16"/>
                      <a:pt x="11" y="16"/>
                    </a:cubicBezTo>
                    <a:cubicBezTo>
                      <a:pt x="11" y="16"/>
                      <a:pt x="12" y="16"/>
                      <a:pt x="12" y="16"/>
                    </a:cubicBezTo>
                    <a:cubicBezTo>
                      <a:pt x="12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5"/>
                      <a:pt x="13" y="14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3" y="13"/>
                      <a:pt x="12" y="13"/>
                    </a:cubicBezTo>
                    <a:cubicBezTo>
                      <a:pt x="12" y="13"/>
                      <a:pt x="12" y="13"/>
                      <a:pt x="11" y="13"/>
                    </a:cubicBezTo>
                    <a:cubicBezTo>
                      <a:pt x="11" y="13"/>
                      <a:pt x="11" y="13"/>
                      <a:pt x="10" y="12"/>
                    </a:cubicBezTo>
                    <a:cubicBezTo>
                      <a:pt x="10" y="12"/>
                      <a:pt x="10" y="12"/>
                      <a:pt x="9" y="1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8" y="10"/>
                      <a:pt x="8" y="10"/>
                    </a:cubicBezTo>
                    <a:cubicBezTo>
                      <a:pt x="8" y="9"/>
                      <a:pt x="9" y="8"/>
                      <a:pt x="9" y="8"/>
                    </a:cubicBezTo>
                    <a:cubicBezTo>
                      <a:pt x="9" y="7"/>
                      <a:pt x="10" y="7"/>
                      <a:pt x="11" y="7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5"/>
                      <a:pt x="12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5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8"/>
                      <a:pt x="15" y="8"/>
                      <a:pt x="1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8" name="Freeform 60"/>
              <p:cNvSpPr/>
              <p:nvPr/>
            </p:nvSpPr>
            <p:spPr bwMode="auto">
              <a:xfrm>
                <a:off x="3854" y="1798"/>
                <a:ext cx="22" cy="17"/>
              </a:xfrm>
              <a:custGeom>
                <a:avLst/>
                <a:gdLst>
                  <a:gd name="T0" fmla="*/ 9 w 9"/>
                  <a:gd name="T1" fmla="*/ 4 h 7"/>
                  <a:gd name="T2" fmla="*/ 0 w 9"/>
                  <a:gd name="T3" fmla="*/ 2 h 7"/>
                  <a:gd name="T4" fmla="*/ 0 w 9"/>
                  <a:gd name="T5" fmla="*/ 2 h 7"/>
                  <a:gd name="T6" fmla="*/ 0 w 9"/>
                  <a:gd name="T7" fmla="*/ 2 h 7"/>
                  <a:gd name="T8" fmla="*/ 0 w 9"/>
                  <a:gd name="T9" fmla="*/ 2 h 7"/>
                  <a:gd name="T10" fmla="*/ 0 w 9"/>
                  <a:gd name="T11" fmla="*/ 2 h 7"/>
                  <a:gd name="T12" fmla="*/ 0 w 9"/>
                  <a:gd name="T13" fmla="*/ 2 h 7"/>
                  <a:gd name="T14" fmla="*/ 7 w 9"/>
                  <a:gd name="T15" fmla="*/ 7 h 7"/>
                  <a:gd name="T16" fmla="*/ 8 w 9"/>
                  <a:gd name="T17" fmla="*/ 7 h 7"/>
                  <a:gd name="T18" fmla="*/ 3 w 9"/>
                  <a:gd name="T19" fmla="*/ 2 h 7"/>
                  <a:gd name="T20" fmla="*/ 8 w 9"/>
                  <a:gd name="T21" fmla="*/ 4 h 7"/>
                  <a:gd name="T22" fmla="*/ 9 w 9"/>
                  <a:gd name="T2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7">
                    <a:moveTo>
                      <a:pt x="9" y="4"/>
                    </a:moveTo>
                    <a:cubicBezTo>
                      <a:pt x="6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5" y="3"/>
                      <a:pt x="7" y="7"/>
                      <a:pt x="7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7" y="4"/>
                      <a:pt x="5" y="3"/>
                      <a:pt x="3" y="2"/>
                    </a:cubicBezTo>
                    <a:cubicBezTo>
                      <a:pt x="6" y="3"/>
                      <a:pt x="8" y="4"/>
                      <a:pt x="8" y="4"/>
                    </a:cubicBezTo>
                    <a:cubicBezTo>
                      <a:pt x="9" y="4"/>
                      <a:pt x="9" y="4"/>
                      <a:pt x="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19" name="Freeform 61"/>
              <p:cNvSpPr>
                <a:spLocks noEditPoints="1"/>
              </p:cNvSpPr>
              <p:nvPr/>
            </p:nvSpPr>
            <p:spPr bwMode="auto">
              <a:xfrm>
                <a:off x="4032" y="2524"/>
                <a:ext cx="99" cy="83"/>
              </a:xfrm>
              <a:custGeom>
                <a:avLst/>
                <a:gdLst>
                  <a:gd name="T0" fmla="*/ 35 w 42"/>
                  <a:gd name="T1" fmla="*/ 6 h 35"/>
                  <a:gd name="T2" fmla="*/ 35 w 42"/>
                  <a:gd name="T3" fmla="*/ 6 h 35"/>
                  <a:gd name="T4" fmla="*/ 34 w 42"/>
                  <a:gd name="T5" fmla="*/ 5 h 35"/>
                  <a:gd name="T6" fmla="*/ 30 w 42"/>
                  <a:gd name="T7" fmla="*/ 5 h 35"/>
                  <a:gd name="T8" fmla="*/ 30 w 42"/>
                  <a:gd name="T9" fmla="*/ 6 h 35"/>
                  <a:gd name="T10" fmla="*/ 28 w 42"/>
                  <a:gd name="T11" fmla="*/ 6 h 35"/>
                  <a:gd name="T12" fmla="*/ 27 w 42"/>
                  <a:gd name="T13" fmla="*/ 4 h 35"/>
                  <a:gd name="T14" fmla="*/ 22 w 42"/>
                  <a:gd name="T15" fmla="*/ 0 h 35"/>
                  <a:gd name="T16" fmla="*/ 19 w 42"/>
                  <a:gd name="T17" fmla="*/ 0 h 35"/>
                  <a:gd name="T18" fmla="*/ 14 w 42"/>
                  <a:gd name="T19" fmla="*/ 4 h 35"/>
                  <a:gd name="T20" fmla="*/ 14 w 42"/>
                  <a:gd name="T21" fmla="*/ 7 h 35"/>
                  <a:gd name="T22" fmla="*/ 12 w 42"/>
                  <a:gd name="T23" fmla="*/ 7 h 35"/>
                  <a:gd name="T24" fmla="*/ 11 w 42"/>
                  <a:gd name="T25" fmla="*/ 6 h 35"/>
                  <a:gd name="T26" fmla="*/ 7 w 42"/>
                  <a:gd name="T27" fmla="*/ 6 h 35"/>
                  <a:gd name="T28" fmla="*/ 6 w 42"/>
                  <a:gd name="T29" fmla="*/ 7 h 35"/>
                  <a:gd name="T30" fmla="*/ 6 w 42"/>
                  <a:gd name="T31" fmla="*/ 7 h 35"/>
                  <a:gd name="T32" fmla="*/ 0 w 42"/>
                  <a:gd name="T33" fmla="*/ 14 h 35"/>
                  <a:gd name="T34" fmla="*/ 0 w 42"/>
                  <a:gd name="T35" fmla="*/ 28 h 35"/>
                  <a:gd name="T36" fmla="*/ 8 w 42"/>
                  <a:gd name="T37" fmla="*/ 35 h 35"/>
                  <a:gd name="T38" fmla="*/ 34 w 42"/>
                  <a:gd name="T39" fmla="*/ 35 h 35"/>
                  <a:gd name="T40" fmla="*/ 41 w 42"/>
                  <a:gd name="T41" fmla="*/ 27 h 35"/>
                  <a:gd name="T42" fmla="*/ 41 w 42"/>
                  <a:gd name="T43" fmla="*/ 13 h 35"/>
                  <a:gd name="T44" fmla="*/ 35 w 42"/>
                  <a:gd name="T45" fmla="*/ 6 h 35"/>
                  <a:gd name="T46" fmla="*/ 16 w 42"/>
                  <a:gd name="T47" fmla="*/ 4 h 35"/>
                  <a:gd name="T48" fmla="*/ 19 w 42"/>
                  <a:gd name="T49" fmla="*/ 3 h 35"/>
                  <a:gd name="T50" fmla="*/ 22 w 42"/>
                  <a:gd name="T51" fmla="*/ 3 h 35"/>
                  <a:gd name="T52" fmla="*/ 25 w 42"/>
                  <a:gd name="T53" fmla="*/ 4 h 35"/>
                  <a:gd name="T54" fmla="*/ 25 w 42"/>
                  <a:gd name="T55" fmla="*/ 6 h 35"/>
                  <a:gd name="T56" fmla="*/ 16 w 42"/>
                  <a:gd name="T57" fmla="*/ 7 h 35"/>
                  <a:gd name="T58" fmla="*/ 16 w 42"/>
                  <a:gd name="T59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2" h="35">
                    <a:moveTo>
                      <a:pt x="35" y="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4" y="5"/>
                      <a:pt x="34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5"/>
                      <a:pt x="30" y="6"/>
                      <a:pt x="30" y="6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1"/>
                      <a:pt x="25" y="0"/>
                      <a:pt x="22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6" y="1"/>
                      <a:pt x="14" y="1"/>
                      <a:pt x="14" y="4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6"/>
                      <a:pt x="11" y="6"/>
                      <a:pt x="11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6" y="6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3" y="8"/>
                      <a:pt x="0" y="11"/>
                      <a:pt x="0" y="1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2"/>
                      <a:pt x="4" y="35"/>
                      <a:pt x="8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8" y="35"/>
                      <a:pt x="42" y="31"/>
                      <a:pt x="41" y="27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0"/>
                      <a:pt x="38" y="7"/>
                      <a:pt x="35" y="6"/>
                    </a:cubicBezTo>
                    <a:close/>
                    <a:moveTo>
                      <a:pt x="16" y="4"/>
                    </a:moveTo>
                    <a:cubicBezTo>
                      <a:pt x="16" y="4"/>
                      <a:pt x="16" y="3"/>
                      <a:pt x="19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5" y="3"/>
                      <a:pt x="25" y="3"/>
                      <a:pt x="25" y="4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16" y="7"/>
                      <a:pt x="16" y="7"/>
                      <a:pt x="16" y="7"/>
                    </a:cubicBezTo>
                    <a:lnTo>
                      <a:pt x="16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0" name="Freeform 62"/>
              <p:cNvSpPr>
                <a:spLocks noEditPoints="1"/>
              </p:cNvSpPr>
              <p:nvPr/>
            </p:nvSpPr>
            <p:spPr bwMode="auto">
              <a:xfrm>
                <a:off x="4179" y="2624"/>
                <a:ext cx="71" cy="62"/>
              </a:xfrm>
              <a:custGeom>
                <a:avLst/>
                <a:gdLst>
                  <a:gd name="T0" fmla="*/ 25 w 30"/>
                  <a:gd name="T1" fmla="*/ 4 h 26"/>
                  <a:gd name="T2" fmla="*/ 26 w 30"/>
                  <a:gd name="T3" fmla="*/ 4 h 26"/>
                  <a:gd name="T4" fmla="*/ 25 w 30"/>
                  <a:gd name="T5" fmla="*/ 4 h 26"/>
                  <a:gd name="T6" fmla="*/ 22 w 30"/>
                  <a:gd name="T7" fmla="*/ 4 h 26"/>
                  <a:gd name="T8" fmla="*/ 21 w 30"/>
                  <a:gd name="T9" fmla="*/ 4 h 26"/>
                  <a:gd name="T10" fmla="*/ 20 w 30"/>
                  <a:gd name="T11" fmla="*/ 4 h 26"/>
                  <a:gd name="T12" fmla="*/ 20 w 30"/>
                  <a:gd name="T13" fmla="*/ 3 h 26"/>
                  <a:gd name="T14" fmla="*/ 16 w 30"/>
                  <a:gd name="T15" fmla="*/ 0 h 26"/>
                  <a:gd name="T16" fmla="*/ 13 w 30"/>
                  <a:gd name="T17" fmla="*/ 0 h 26"/>
                  <a:gd name="T18" fmla="*/ 10 w 30"/>
                  <a:gd name="T19" fmla="*/ 3 h 26"/>
                  <a:gd name="T20" fmla="*/ 10 w 30"/>
                  <a:gd name="T21" fmla="*/ 5 h 26"/>
                  <a:gd name="T22" fmla="*/ 8 w 30"/>
                  <a:gd name="T23" fmla="*/ 5 h 26"/>
                  <a:gd name="T24" fmla="*/ 8 w 30"/>
                  <a:gd name="T25" fmla="*/ 4 h 26"/>
                  <a:gd name="T26" fmla="*/ 5 w 30"/>
                  <a:gd name="T27" fmla="*/ 4 h 26"/>
                  <a:gd name="T28" fmla="*/ 4 w 30"/>
                  <a:gd name="T29" fmla="*/ 5 h 26"/>
                  <a:gd name="T30" fmla="*/ 4 w 30"/>
                  <a:gd name="T31" fmla="*/ 5 h 26"/>
                  <a:gd name="T32" fmla="*/ 0 w 30"/>
                  <a:gd name="T33" fmla="*/ 10 h 26"/>
                  <a:gd name="T34" fmla="*/ 0 w 30"/>
                  <a:gd name="T35" fmla="*/ 21 h 26"/>
                  <a:gd name="T36" fmla="*/ 5 w 30"/>
                  <a:gd name="T37" fmla="*/ 26 h 26"/>
                  <a:gd name="T38" fmla="*/ 25 w 30"/>
                  <a:gd name="T39" fmla="*/ 25 h 26"/>
                  <a:gd name="T40" fmla="*/ 30 w 30"/>
                  <a:gd name="T41" fmla="*/ 20 h 26"/>
                  <a:gd name="T42" fmla="*/ 30 w 30"/>
                  <a:gd name="T43" fmla="*/ 10 h 26"/>
                  <a:gd name="T44" fmla="*/ 25 w 30"/>
                  <a:gd name="T45" fmla="*/ 4 h 26"/>
                  <a:gd name="T46" fmla="*/ 12 w 30"/>
                  <a:gd name="T47" fmla="*/ 3 h 26"/>
                  <a:gd name="T48" fmla="*/ 13 w 30"/>
                  <a:gd name="T49" fmla="*/ 2 h 26"/>
                  <a:gd name="T50" fmla="*/ 16 w 30"/>
                  <a:gd name="T51" fmla="*/ 2 h 26"/>
                  <a:gd name="T52" fmla="*/ 18 w 30"/>
                  <a:gd name="T53" fmla="*/ 3 h 26"/>
                  <a:gd name="T54" fmla="*/ 18 w 30"/>
                  <a:gd name="T55" fmla="*/ 5 h 26"/>
                  <a:gd name="T56" fmla="*/ 12 w 30"/>
                  <a:gd name="T57" fmla="*/ 5 h 26"/>
                  <a:gd name="T58" fmla="*/ 12 w 30"/>
                  <a:gd name="T59" fmla="*/ 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26">
                    <a:moveTo>
                      <a:pt x="25" y="4"/>
                    </a:moveTo>
                    <a:cubicBezTo>
                      <a:pt x="25" y="4"/>
                      <a:pt x="26" y="4"/>
                      <a:pt x="26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4"/>
                      <a:pt x="21" y="4"/>
                      <a:pt x="21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1"/>
                      <a:pt x="18" y="0"/>
                      <a:pt x="16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10" y="1"/>
                      <a:pt x="10" y="3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4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2" y="5"/>
                      <a:pt x="0" y="8"/>
                      <a:pt x="0" y="1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4"/>
                      <a:pt x="2" y="26"/>
                      <a:pt x="5" y="26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8" y="25"/>
                      <a:pt x="30" y="23"/>
                      <a:pt x="30" y="2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7"/>
                      <a:pt x="28" y="5"/>
                      <a:pt x="25" y="4"/>
                    </a:cubicBezTo>
                    <a:close/>
                    <a:moveTo>
                      <a:pt x="12" y="3"/>
                    </a:moveTo>
                    <a:cubicBezTo>
                      <a:pt x="12" y="2"/>
                      <a:pt x="12" y="2"/>
                      <a:pt x="13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8" y="2"/>
                      <a:pt x="18" y="2"/>
                      <a:pt x="18" y="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2" y="5"/>
                      <a:pt x="12" y="5"/>
                      <a:pt x="12" y="5"/>
                    </a:cubicBezTo>
                    <a:lnTo>
                      <a:pt x="12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1" name="Freeform 63"/>
              <p:cNvSpPr>
                <a:spLocks noEditPoints="1"/>
              </p:cNvSpPr>
              <p:nvPr/>
            </p:nvSpPr>
            <p:spPr bwMode="auto">
              <a:xfrm>
                <a:off x="3812" y="2235"/>
                <a:ext cx="125" cy="107"/>
              </a:xfrm>
              <a:custGeom>
                <a:avLst/>
                <a:gdLst>
                  <a:gd name="T0" fmla="*/ 44 w 53"/>
                  <a:gd name="T1" fmla="*/ 8 h 45"/>
                  <a:gd name="T2" fmla="*/ 44 w 53"/>
                  <a:gd name="T3" fmla="*/ 8 h 45"/>
                  <a:gd name="T4" fmla="*/ 43 w 53"/>
                  <a:gd name="T5" fmla="*/ 7 h 45"/>
                  <a:gd name="T6" fmla="*/ 39 w 53"/>
                  <a:gd name="T7" fmla="*/ 7 h 45"/>
                  <a:gd name="T8" fmla="*/ 37 w 53"/>
                  <a:gd name="T9" fmla="*/ 8 h 45"/>
                  <a:gd name="T10" fmla="*/ 35 w 53"/>
                  <a:gd name="T11" fmla="*/ 8 h 45"/>
                  <a:gd name="T12" fmla="*/ 35 w 53"/>
                  <a:gd name="T13" fmla="*/ 5 h 45"/>
                  <a:gd name="T14" fmla="*/ 28 w 53"/>
                  <a:gd name="T15" fmla="*/ 0 h 45"/>
                  <a:gd name="T16" fmla="*/ 23 w 53"/>
                  <a:gd name="T17" fmla="*/ 0 h 45"/>
                  <a:gd name="T18" fmla="*/ 17 w 53"/>
                  <a:gd name="T19" fmla="*/ 5 h 45"/>
                  <a:gd name="T20" fmla="*/ 17 w 53"/>
                  <a:gd name="T21" fmla="*/ 8 h 45"/>
                  <a:gd name="T22" fmla="*/ 14 w 53"/>
                  <a:gd name="T23" fmla="*/ 8 h 45"/>
                  <a:gd name="T24" fmla="*/ 13 w 53"/>
                  <a:gd name="T25" fmla="*/ 7 h 45"/>
                  <a:gd name="T26" fmla="*/ 9 w 53"/>
                  <a:gd name="T27" fmla="*/ 7 h 45"/>
                  <a:gd name="T28" fmla="*/ 8 w 53"/>
                  <a:gd name="T29" fmla="*/ 9 h 45"/>
                  <a:gd name="T30" fmla="*/ 8 w 53"/>
                  <a:gd name="T31" fmla="*/ 9 h 45"/>
                  <a:gd name="T32" fmla="*/ 0 w 53"/>
                  <a:gd name="T33" fmla="*/ 18 h 45"/>
                  <a:gd name="T34" fmla="*/ 0 w 53"/>
                  <a:gd name="T35" fmla="*/ 36 h 45"/>
                  <a:gd name="T36" fmla="*/ 10 w 53"/>
                  <a:gd name="T37" fmla="*/ 45 h 45"/>
                  <a:gd name="T38" fmla="*/ 43 w 53"/>
                  <a:gd name="T39" fmla="*/ 44 h 45"/>
                  <a:gd name="T40" fmla="*/ 53 w 53"/>
                  <a:gd name="T41" fmla="*/ 34 h 45"/>
                  <a:gd name="T42" fmla="*/ 52 w 53"/>
                  <a:gd name="T43" fmla="*/ 17 h 45"/>
                  <a:gd name="T44" fmla="*/ 44 w 53"/>
                  <a:gd name="T45" fmla="*/ 8 h 45"/>
                  <a:gd name="T46" fmla="*/ 20 w 53"/>
                  <a:gd name="T47" fmla="*/ 5 h 45"/>
                  <a:gd name="T48" fmla="*/ 24 w 53"/>
                  <a:gd name="T49" fmla="*/ 3 h 45"/>
                  <a:gd name="T50" fmla="*/ 28 w 53"/>
                  <a:gd name="T51" fmla="*/ 3 h 45"/>
                  <a:gd name="T52" fmla="*/ 32 w 53"/>
                  <a:gd name="T53" fmla="*/ 5 h 45"/>
                  <a:gd name="T54" fmla="*/ 32 w 53"/>
                  <a:gd name="T55" fmla="*/ 8 h 45"/>
                  <a:gd name="T56" fmla="*/ 20 w 53"/>
                  <a:gd name="T57" fmla="*/ 8 h 45"/>
                  <a:gd name="T58" fmla="*/ 20 w 53"/>
                  <a:gd name="T59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3" h="45">
                    <a:moveTo>
                      <a:pt x="44" y="8"/>
                    </a:moveTo>
                    <a:cubicBezTo>
                      <a:pt x="44" y="8"/>
                      <a:pt x="44" y="8"/>
                      <a:pt x="44" y="8"/>
                    </a:cubicBezTo>
                    <a:cubicBezTo>
                      <a:pt x="44" y="7"/>
                      <a:pt x="44" y="7"/>
                      <a:pt x="43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8" y="7"/>
                      <a:pt x="37" y="7"/>
                      <a:pt x="37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1"/>
                      <a:pt x="32" y="0"/>
                      <a:pt x="28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0" y="0"/>
                      <a:pt x="17" y="1"/>
                      <a:pt x="17" y="5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7"/>
                      <a:pt x="13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3" y="9"/>
                      <a:pt x="0" y="13"/>
                      <a:pt x="0" y="1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1"/>
                      <a:pt x="4" y="45"/>
                      <a:pt x="10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9" y="44"/>
                      <a:pt x="53" y="40"/>
                      <a:pt x="53" y="34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2" y="12"/>
                      <a:pt x="49" y="8"/>
                      <a:pt x="44" y="8"/>
                    </a:cubicBezTo>
                    <a:close/>
                    <a:moveTo>
                      <a:pt x="20" y="5"/>
                    </a:moveTo>
                    <a:cubicBezTo>
                      <a:pt x="20" y="4"/>
                      <a:pt x="20" y="3"/>
                      <a:pt x="24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0" y="8"/>
                      <a:pt x="20" y="8"/>
                      <a:pt x="20" y="8"/>
                    </a:cubicBezTo>
                    <a:lnTo>
                      <a:pt x="2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2" name="Freeform 64"/>
              <p:cNvSpPr>
                <a:spLocks noEditPoints="1"/>
              </p:cNvSpPr>
              <p:nvPr/>
            </p:nvSpPr>
            <p:spPr bwMode="auto">
              <a:xfrm>
                <a:off x="3923" y="2356"/>
                <a:ext cx="107" cy="109"/>
              </a:xfrm>
              <a:custGeom>
                <a:avLst/>
                <a:gdLst>
                  <a:gd name="T0" fmla="*/ 45 w 45"/>
                  <a:gd name="T1" fmla="*/ 26 h 46"/>
                  <a:gd name="T2" fmla="*/ 45 w 45"/>
                  <a:gd name="T3" fmla="*/ 8 h 46"/>
                  <a:gd name="T4" fmla="*/ 36 w 45"/>
                  <a:gd name="T5" fmla="*/ 0 h 46"/>
                  <a:gd name="T6" fmla="*/ 8 w 45"/>
                  <a:gd name="T7" fmla="*/ 1 h 46"/>
                  <a:gd name="T8" fmla="*/ 0 w 45"/>
                  <a:gd name="T9" fmla="*/ 9 h 46"/>
                  <a:gd name="T10" fmla="*/ 1 w 45"/>
                  <a:gd name="T11" fmla="*/ 27 h 46"/>
                  <a:gd name="T12" fmla="*/ 9 w 45"/>
                  <a:gd name="T13" fmla="*/ 35 h 46"/>
                  <a:gd name="T14" fmla="*/ 20 w 45"/>
                  <a:gd name="T15" fmla="*/ 35 h 46"/>
                  <a:gd name="T16" fmla="*/ 20 w 45"/>
                  <a:gd name="T17" fmla="*/ 41 h 46"/>
                  <a:gd name="T18" fmla="*/ 7 w 45"/>
                  <a:gd name="T19" fmla="*/ 41 h 46"/>
                  <a:gd name="T20" fmla="*/ 5 w 45"/>
                  <a:gd name="T21" fmla="*/ 44 h 46"/>
                  <a:gd name="T22" fmla="*/ 7 w 45"/>
                  <a:gd name="T23" fmla="*/ 46 h 46"/>
                  <a:gd name="T24" fmla="*/ 40 w 45"/>
                  <a:gd name="T25" fmla="*/ 45 h 46"/>
                  <a:gd name="T26" fmla="*/ 42 w 45"/>
                  <a:gd name="T27" fmla="*/ 43 h 46"/>
                  <a:gd name="T28" fmla="*/ 39 w 45"/>
                  <a:gd name="T29" fmla="*/ 40 h 46"/>
                  <a:gd name="T30" fmla="*/ 27 w 45"/>
                  <a:gd name="T31" fmla="*/ 41 h 46"/>
                  <a:gd name="T32" fmla="*/ 27 w 45"/>
                  <a:gd name="T33" fmla="*/ 35 h 46"/>
                  <a:gd name="T34" fmla="*/ 37 w 45"/>
                  <a:gd name="T35" fmla="*/ 35 h 46"/>
                  <a:gd name="T36" fmla="*/ 45 w 45"/>
                  <a:gd name="T37" fmla="*/ 26 h 46"/>
                  <a:gd name="T38" fmla="*/ 9 w 45"/>
                  <a:gd name="T39" fmla="*/ 32 h 46"/>
                  <a:gd name="T40" fmla="*/ 4 w 45"/>
                  <a:gd name="T41" fmla="*/ 27 h 46"/>
                  <a:gd name="T42" fmla="*/ 3 w 45"/>
                  <a:gd name="T43" fmla="*/ 9 h 46"/>
                  <a:gd name="T44" fmla="*/ 8 w 45"/>
                  <a:gd name="T45" fmla="*/ 4 h 46"/>
                  <a:gd name="T46" fmla="*/ 37 w 45"/>
                  <a:gd name="T47" fmla="*/ 3 h 46"/>
                  <a:gd name="T48" fmla="*/ 42 w 45"/>
                  <a:gd name="T49" fmla="*/ 8 h 46"/>
                  <a:gd name="T50" fmla="*/ 42 w 45"/>
                  <a:gd name="T51" fmla="*/ 26 h 46"/>
                  <a:gd name="T52" fmla="*/ 37 w 45"/>
                  <a:gd name="T53" fmla="*/ 31 h 46"/>
                  <a:gd name="T54" fmla="*/ 9 w 45"/>
                  <a:gd name="T55" fmla="*/ 3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" h="46">
                    <a:moveTo>
                      <a:pt x="45" y="26"/>
                    </a:moveTo>
                    <a:cubicBezTo>
                      <a:pt x="45" y="8"/>
                      <a:pt x="45" y="8"/>
                      <a:pt x="45" y="8"/>
                    </a:cubicBezTo>
                    <a:cubicBezTo>
                      <a:pt x="45" y="4"/>
                      <a:pt x="41" y="0"/>
                      <a:pt x="36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4" y="1"/>
                      <a:pt x="0" y="5"/>
                      <a:pt x="0" y="9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32"/>
                      <a:pt x="5" y="35"/>
                      <a:pt x="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6" y="41"/>
                      <a:pt x="4" y="42"/>
                      <a:pt x="5" y="44"/>
                    </a:cubicBezTo>
                    <a:cubicBezTo>
                      <a:pt x="5" y="45"/>
                      <a:pt x="6" y="46"/>
                      <a:pt x="7" y="46"/>
                    </a:cubicBezTo>
                    <a:cubicBezTo>
                      <a:pt x="40" y="45"/>
                      <a:pt x="40" y="45"/>
                      <a:pt x="40" y="45"/>
                    </a:cubicBezTo>
                    <a:cubicBezTo>
                      <a:pt x="41" y="45"/>
                      <a:pt x="42" y="44"/>
                      <a:pt x="42" y="43"/>
                    </a:cubicBezTo>
                    <a:cubicBezTo>
                      <a:pt x="42" y="41"/>
                      <a:pt x="41" y="40"/>
                      <a:pt x="39" y="40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42" y="34"/>
                      <a:pt x="45" y="31"/>
                      <a:pt x="45" y="26"/>
                    </a:cubicBezTo>
                    <a:close/>
                    <a:moveTo>
                      <a:pt x="9" y="32"/>
                    </a:moveTo>
                    <a:cubicBezTo>
                      <a:pt x="6" y="32"/>
                      <a:pt x="4" y="30"/>
                      <a:pt x="4" y="27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6"/>
                      <a:pt x="6" y="4"/>
                      <a:pt x="8" y="4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39" y="3"/>
                      <a:pt x="42" y="5"/>
                      <a:pt x="42" y="8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2" y="29"/>
                      <a:pt x="40" y="31"/>
                      <a:pt x="37" y="31"/>
                    </a:cubicBezTo>
                    <a:lnTo>
                      <a:pt x="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3" name="Freeform 65"/>
              <p:cNvSpPr/>
              <p:nvPr/>
            </p:nvSpPr>
            <p:spPr bwMode="auto">
              <a:xfrm>
                <a:off x="3940" y="2375"/>
                <a:ext cx="71" cy="9"/>
              </a:xfrm>
              <a:custGeom>
                <a:avLst/>
                <a:gdLst>
                  <a:gd name="T0" fmla="*/ 30 w 30"/>
                  <a:gd name="T1" fmla="*/ 2 h 4"/>
                  <a:gd name="T2" fmla="*/ 29 w 30"/>
                  <a:gd name="T3" fmla="*/ 3 h 4"/>
                  <a:gd name="T4" fmla="*/ 2 w 30"/>
                  <a:gd name="T5" fmla="*/ 4 h 4"/>
                  <a:gd name="T6" fmla="*/ 0 w 30"/>
                  <a:gd name="T7" fmla="*/ 2 h 4"/>
                  <a:gd name="T8" fmla="*/ 0 w 30"/>
                  <a:gd name="T9" fmla="*/ 2 h 4"/>
                  <a:gd name="T10" fmla="*/ 2 w 30"/>
                  <a:gd name="T11" fmla="*/ 1 h 4"/>
                  <a:gd name="T12" fmla="*/ 29 w 30"/>
                  <a:gd name="T13" fmla="*/ 0 h 4"/>
                  <a:gd name="T14" fmla="*/ 30 w 30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">
                    <a:moveTo>
                      <a:pt x="30" y="2"/>
                    </a:moveTo>
                    <a:cubicBezTo>
                      <a:pt x="30" y="3"/>
                      <a:pt x="30" y="3"/>
                      <a:pt x="29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1"/>
                      <a:pt x="2" y="1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0" y="1"/>
                      <a:pt x="3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4" name="Freeform 66"/>
              <p:cNvSpPr/>
              <p:nvPr/>
            </p:nvSpPr>
            <p:spPr bwMode="auto">
              <a:xfrm>
                <a:off x="3940" y="2387"/>
                <a:ext cx="71" cy="9"/>
              </a:xfrm>
              <a:custGeom>
                <a:avLst/>
                <a:gdLst>
                  <a:gd name="T0" fmla="*/ 30 w 30"/>
                  <a:gd name="T1" fmla="*/ 2 h 4"/>
                  <a:gd name="T2" fmla="*/ 29 w 30"/>
                  <a:gd name="T3" fmla="*/ 3 h 4"/>
                  <a:gd name="T4" fmla="*/ 2 w 30"/>
                  <a:gd name="T5" fmla="*/ 4 h 4"/>
                  <a:gd name="T6" fmla="*/ 0 w 30"/>
                  <a:gd name="T7" fmla="*/ 2 h 4"/>
                  <a:gd name="T8" fmla="*/ 0 w 30"/>
                  <a:gd name="T9" fmla="*/ 2 h 4"/>
                  <a:gd name="T10" fmla="*/ 2 w 30"/>
                  <a:gd name="T11" fmla="*/ 1 h 4"/>
                  <a:gd name="T12" fmla="*/ 29 w 30"/>
                  <a:gd name="T13" fmla="*/ 0 h 4"/>
                  <a:gd name="T14" fmla="*/ 30 w 30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">
                    <a:moveTo>
                      <a:pt x="30" y="2"/>
                    </a:moveTo>
                    <a:cubicBezTo>
                      <a:pt x="30" y="3"/>
                      <a:pt x="30" y="3"/>
                      <a:pt x="29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1"/>
                      <a:pt x="2" y="1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0" y="1"/>
                      <a:pt x="3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5" name="Freeform 67"/>
              <p:cNvSpPr/>
              <p:nvPr/>
            </p:nvSpPr>
            <p:spPr bwMode="auto">
              <a:xfrm>
                <a:off x="3942" y="2398"/>
                <a:ext cx="71" cy="10"/>
              </a:xfrm>
              <a:custGeom>
                <a:avLst/>
                <a:gdLst>
                  <a:gd name="T0" fmla="*/ 30 w 30"/>
                  <a:gd name="T1" fmla="*/ 2 h 4"/>
                  <a:gd name="T2" fmla="*/ 28 w 30"/>
                  <a:gd name="T3" fmla="*/ 3 h 4"/>
                  <a:gd name="T4" fmla="*/ 1 w 30"/>
                  <a:gd name="T5" fmla="*/ 4 h 4"/>
                  <a:gd name="T6" fmla="*/ 0 w 30"/>
                  <a:gd name="T7" fmla="*/ 2 h 4"/>
                  <a:gd name="T8" fmla="*/ 0 w 30"/>
                  <a:gd name="T9" fmla="*/ 2 h 4"/>
                  <a:gd name="T10" fmla="*/ 1 w 30"/>
                  <a:gd name="T11" fmla="*/ 1 h 4"/>
                  <a:gd name="T12" fmla="*/ 28 w 30"/>
                  <a:gd name="T13" fmla="*/ 0 h 4"/>
                  <a:gd name="T14" fmla="*/ 30 w 30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4">
                    <a:moveTo>
                      <a:pt x="30" y="2"/>
                    </a:moveTo>
                    <a:cubicBezTo>
                      <a:pt x="30" y="3"/>
                      <a:pt x="29" y="3"/>
                      <a:pt x="28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9" y="0"/>
                      <a:pt x="29" y="1"/>
                      <a:pt x="3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6" name="Freeform 68"/>
              <p:cNvSpPr/>
              <p:nvPr/>
            </p:nvSpPr>
            <p:spPr bwMode="auto">
              <a:xfrm>
                <a:off x="3961" y="2410"/>
                <a:ext cx="52" cy="10"/>
              </a:xfrm>
              <a:custGeom>
                <a:avLst/>
                <a:gdLst>
                  <a:gd name="T0" fmla="*/ 22 w 22"/>
                  <a:gd name="T1" fmla="*/ 2 h 4"/>
                  <a:gd name="T2" fmla="*/ 20 w 22"/>
                  <a:gd name="T3" fmla="*/ 3 h 4"/>
                  <a:gd name="T4" fmla="*/ 1 w 22"/>
                  <a:gd name="T5" fmla="*/ 4 h 4"/>
                  <a:gd name="T6" fmla="*/ 0 w 22"/>
                  <a:gd name="T7" fmla="*/ 2 h 4"/>
                  <a:gd name="T8" fmla="*/ 0 w 22"/>
                  <a:gd name="T9" fmla="*/ 2 h 4"/>
                  <a:gd name="T10" fmla="*/ 1 w 22"/>
                  <a:gd name="T11" fmla="*/ 1 h 4"/>
                  <a:gd name="T12" fmla="*/ 20 w 22"/>
                  <a:gd name="T13" fmla="*/ 0 h 4"/>
                  <a:gd name="T14" fmla="*/ 22 w 22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4">
                    <a:moveTo>
                      <a:pt x="22" y="2"/>
                    </a:moveTo>
                    <a:cubicBezTo>
                      <a:pt x="22" y="3"/>
                      <a:pt x="21" y="3"/>
                      <a:pt x="20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1" y="0"/>
                      <a:pt x="22" y="1"/>
                      <a:pt x="2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7" name="Freeform 69"/>
              <p:cNvSpPr>
                <a:spLocks noEditPoints="1"/>
              </p:cNvSpPr>
              <p:nvPr/>
            </p:nvSpPr>
            <p:spPr bwMode="auto">
              <a:xfrm>
                <a:off x="3954" y="1907"/>
                <a:ext cx="90" cy="93"/>
              </a:xfrm>
              <a:custGeom>
                <a:avLst/>
                <a:gdLst>
                  <a:gd name="T0" fmla="*/ 38 w 38"/>
                  <a:gd name="T1" fmla="*/ 22 h 39"/>
                  <a:gd name="T2" fmla="*/ 38 w 38"/>
                  <a:gd name="T3" fmla="*/ 7 h 39"/>
                  <a:gd name="T4" fmla="*/ 31 w 38"/>
                  <a:gd name="T5" fmla="*/ 0 h 39"/>
                  <a:gd name="T6" fmla="*/ 7 w 38"/>
                  <a:gd name="T7" fmla="*/ 0 h 39"/>
                  <a:gd name="T8" fmla="*/ 0 w 38"/>
                  <a:gd name="T9" fmla="*/ 7 h 39"/>
                  <a:gd name="T10" fmla="*/ 1 w 38"/>
                  <a:gd name="T11" fmla="*/ 23 h 39"/>
                  <a:gd name="T12" fmla="*/ 8 w 38"/>
                  <a:gd name="T13" fmla="*/ 30 h 39"/>
                  <a:gd name="T14" fmla="*/ 17 w 38"/>
                  <a:gd name="T15" fmla="*/ 29 h 39"/>
                  <a:gd name="T16" fmla="*/ 17 w 38"/>
                  <a:gd name="T17" fmla="*/ 34 h 39"/>
                  <a:gd name="T18" fmla="*/ 6 w 38"/>
                  <a:gd name="T19" fmla="*/ 34 h 39"/>
                  <a:gd name="T20" fmla="*/ 4 w 38"/>
                  <a:gd name="T21" fmla="*/ 37 h 39"/>
                  <a:gd name="T22" fmla="*/ 6 w 38"/>
                  <a:gd name="T23" fmla="*/ 39 h 39"/>
                  <a:gd name="T24" fmla="*/ 33 w 38"/>
                  <a:gd name="T25" fmla="*/ 38 h 39"/>
                  <a:gd name="T26" fmla="*/ 36 w 38"/>
                  <a:gd name="T27" fmla="*/ 36 h 39"/>
                  <a:gd name="T28" fmla="*/ 33 w 38"/>
                  <a:gd name="T29" fmla="*/ 34 h 39"/>
                  <a:gd name="T30" fmla="*/ 23 w 38"/>
                  <a:gd name="T31" fmla="*/ 34 h 39"/>
                  <a:gd name="T32" fmla="*/ 22 w 38"/>
                  <a:gd name="T33" fmla="*/ 29 h 39"/>
                  <a:gd name="T34" fmla="*/ 31 w 38"/>
                  <a:gd name="T35" fmla="*/ 29 h 39"/>
                  <a:gd name="T36" fmla="*/ 38 w 38"/>
                  <a:gd name="T37" fmla="*/ 22 h 39"/>
                  <a:gd name="T38" fmla="*/ 8 w 38"/>
                  <a:gd name="T39" fmla="*/ 27 h 39"/>
                  <a:gd name="T40" fmla="*/ 3 w 38"/>
                  <a:gd name="T41" fmla="*/ 23 h 39"/>
                  <a:gd name="T42" fmla="*/ 3 w 38"/>
                  <a:gd name="T43" fmla="*/ 7 h 39"/>
                  <a:gd name="T44" fmla="*/ 7 w 38"/>
                  <a:gd name="T45" fmla="*/ 3 h 39"/>
                  <a:gd name="T46" fmla="*/ 31 w 38"/>
                  <a:gd name="T47" fmla="*/ 2 h 39"/>
                  <a:gd name="T48" fmla="*/ 35 w 38"/>
                  <a:gd name="T49" fmla="*/ 7 h 39"/>
                  <a:gd name="T50" fmla="*/ 36 w 38"/>
                  <a:gd name="T51" fmla="*/ 22 h 39"/>
                  <a:gd name="T52" fmla="*/ 31 w 38"/>
                  <a:gd name="T53" fmla="*/ 26 h 39"/>
                  <a:gd name="T54" fmla="*/ 8 w 38"/>
                  <a:gd name="T55" fmla="*/ 2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39">
                    <a:moveTo>
                      <a:pt x="38" y="22"/>
                    </a:moveTo>
                    <a:cubicBezTo>
                      <a:pt x="38" y="7"/>
                      <a:pt x="38" y="7"/>
                      <a:pt x="38" y="7"/>
                    </a:cubicBezTo>
                    <a:cubicBezTo>
                      <a:pt x="38" y="3"/>
                      <a:pt x="35" y="0"/>
                      <a:pt x="31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4"/>
                      <a:pt x="0" y="7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7"/>
                      <a:pt x="4" y="30"/>
                      <a:pt x="8" y="30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5" y="35"/>
                      <a:pt x="4" y="35"/>
                      <a:pt x="4" y="37"/>
                    </a:cubicBezTo>
                    <a:cubicBezTo>
                      <a:pt x="4" y="38"/>
                      <a:pt x="5" y="39"/>
                      <a:pt x="6" y="39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5" y="38"/>
                      <a:pt x="36" y="37"/>
                      <a:pt x="36" y="36"/>
                    </a:cubicBezTo>
                    <a:cubicBezTo>
                      <a:pt x="36" y="35"/>
                      <a:pt x="35" y="34"/>
                      <a:pt x="33" y="34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5" y="29"/>
                      <a:pt x="38" y="26"/>
                      <a:pt x="38" y="22"/>
                    </a:cubicBezTo>
                    <a:close/>
                    <a:moveTo>
                      <a:pt x="8" y="27"/>
                    </a:moveTo>
                    <a:cubicBezTo>
                      <a:pt x="5" y="27"/>
                      <a:pt x="3" y="25"/>
                      <a:pt x="3" y="23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5"/>
                      <a:pt x="5" y="3"/>
                      <a:pt x="7" y="3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3" y="2"/>
                      <a:pt x="35" y="4"/>
                      <a:pt x="35" y="7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6" y="24"/>
                      <a:pt x="34" y="26"/>
                      <a:pt x="31" y="26"/>
                    </a:cubicBezTo>
                    <a:lnTo>
                      <a:pt x="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8" name="Freeform 70"/>
              <p:cNvSpPr/>
              <p:nvPr/>
            </p:nvSpPr>
            <p:spPr bwMode="auto">
              <a:xfrm>
                <a:off x="3968" y="1924"/>
                <a:ext cx="62" cy="7"/>
              </a:xfrm>
              <a:custGeom>
                <a:avLst/>
                <a:gdLst>
                  <a:gd name="T0" fmla="*/ 26 w 26"/>
                  <a:gd name="T1" fmla="*/ 1 h 3"/>
                  <a:gd name="T2" fmla="*/ 24 w 26"/>
                  <a:gd name="T3" fmla="*/ 2 h 3"/>
                  <a:gd name="T4" fmla="*/ 1 w 26"/>
                  <a:gd name="T5" fmla="*/ 3 h 3"/>
                  <a:gd name="T6" fmla="*/ 0 w 26"/>
                  <a:gd name="T7" fmla="*/ 2 h 3"/>
                  <a:gd name="T8" fmla="*/ 0 w 26"/>
                  <a:gd name="T9" fmla="*/ 2 h 3"/>
                  <a:gd name="T10" fmla="*/ 1 w 26"/>
                  <a:gd name="T11" fmla="*/ 0 h 3"/>
                  <a:gd name="T12" fmla="*/ 24 w 26"/>
                  <a:gd name="T13" fmla="*/ 0 h 3"/>
                  <a:gd name="T14" fmla="*/ 26 w 26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">
                    <a:moveTo>
                      <a:pt x="26" y="1"/>
                    </a:moveTo>
                    <a:cubicBezTo>
                      <a:pt x="26" y="2"/>
                      <a:pt x="25" y="2"/>
                      <a:pt x="24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0"/>
                      <a:pt x="25" y="0"/>
                      <a:pt x="2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29" name="Freeform 71"/>
              <p:cNvSpPr/>
              <p:nvPr/>
            </p:nvSpPr>
            <p:spPr bwMode="auto">
              <a:xfrm>
                <a:off x="3968" y="1933"/>
                <a:ext cx="62" cy="7"/>
              </a:xfrm>
              <a:custGeom>
                <a:avLst/>
                <a:gdLst>
                  <a:gd name="T0" fmla="*/ 26 w 26"/>
                  <a:gd name="T1" fmla="*/ 1 h 3"/>
                  <a:gd name="T2" fmla="*/ 24 w 26"/>
                  <a:gd name="T3" fmla="*/ 3 h 3"/>
                  <a:gd name="T4" fmla="*/ 2 w 26"/>
                  <a:gd name="T5" fmla="*/ 3 h 3"/>
                  <a:gd name="T6" fmla="*/ 0 w 26"/>
                  <a:gd name="T7" fmla="*/ 2 h 3"/>
                  <a:gd name="T8" fmla="*/ 0 w 26"/>
                  <a:gd name="T9" fmla="*/ 2 h 3"/>
                  <a:gd name="T10" fmla="*/ 1 w 26"/>
                  <a:gd name="T11" fmla="*/ 1 h 3"/>
                  <a:gd name="T12" fmla="*/ 24 w 26"/>
                  <a:gd name="T13" fmla="*/ 0 h 3"/>
                  <a:gd name="T14" fmla="*/ 26 w 26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">
                    <a:moveTo>
                      <a:pt x="26" y="1"/>
                    </a:moveTo>
                    <a:cubicBezTo>
                      <a:pt x="26" y="2"/>
                      <a:pt x="25" y="2"/>
                      <a:pt x="2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0" name="Freeform 72"/>
              <p:cNvSpPr/>
              <p:nvPr/>
            </p:nvSpPr>
            <p:spPr bwMode="auto">
              <a:xfrm>
                <a:off x="3968" y="1943"/>
                <a:ext cx="62" cy="7"/>
              </a:xfrm>
              <a:custGeom>
                <a:avLst/>
                <a:gdLst>
                  <a:gd name="T0" fmla="*/ 26 w 26"/>
                  <a:gd name="T1" fmla="*/ 2 h 3"/>
                  <a:gd name="T2" fmla="*/ 25 w 26"/>
                  <a:gd name="T3" fmla="*/ 3 h 3"/>
                  <a:gd name="T4" fmla="*/ 2 w 26"/>
                  <a:gd name="T5" fmla="*/ 3 h 3"/>
                  <a:gd name="T6" fmla="*/ 0 w 26"/>
                  <a:gd name="T7" fmla="*/ 2 h 3"/>
                  <a:gd name="T8" fmla="*/ 0 w 26"/>
                  <a:gd name="T9" fmla="*/ 2 h 3"/>
                  <a:gd name="T10" fmla="*/ 2 w 26"/>
                  <a:gd name="T11" fmla="*/ 1 h 3"/>
                  <a:gd name="T12" fmla="*/ 24 w 26"/>
                  <a:gd name="T13" fmla="*/ 0 h 3"/>
                  <a:gd name="T14" fmla="*/ 26 w 26"/>
                  <a:gd name="T1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">
                    <a:moveTo>
                      <a:pt x="26" y="2"/>
                    </a:moveTo>
                    <a:cubicBezTo>
                      <a:pt x="26" y="2"/>
                      <a:pt x="25" y="3"/>
                      <a:pt x="25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0"/>
                      <a:pt x="26" y="1"/>
                      <a:pt x="2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1" name="Freeform 73"/>
              <p:cNvSpPr/>
              <p:nvPr/>
            </p:nvSpPr>
            <p:spPr bwMode="auto">
              <a:xfrm>
                <a:off x="3985" y="1955"/>
                <a:ext cx="45" cy="4"/>
              </a:xfrm>
              <a:custGeom>
                <a:avLst/>
                <a:gdLst>
                  <a:gd name="T0" fmla="*/ 19 w 19"/>
                  <a:gd name="T1" fmla="*/ 1 h 2"/>
                  <a:gd name="T2" fmla="*/ 18 w 19"/>
                  <a:gd name="T3" fmla="*/ 2 h 2"/>
                  <a:gd name="T4" fmla="*/ 2 w 19"/>
                  <a:gd name="T5" fmla="*/ 2 h 2"/>
                  <a:gd name="T6" fmla="*/ 0 w 19"/>
                  <a:gd name="T7" fmla="*/ 1 h 2"/>
                  <a:gd name="T8" fmla="*/ 0 w 19"/>
                  <a:gd name="T9" fmla="*/ 1 h 2"/>
                  <a:gd name="T10" fmla="*/ 2 w 19"/>
                  <a:gd name="T11" fmla="*/ 0 h 2"/>
                  <a:gd name="T12" fmla="*/ 18 w 19"/>
                  <a:gd name="T13" fmla="*/ 0 h 2"/>
                  <a:gd name="T14" fmla="*/ 19 w 19"/>
                  <a:gd name="T1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2">
                    <a:moveTo>
                      <a:pt x="19" y="1"/>
                    </a:moveTo>
                    <a:cubicBezTo>
                      <a:pt x="19" y="1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9" y="0"/>
                      <a:pt x="19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2" name="Freeform 74"/>
              <p:cNvSpPr>
                <a:spLocks noEditPoints="1"/>
              </p:cNvSpPr>
              <p:nvPr/>
            </p:nvSpPr>
            <p:spPr bwMode="auto">
              <a:xfrm>
                <a:off x="3733" y="2679"/>
                <a:ext cx="79" cy="80"/>
              </a:xfrm>
              <a:custGeom>
                <a:avLst/>
                <a:gdLst>
                  <a:gd name="T0" fmla="*/ 33 w 33"/>
                  <a:gd name="T1" fmla="*/ 20 h 34"/>
                  <a:gd name="T2" fmla="*/ 32 w 33"/>
                  <a:gd name="T3" fmla="*/ 6 h 34"/>
                  <a:gd name="T4" fmla="*/ 26 w 33"/>
                  <a:gd name="T5" fmla="*/ 0 h 34"/>
                  <a:gd name="T6" fmla="*/ 5 w 33"/>
                  <a:gd name="T7" fmla="*/ 1 h 34"/>
                  <a:gd name="T8" fmla="*/ 0 w 33"/>
                  <a:gd name="T9" fmla="*/ 7 h 34"/>
                  <a:gd name="T10" fmla="*/ 0 w 33"/>
                  <a:gd name="T11" fmla="*/ 20 h 34"/>
                  <a:gd name="T12" fmla="*/ 6 w 33"/>
                  <a:gd name="T13" fmla="*/ 26 h 34"/>
                  <a:gd name="T14" fmla="*/ 14 w 33"/>
                  <a:gd name="T15" fmla="*/ 26 h 34"/>
                  <a:gd name="T16" fmla="*/ 14 w 33"/>
                  <a:gd name="T17" fmla="*/ 30 h 34"/>
                  <a:gd name="T18" fmla="*/ 5 w 33"/>
                  <a:gd name="T19" fmla="*/ 31 h 34"/>
                  <a:gd name="T20" fmla="*/ 3 w 33"/>
                  <a:gd name="T21" fmla="*/ 33 h 34"/>
                  <a:gd name="T22" fmla="*/ 5 w 33"/>
                  <a:gd name="T23" fmla="*/ 34 h 34"/>
                  <a:gd name="T24" fmla="*/ 29 w 33"/>
                  <a:gd name="T25" fmla="*/ 34 h 34"/>
                  <a:gd name="T26" fmla="*/ 30 w 33"/>
                  <a:gd name="T27" fmla="*/ 32 h 34"/>
                  <a:gd name="T28" fmla="*/ 29 w 33"/>
                  <a:gd name="T29" fmla="*/ 30 h 34"/>
                  <a:gd name="T30" fmla="*/ 19 w 33"/>
                  <a:gd name="T31" fmla="*/ 30 h 34"/>
                  <a:gd name="T32" fmla="*/ 19 w 33"/>
                  <a:gd name="T33" fmla="*/ 26 h 34"/>
                  <a:gd name="T34" fmla="*/ 27 w 33"/>
                  <a:gd name="T35" fmla="*/ 26 h 34"/>
                  <a:gd name="T36" fmla="*/ 33 w 33"/>
                  <a:gd name="T37" fmla="*/ 20 h 34"/>
                  <a:gd name="T38" fmla="*/ 6 w 33"/>
                  <a:gd name="T39" fmla="*/ 24 h 34"/>
                  <a:gd name="T40" fmla="*/ 2 w 33"/>
                  <a:gd name="T41" fmla="*/ 20 h 34"/>
                  <a:gd name="T42" fmla="*/ 2 w 33"/>
                  <a:gd name="T43" fmla="*/ 7 h 34"/>
                  <a:gd name="T44" fmla="*/ 6 w 33"/>
                  <a:gd name="T45" fmla="*/ 3 h 34"/>
                  <a:gd name="T46" fmla="*/ 26 w 33"/>
                  <a:gd name="T47" fmla="*/ 3 h 34"/>
                  <a:gd name="T48" fmla="*/ 30 w 33"/>
                  <a:gd name="T49" fmla="*/ 6 h 34"/>
                  <a:gd name="T50" fmla="*/ 30 w 33"/>
                  <a:gd name="T51" fmla="*/ 20 h 34"/>
                  <a:gd name="T52" fmla="*/ 27 w 33"/>
                  <a:gd name="T53" fmla="*/ 23 h 34"/>
                  <a:gd name="T54" fmla="*/ 6 w 33"/>
                  <a:gd name="T55" fmla="*/ 2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3" h="34">
                    <a:moveTo>
                      <a:pt x="33" y="20"/>
                    </a:moveTo>
                    <a:cubicBezTo>
                      <a:pt x="32" y="6"/>
                      <a:pt x="32" y="6"/>
                      <a:pt x="32" y="6"/>
                    </a:cubicBezTo>
                    <a:cubicBezTo>
                      <a:pt x="32" y="3"/>
                      <a:pt x="30" y="0"/>
                      <a:pt x="26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2" y="1"/>
                      <a:pt x="0" y="4"/>
                      <a:pt x="0" y="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4"/>
                      <a:pt x="3" y="26"/>
                      <a:pt x="6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4" y="31"/>
                      <a:pt x="3" y="31"/>
                      <a:pt x="3" y="33"/>
                    </a:cubicBezTo>
                    <a:cubicBezTo>
                      <a:pt x="3" y="34"/>
                      <a:pt x="4" y="34"/>
                      <a:pt x="5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3"/>
                      <a:pt x="30" y="32"/>
                    </a:cubicBezTo>
                    <a:cubicBezTo>
                      <a:pt x="30" y="31"/>
                      <a:pt x="30" y="30"/>
                      <a:pt x="2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30" y="26"/>
                      <a:pt x="33" y="23"/>
                      <a:pt x="33" y="20"/>
                    </a:cubicBezTo>
                    <a:close/>
                    <a:moveTo>
                      <a:pt x="6" y="24"/>
                    </a:moveTo>
                    <a:cubicBezTo>
                      <a:pt x="4" y="24"/>
                      <a:pt x="2" y="22"/>
                      <a:pt x="2" y="2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5"/>
                      <a:pt x="3" y="3"/>
                      <a:pt x="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3"/>
                      <a:pt x="30" y="4"/>
                      <a:pt x="30" y="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2"/>
                      <a:pt x="29" y="23"/>
                      <a:pt x="27" y="23"/>
                    </a:cubicBezTo>
                    <a:lnTo>
                      <a:pt x="6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3" name="Freeform 75"/>
              <p:cNvSpPr/>
              <p:nvPr/>
            </p:nvSpPr>
            <p:spPr bwMode="auto">
              <a:xfrm>
                <a:off x="3745" y="2693"/>
                <a:ext cx="52" cy="7"/>
              </a:xfrm>
              <a:custGeom>
                <a:avLst/>
                <a:gdLst>
                  <a:gd name="T0" fmla="*/ 22 w 22"/>
                  <a:gd name="T1" fmla="*/ 1 h 3"/>
                  <a:gd name="T2" fmla="*/ 21 w 22"/>
                  <a:gd name="T3" fmla="*/ 3 h 3"/>
                  <a:gd name="T4" fmla="*/ 1 w 22"/>
                  <a:gd name="T5" fmla="*/ 3 h 3"/>
                  <a:gd name="T6" fmla="*/ 0 w 22"/>
                  <a:gd name="T7" fmla="*/ 2 h 3"/>
                  <a:gd name="T8" fmla="*/ 0 w 22"/>
                  <a:gd name="T9" fmla="*/ 2 h 3"/>
                  <a:gd name="T10" fmla="*/ 1 w 22"/>
                  <a:gd name="T11" fmla="*/ 1 h 3"/>
                  <a:gd name="T12" fmla="*/ 21 w 22"/>
                  <a:gd name="T13" fmla="*/ 0 h 3"/>
                  <a:gd name="T14" fmla="*/ 22 w 22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3">
                    <a:moveTo>
                      <a:pt x="22" y="1"/>
                    </a:moveTo>
                    <a:cubicBezTo>
                      <a:pt x="22" y="2"/>
                      <a:pt x="21" y="3"/>
                      <a:pt x="2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22" y="1"/>
                      <a:pt x="2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4" name="Freeform 76"/>
              <p:cNvSpPr/>
              <p:nvPr/>
            </p:nvSpPr>
            <p:spPr bwMode="auto">
              <a:xfrm>
                <a:off x="3745" y="2702"/>
                <a:ext cx="52" cy="7"/>
              </a:xfrm>
              <a:custGeom>
                <a:avLst/>
                <a:gdLst>
                  <a:gd name="T0" fmla="*/ 22 w 22"/>
                  <a:gd name="T1" fmla="*/ 1 h 3"/>
                  <a:gd name="T2" fmla="*/ 21 w 22"/>
                  <a:gd name="T3" fmla="*/ 2 h 3"/>
                  <a:gd name="T4" fmla="*/ 1 w 22"/>
                  <a:gd name="T5" fmla="*/ 3 h 3"/>
                  <a:gd name="T6" fmla="*/ 0 w 22"/>
                  <a:gd name="T7" fmla="*/ 2 h 3"/>
                  <a:gd name="T8" fmla="*/ 0 w 22"/>
                  <a:gd name="T9" fmla="*/ 2 h 3"/>
                  <a:gd name="T10" fmla="*/ 1 w 22"/>
                  <a:gd name="T11" fmla="*/ 1 h 3"/>
                  <a:gd name="T12" fmla="*/ 21 w 22"/>
                  <a:gd name="T13" fmla="*/ 0 h 3"/>
                  <a:gd name="T14" fmla="*/ 22 w 22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3">
                    <a:moveTo>
                      <a:pt x="22" y="1"/>
                    </a:moveTo>
                    <a:cubicBezTo>
                      <a:pt x="22" y="2"/>
                      <a:pt x="22" y="2"/>
                      <a:pt x="2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0"/>
                      <a:pt x="22" y="1"/>
                      <a:pt x="2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5" name="Freeform 77"/>
              <p:cNvSpPr/>
              <p:nvPr/>
            </p:nvSpPr>
            <p:spPr bwMode="auto">
              <a:xfrm>
                <a:off x="3745" y="2712"/>
                <a:ext cx="52" cy="5"/>
              </a:xfrm>
              <a:custGeom>
                <a:avLst/>
                <a:gdLst>
                  <a:gd name="T0" fmla="*/ 22 w 22"/>
                  <a:gd name="T1" fmla="*/ 1 h 2"/>
                  <a:gd name="T2" fmla="*/ 21 w 22"/>
                  <a:gd name="T3" fmla="*/ 2 h 2"/>
                  <a:gd name="T4" fmla="*/ 1 w 22"/>
                  <a:gd name="T5" fmla="*/ 2 h 2"/>
                  <a:gd name="T6" fmla="*/ 0 w 22"/>
                  <a:gd name="T7" fmla="*/ 1 h 2"/>
                  <a:gd name="T8" fmla="*/ 0 w 22"/>
                  <a:gd name="T9" fmla="*/ 1 h 2"/>
                  <a:gd name="T10" fmla="*/ 1 w 22"/>
                  <a:gd name="T11" fmla="*/ 0 h 2"/>
                  <a:gd name="T12" fmla="*/ 21 w 22"/>
                  <a:gd name="T13" fmla="*/ 0 h 2"/>
                  <a:gd name="T14" fmla="*/ 22 w 22"/>
                  <a:gd name="T1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2">
                    <a:moveTo>
                      <a:pt x="22" y="1"/>
                    </a:moveTo>
                    <a:cubicBezTo>
                      <a:pt x="22" y="2"/>
                      <a:pt x="22" y="2"/>
                      <a:pt x="2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0"/>
                      <a:pt x="22" y="0"/>
                      <a:pt x="2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6" name="Freeform 78"/>
              <p:cNvSpPr/>
              <p:nvPr/>
            </p:nvSpPr>
            <p:spPr bwMode="auto">
              <a:xfrm>
                <a:off x="3759" y="2721"/>
                <a:ext cx="38" cy="5"/>
              </a:xfrm>
              <a:custGeom>
                <a:avLst/>
                <a:gdLst>
                  <a:gd name="T0" fmla="*/ 16 w 16"/>
                  <a:gd name="T1" fmla="*/ 1 h 2"/>
                  <a:gd name="T2" fmla="*/ 15 w 16"/>
                  <a:gd name="T3" fmla="*/ 2 h 2"/>
                  <a:gd name="T4" fmla="*/ 1 w 16"/>
                  <a:gd name="T5" fmla="*/ 2 h 2"/>
                  <a:gd name="T6" fmla="*/ 0 w 16"/>
                  <a:gd name="T7" fmla="*/ 1 h 2"/>
                  <a:gd name="T8" fmla="*/ 0 w 16"/>
                  <a:gd name="T9" fmla="*/ 1 h 2"/>
                  <a:gd name="T10" fmla="*/ 1 w 16"/>
                  <a:gd name="T11" fmla="*/ 0 h 2"/>
                  <a:gd name="T12" fmla="*/ 15 w 16"/>
                  <a:gd name="T13" fmla="*/ 0 h 2"/>
                  <a:gd name="T14" fmla="*/ 16 w 16"/>
                  <a:gd name="T1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">
                    <a:moveTo>
                      <a:pt x="16" y="1"/>
                    </a:moveTo>
                    <a:cubicBezTo>
                      <a:pt x="16" y="1"/>
                      <a:pt x="16" y="2"/>
                      <a:pt x="15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7" name="Freeform 79"/>
              <p:cNvSpPr>
                <a:spLocks noEditPoints="1"/>
              </p:cNvSpPr>
              <p:nvPr/>
            </p:nvSpPr>
            <p:spPr bwMode="auto">
              <a:xfrm>
                <a:off x="3660" y="2019"/>
                <a:ext cx="147" cy="109"/>
              </a:xfrm>
              <a:custGeom>
                <a:avLst/>
                <a:gdLst>
                  <a:gd name="T0" fmla="*/ 52 w 62"/>
                  <a:gd name="T1" fmla="*/ 0 h 46"/>
                  <a:gd name="T2" fmla="*/ 9 w 62"/>
                  <a:gd name="T3" fmla="*/ 1 h 46"/>
                  <a:gd name="T4" fmla="*/ 0 w 62"/>
                  <a:gd name="T5" fmla="*/ 11 h 46"/>
                  <a:gd name="T6" fmla="*/ 0 w 62"/>
                  <a:gd name="T7" fmla="*/ 37 h 46"/>
                  <a:gd name="T8" fmla="*/ 10 w 62"/>
                  <a:gd name="T9" fmla="*/ 46 h 46"/>
                  <a:gd name="T10" fmla="*/ 53 w 62"/>
                  <a:gd name="T11" fmla="*/ 45 h 46"/>
                  <a:gd name="T12" fmla="*/ 62 w 62"/>
                  <a:gd name="T13" fmla="*/ 35 h 46"/>
                  <a:gd name="T14" fmla="*/ 61 w 62"/>
                  <a:gd name="T15" fmla="*/ 9 h 46"/>
                  <a:gd name="T16" fmla="*/ 52 w 62"/>
                  <a:gd name="T17" fmla="*/ 0 h 46"/>
                  <a:gd name="T18" fmla="*/ 9 w 62"/>
                  <a:gd name="T19" fmla="*/ 5 h 46"/>
                  <a:gd name="T20" fmla="*/ 52 w 62"/>
                  <a:gd name="T21" fmla="*/ 4 h 46"/>
                  <a:gd name="T22" fmla="*/ 57 w 62"/>
                  <a:gd name="T23" fmla="*/ 9 h 46"/>
                  <a:gd name="T24" fmla="*/ 57 w 62"/>
                  <a:gd name="T25" fmla="*/ 12 h 46"/>
                  <a:gd name="T26" fmla="*/ 4 w 62"/>
                  <a:gd name="T27" fmla="*/ 13 h 46"/>
                  <a:gd name="T28" fmla="*/ 4 w 62"/>
                  <a:gd name="T29" fmla="*/ 11 h 46"/>
                  <a:gd name="T30" fmla="*/ 9 w 62"/>
                  <a:gd name="T31" fmla="*/ 5 h 46"/>
                  <a:gd name="T32" fmla="*/ 52 w 62"/>
                  <a:gd name="T33" fmla="*/ 41 h 46"/>
                  <a:gd name="T34" fmla="*/ 10 w 62"/>
                  <a:gd name="T35" fmla="*/ 42 h 46"/>
                  <a:gd name="T36" fmla="*/ 5 w 62"/>
                  <a:gd name="T37" fmla="*/ 37 h 46"/>
                  <a:gd name="T38" fmla="*/ 4 w 62"/>
                  <a:gd name="T39" fmla="*/ 23 h 46"/>
                  <a:gd name="T40" fmla="*/ 57 w 62"/>
                  <a:gd name="T41" fmla="*/ 22 h 46"/>
                  <a:gd name="T42" fmla="*/ 58 w 62"/>
                  <a:gd name="T43" fmla="*/ 36 h 46"/>
                  <a:gd name="T44" fmla="*/ 52 w 62"/>
                  <a:gd name="T45" fmla="*/ 41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2" h="46">
                    <a:moveTo>
                      <a:pt x="52" y="0"/>
                    </a:moveTo>
                    <a:cubicBezTo>
                      <a:pt x="9" y="1"/>
                      <a:pt x="9" y="1"/>
                      <a:pt x="9" y="1"/>
                    </a:cubicBezTo>
                    <a:cubicBezTo>
                      <a:pt x="4" y="1"/>
                      <a:pt x="0" y="5"/>
                      <a:pt x="0" y="11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42"/>
                      <a:pt x="5" y="46"/>
                      <a:pt x="10" y="46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8" y="45"/>
                      <a:pt x="62" y="41"/>
                      <a:pt x="62" y="35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1" y="4"/>
                      <a:pt x="57" y="0"/>
                      <a:pt x="52" y="0"/>
                    </a:cubicBezTo>
                    <a:close/>
                    <a:moveTo>
                      <a:pt x="9" y="5"/>
                    </a:moveTo>
                    <a:cubicBezTo>
                      <a:pt x="52" y="4"/>
                      <a:pt x="52" y="4"/>
                      <a:pt x="52" y="4"/>
                    </a:cubicBezTo>
                    <a:cubicBezTo>
                      <a:pt x="55" y="4"/>
                      <a:pt x="57" y="6"/>
                      <a:pt x="57" y="9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8"/>
                      <a:pt x="6" y="5"/>
                      <a:pt x="9" y="5"/>
                    </a:cubicBezTo>
                    <a:close/>
                    <a:moveTo>
                      <a:pt x="52" y="41"/>
                    </a:moveTo>
                    <a:cubicBezTo>
                      <a:pt x="10" y="42"/>
                      <a:pt x="10" y="42"/>
                      <a:pt x="10" y="42"/>
                    </a:cubicBezTo>
                    <a:cubicBezTo>
                      <a:pt x="7" y="42"/>
                      <a:pt x="5" y="40"/>
                      <a:pt x="5" y="37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57" y="22"/>
                      <a:pt x="57" y="22"/>
                      <a:pt x="57" y="22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8" y="39"/>
                      <a:pt x="55" y="41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8" name="Freeform 80"/>
              <p:cNvSpPr/>
              <p:nvPr/>
            </p:nvSpPr>
            <p:spPr bwMode="auto">
              <a:xfrm>
                <a:off x="3679" y="2080"/>
                <a:ext cx="71" cy="12"/>
              </a:xfrm>
              <a:custGeom>
                <a:avLst/>
                <a:gdLst>
                  <a:gd name="T0" fmla="*/ 30 w 30"/>
                  <a:gd name="T1" fmla="*/ 2 h 5"/>
                  <a:gd name="T2" fmla="*/ 28 w 30"/>
                  <a:gd name="T3" fmla="*/ 4 h 5"/>
                  <a:gd name="T4" fmla="*/ 2 w 30"/>
                  <a:gd name="T5" fmla="*/ 5 h 5"/>
                  <a:gd name="T6" fmla="*/ 0 w 30"/>
                  <a:gd name="T7" fmla="*/ 3 h 5"/>
                  <a:gd name="T8" fmla="*/ 0 w 30"/>
                  <a:gd name="T9" fmla="*/ 3 h 5"/>
                  <a:gd name="T10" fmla="*/ 2 w 30"/>
                  <a:gd name="T11" fmla="*/ 1 h 5"/>
                  <a:gd name="T12" fmla="*/ 28 w 30"/>
                  <a:gd name="T13" fmla="*/ 0 h 5"/>
                  <a:gd name="T14" fmla="*/ 30 w 30"/>
                  <a:gd name="T1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5">
                    <a:moveTo>
                      <a:pt x="30" y="2"/>
                    </a:moveTo>
                    <a:cubicBezTo>
                      <a:pt x="30" y="3"/>
                      <a:pt x="29" y="4"/>
                      <a:pt x="28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1"/>
                      <a:pt x="2" y="1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9" y="0"/>
                      <a:pt x="30" y="1"/>
                      <a:pt x="3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39" name="Freeform 81"/>
              <p:cNvSpPr/>
              <p:nvPr/>
            </p:nvSpPr>
            <p:spPr bwMode="auto">
              <a:xfrm>
                <a:off x="3679" y="2099"/>
                <a:ext cx="43" cy="10"/>
              </a:xfrm>
              <a:custGeom>
                <a:avLst/>
                <a:gdLst>
                  <a:gd name="T0" fmla="*/ 18 w 18"/>
                  <a:gd name="T1" fmla="*/ 2 h 4"/>
                  <a:gd name="T2" fmla="*/ 16 w 18"/>
                  <a:gd name="T3" fmla="*/ 4 h 4"/>
                  <a:gd name="T4" fmla="*/ 3 w 18"/>
                  <a:gd name="T5" fmla="*/ 4 h 4"/>
                  <a:gd name="T6" fmla="*/ 0 w 18"/>
                  <a:gd name="T7" fmla="*/ 2 h 4"/>
                  <a:gd name="T8" fmla="*/ 0 w 18"/>
                  <a:gd name="T9" fmla="*/ 2 h 4"/>
                  <a:gd name="T10" fmla="*/ 3 w 18"/>
                  <a:gd name="T11" fmla="*/ 0 h 4"/>
                  <a:gd name="T12" fmla="*/ 16 w 18"/>
                  <a:gd name="T13" fmla="*/ 0 h 4"/>
                  <a:gd name="T14" fmla="*/ 18 w 18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">
                    <a:moveTo>
                      <a:pt x="18" y="2"/>
                    </a:moveTo>
                    <a:cubicBezTo>
                      <a:pt x="18" y="3"/>
                      <a:pt x="17" y="4"/>
                      <a:pt x="16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4"/>
                      <a:pt x="1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7" y="0"/>
                      <a:pt x="18" y="1"/>
                      <a:pt x="1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0" name="Freeform 82"/>
              <p:cNvSpPr>
                <a:spLocks noEditPoints="1"/>
              </p:cNvSpPr>
              <p:nvPr/>
            </p:nvSpPr>
            <p:spPr bwMode="auto">
              <a:xfrm>
                <a:off x="3726" y="2586"/>
                <a:ext cx="112" cy="83"/>
              </a:xfrm>
              <a:custGeom>
                <a:avLst/>
                <a:gdLst>
                  <a:gd name="T0" fmla="*/ 39 w 47"/>
                  <a:gd name="T1" fmla="*/ 0 h 35"/>
                  <a:gd name="T2" fmla="*/ 7 w 47"/>
                  <a:gd name="T3" fmla="*/ 1 h 35"/>
                  <a:gd name="T4" fmla="*/ 0 w 47"/>
                  <a:gd name="T5" fmla="*/ 8 h 35"/>
                  <a:gd name="T6" fmla="*/ 1 w 47"/>
                  <a:gd name="T7" fmla="*/ 28 h 35"/>
                  <a:gd name="T8" fmla="*/ 8 w 47"/>
                  <a:gd name="T9" fmla="*/ 35 h 35"/>
                  <a:gd name="T10" fmla="*/ 40 w 47"/>
                  <a:gd name="T11" fmla="*/ 34 h 35"/>
                  <a:gd name="T12" fmla="*/ 47 w 47"/>
                  <a:gd name="T13" fmla="*/ 27 h 35"/>
                  <a:gd name="T14" fmla="*/ 46 w 47"/>
                  <a:gd name="T15" fmla="*/ 7 h 35"/>
                  <a:gd name="T16" fmla="*/ 39 w 47"/>
                  <a:gd name="T17" fmla="*/ 0 h 35"/>
                  <a:gd name="T18" fmla="*/ 7 w 47"/>
                  <a:gd name="T19" fmla="*/ 4 h 35"/>
                  <a:gd name="T20" fmla="*/ 39 w 47"/>
                  <a:gd name="T21" fmla="*/ 3 h 35"/>
                  <a:gd name="T22" fmla="*/ 43 w 47"/>
                  <a:gd name="T23" fmla="*/ 7 h 35"/>
                  <a:gd name="T24" fmla="*/ 43 w 47"/>
                  <a:gd name="T25" fmla="*/ 9 h 35"/>
                  <a:gd name="T26" fmla="*/ 3 w 47"/>
                  <a:gd name="T27" fmla="*/ 10 h 35"/>
                  <a:gd name="T28" fmla="*/ 3 w 47"/>
                  <a:gd name="T29" fmla="*/ 8 h 35"/>
                  <a:gd name="T30" fmla="*/ 7 w 47"/>
                  <a:gd name="T31" fmla="*/ 4 h 35"/>
                  <a:gd name="T32" fmla="*/ 40 w 47"/>
                  <a:gd name="T33" fmla="*/ 31 h 35"/>
                  <a:gd name="T34" fmla="*/ 8 w 47"/>
                  <a:gd name="T35" fmla="*/ 32 h 35"/>
                  <a:gd name="T36" fmla="*/ 4 w 47"/>
                  <a:gd name="T37" fmla="*/ 28 h 35"/>
                  <a:gd name="T38" fmla="*/ 4 w 47"/>
                  <a:gd name="T39" fmla="*/ 18 h 35"/>
                  <a:gd name="T40" fmla="*/ 43 w 47"/>
                  <a:gd name="T41" fmla="*/ 17 h 35"/>
                  <a:gd name="T42" fmla="*/ 44 w 47"/>
                  <a:gd name="T43" fmla="*/ 27 h 35"/>
                  <a:gd name="T44" fmla="*/ 40 w 47"/>
                  <a:gd name="T4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35">
                    <a:moveTo>
                      <a:pt x="39" y="0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3" y="1"/>
                      <a:pt x="0" y="4"/>
                      <a:pt x="0" y="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32"/>
                      <a:pt x="4" y="35"/>
                      <a:pt x="8" y="35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4" y="34"/>
                      <a:pt x="47" y="31"/>
                      <a:pt x="47" y="27"/>
                    </a:cubicBezTo>
                    <a:cubicBezTo>
                      <a:pt x="46" y="7"/>
                      <a:pt x="46" y="7"/>
                      <a:pt x="46" y="7"/>
                    </a:cubicBezTo>
                    <a:cubicBezTo>
                      <a:pt x="46" y="3"/>
                      <a:pt x="43" y="0"/>
                      <a:pt x="39" y="0"/>
                    </a:cubicBezTo>
                    <a:close/>
                    <a:moveTo>
                      <a:pt x="7" y="4"/>
                    </a:moveTo>
                    <a:cubicBezTo>
                      <a:pt x="39" y="3"/>
                      <a:pt x="39" y="3"/>
                      <a:pt x="39" y="3"/>
                    </a:cubicBezTo>
                    <a:cubicBezTo>
                      <a:pt x="41" y="3"/>
                      <a:pt x="43" y="5"/>
                      <a:pt x="43" y="7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6"/>
                      <a:pt x="5" y="4"/>
                      <a:pt x="7" y="4"/>
                    </a:cubicBezTo>
                    <a:close/>
                    <a:moveTo>
                      <a:pt x="40" y="31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6" y="32"/>
                      <a:pt x="4" y="30"/>
                      <a:pt x="4" y="28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9"/>
                      <a:pt x="42" y="31"/>
                      <a:pt x="40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1" name="Freeform 83"/>
              <p:cNvSpPr/>
              <p:nvPr/>
            </p:nvSpPr>
            <p:spPr bwMode="auto">
              <a:xfrm>
                <a:off x="3743" y="2633"/>
                <a:ext cx="52" cy="8"/>
              </a:xfrm>
              <a:custGeom>
                <a:avLst/>
                <a:gdLst>
                  <a:gd name="T0" fmla="*/ 22 w 22"/>
                  <a:gd name="T1" fmla="*/ 1 h 3"/>
                  <a:gd name="T2" fmla="*/ 20 w 22"/>
                  <a:gd name="T3" fmla="*/ 3 h 3"/>
                  <a:gd name="T4" fmla="*/ 1 w 22"/>
                  <a:gd name="T5" fmla="*/ 3 h 3"/>
                  <a:gd name="T6" fmla="*/ 0 w 22"/>
                  <a:gd name="T7" fmla="*/ 2 h 3"/>
                  <a:gd name="T8" fmla="*/ 0 w 22"/>
                  <a:gd name="T9" fmla="*/ 2 h 3"/>
                  <a:gd name="T10" fmla="*/ 1 w 22"/>
                  <a:gd name="T11" fmla="*/ 0 h 3"/>
                  <a:gd name="T12" fmla="*/ 20 w 22"/>
                  <a:gd name="T13" fmla="*/ 0 h 3"/>
                  <a:gd name="T14" fmla="*/ 22 w 22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3">
                    <a:moveTo>
                      <a:pt x="22" y="1"/>
                    </a:moveTo>
                    <a:cubicBezTo>
                      <a:pt x="22" y="2"/>
                      <a:pt x="21" y="3"/>
                      <a:pt x="2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1" y="0"/>
                      <a:pt x="22" y="0"/>
                      <a:pt x="2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2" name="Freeform 84"/>
              <p:cNvSpPr/>
              <p:nvPr/>
            </p:nvSpPr>
            <p:spPr bwMode="auto">
              <a:xfrm>
                <a:off x="3743" y="2648"/>
                <a:ext cx="31" cy="7"/>
              </a:xfrm>
              <a:custGeom>
                <a:avLst/>
                <a:gdLst>
                  <a:gd name="T0" fmla="*/ 13 w 13"/>
                  <a:gd name="T1" fmla="*/ 1 h 3"/>
                  <a:gd name="T2" fmla="*/ 11 w 13"/>
                  <a:gd name="T3" fmla="*/ 3 h 3"/>
                  <a:gd name="T4" fmla="*/ 1 w 13"/>
                  <a:gd name="T5" fmla="*/ 3 h 3"/>
                  <a:gd name="T6" fmla="*/ 0 w 13"/>
                  <a:gd name="T7" fmla="*/ 1 h 3"/>
                  <a:gd name="T8" fmla="*/ 0 w 13"/>
                  <a:gd name="T9" fmla="*/ 1 h 3"/>
                  <a:gd name="T10" fmla="*/ 1 w 13"/>
                  <a:gd name="T11" fmla="*/ 0 h 3"/>
                  <a:gd name="T12" fmla="*/ 11 w 13"/>
                  <a:gd name="T13" fmla="*/ 0 h 3"/>
                  <a:gd name="T14" fmla="*/ 13 w 13"/>
                  <a:gd name="T1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3">
                    <a:moveTo>
                      <a:pt x="13" y="1"/>
                    </a:moveTo>
                    <a:cubicBezTo>
                      <a:pt x="13" y="2"/>
                      <a:pt x="12" y="3"/>
                      <a:pt x="1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3" y="0"/>
                      <a:pt x="1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3" name="Freeform 85"/>
              <p:cNvSpPr>
                <a:spLocks noEditPoints="1"/>
              </p:cNvSpPr>
              <p:nvPr/>
            </p:nvSpPr>
            <p:spPr bwMode="auto">
              <a:xfrm>
                <a:off x="3861" y="2484"/>
                <a:ext cx="15" cy="28"/>
              </a:xfrm>
              <a:custGeom>
                <a:avLst/>
                <a:gdLst>
                  <a:gd name="T0" fmla="*/ 1 w 6"/>
                  <a:gd name="T1" fmla="*/ 6 h 12"/>
                  <a:gd name="T2" fmla="*/ 0 w 6"/>
                  <a:gd name="T3" fmla="*/ 7 h 12"/>
                  <a:gd name="T4" fmla="*/ 0 w 6"/>
                  <a:gd name="T5" fmla="*/ 9 h 12"/>
                  <a:gd name="T6" fmla="*/ 1 w 6"/>
                  <a:gd name="T7" fmla="*/ 9 h 12"/>
                  <a:gd name="T8" fmla="*/ 2 w 6"/>
                  <a:gd name="T9" fmla="*/ 10 h 12"/>
                  <a:gd name="T10" fmla="*/ 2 w 6"/>
                  <a:gd name="T11" fmla="*/ 11 h 12"/>
                  <a:gd name="T12" fmla="*/ 2 w 6"/>
                  <a:gd name="T13" fmla="*/ 12 h 12"/>
                  <a:gd name="T14" fmla="*/ 2 w 6"/>
                  <a:gd name="T15" fmla="*/ 11 h 12"/>
                  <a:gd name="T16" fmla="*/ 2 w 6"/>
                  <a:gd name="T17" fmla="*/ 10 h 12"/>
                  <a:gd name="T18" fmla="*/ 3 w 6"/>
                  <a:gd name="T19" fmla="*/ 10 h 12"/>
                  <a:gd name="T20" fmla="*/ 3 w 6"/>
                  <a:gd name="T21" fmla="*/ 11 h 12"/>
                  <a:gd name="T22" fmla="*/ 4 w 6"/>
                  <a:gd name="T23" fmla="*/ 12 h 12"/>
                  <a:gd name="T24" fmla="*/ 4 w 6"/>
                  <a:gd name="T25" fmla="*/ 11 h 12"/>
                  <a:gd name="T26" fmla="*/ 4 w 6"/>
                  <a:gd name="T27" fmla="*/ 10 h 12"/>
                  <a:gd name="T28" fmla="*/ 5 w 6"/>
                  <a:gd name="T29" fmla="*/ 10 h 12"/>
                  <a:gd name="T30" fmla="*/ 6 w 6"/>
                  <a:gd name="T31" fmla="*/ 10 h 12"/>
                  <a:gd name="T32" fmla="*/ 6 w 6"/>
                  <a:gd name="T33" fmla="*/ 9 h 12"/>
                  <a:gd name="T34" fmla="*/ 6 w 6"/>
                  <a:gd name="T35" fmla="*/ 9 h 12"/>
                  <a:gd name="T36" fmla="*/ 6 w 6"/>
                  <a:gd name="T37" fmla="*/ 8 h 12"/>
                  <a:gd name="T38" fmla="*/ 6 w 6"/>
                  <a:gd name="T39" fmla="*/ 8 h 12"/>
                  <a:gd name="T40" fmla="*/ 5 w 6"/>
                  <a:gd name="T41" fmla="*/ 8 h 12"/>
                  <a:gd name="T42" fmla="*/ 4 w 6"/>
                  <a:gd name="T43" fmla="*/ 9 h 12"/>
                  <a:gd name="T44" fmla="*/ 4 w 6"/>
                  <a:gd name="T45" fmla="*/ 6 h 12"/>
                  <a:gd name="T46" fmla="*/ 4 w 6"/>
                  <a:gd name="T47" fmla="*/ 6 h 12"/>
                  <a:gd name="T48" fmla="*/ 5 w 6"/>
                  <a:gd name="T49" fmla="*/ 5 h 12"/>
                  <a:gd name="T50" fmla="*/ 6 w 6"/>
                  <a:gd name="T51" fmla="*/ 5 h 12"/>
                  <a:gd name="T52" fmla="*/ 6 w 6"/>
                  <a:gd name="T53" fmla="*/ 4 h 12"/>
                  <a:gd name="T54" fmla="*/ 6 w 6"/>
                  <a:gd name="T55" fmla="*/ 3 h 12"/>
                  <a:gd name="T56" fmla="*/ 5 w 6"/>
                  <a:gd name="T57" fmla="*/ 2 h 12"/>
                  <a:gd name="T58" fmla="*/ 4 w 6"/>
                  <a:gd name="T59" fmla="*/ 2 h 12"/>
                  <a:gd name="T60" fmla="*/ 4 w 6"/>
                  <a:gd name="T61" fmla="*/ 0 h 12"/>
                  <a:gd name="T62" fmla="*/ 4 w 6"/>
                  <a:gd name="T63" fmla="*/ 0 h 12"/>
                  <a:gd name="T64" fmla="*/ 4 w 6"/>
                  <a:gd name="T65" fmla="*/ 0 h 12"/>
                  <a:gd name="T66" fmla="*/ 4 w 6"/>
                  <a:gd name="T67" fmla="*/ 1 h 12"/>
                  <a:gd name="T68" fmla="*/ 3 w 6"/>
                  <a:gd name="T69" fmla="*/ 1 h 12"/>
                  <a:gd name="T70" fmla="*/ 3 w 6"/>
                  <a:gd name="T71" fmla="*/ 1 h 12"/>
                  <a:gd name="T72" fmla="*/ 3 w 6"/>
                  <a:gd name="T73" fmla="*/ 0 h 12"/>
                  <a:gd name="T74" fmla="*/ 2 w 6"/>
                  <a:gd name="T75" fmla="*/ 0 h 12"/>
                  <a:gd name="T76" fmla="*/ 2 w 6"/>
                  <a:gd name="T77" fmla="*/ 0 h 12"/>
                  <a:gd name="T78" fmla="*/ 2 w 6"/>
                  <a:gd name="T79" fmla="*/ 1 h 12"/>
                  <a:gd name="T80" fmla="*/ 1 w 6"/>
                  <a:gd name="T81" fmla="*/ 1 h 12"/>
                  <a:gd name="T82" fmla="*/ 1 w 6"/>
                  <a:gd name="T83" fmla="*/ 1 h 12"/>
                  <a:gd name="T84" fmla="*/ 1 w 6"/>
                  <a:gd name="T85" fmla="*/ 1 h 12"/>
                  <a:gd name="T86" fmla="*/ 1 w 6"/>
                  <a:gd name="T87" fmla="*/ 2 h 12"/>
                  <a:gd name="T88" fmla="*/ 1 w 6"/>
                  <a:gd name="T89" fmla="*/ 2 h 12"/>
                  <a:gd name="T90" fmla="*/ 1 w 6"/>
                  <a:gd name="T91" fmla="*/ 3 h 12"/>
                  <a:gd name="T92" fmla="*/ 1 w 6"/>
                  <a:gd name="T93" fmla="*/ 3 h 12"/>
                  <a:gd name="T94" fmla="*/ 2 w 6"/>
                  <a:gd name="T95" fmla="*/ 3 h 12"/>
                  <a:gd name="T96" fmla="*/ 2 w 6"/>
                  <a:gd name="T97" fmla="*/ 3 h 12"/>
                  <a:gd name="T98" fmla="*/ 2 w 6"/>
                  <a:gd name="T99" fmla="*/ 5 h 12"/>
                  <a:gd name="T100" fmla="*/ 1 w 6"/>
                  <a:gd name="T101" fmla="*/ 6 h 12"/>
                  <a:gd name="T102" fmla="*/ 3 w 6"/>
                  <a:gd name="T103" fmla="*/ 7 h 12"/>
                  <a:gd name="T104" fmla="*/ 3 w 6"/>
                  <a:gd name="T105" fmla="*/ 6 h 12"/>
                  <a:gd name="T106" fmla="*/ 3 w 6"/>
                  <a:gd name="T107" fmla="*/ 9 h 12"/>
                  <a:gd name="T108" fmla="*/ 3 w 6"/>
                  <a:gd name="T109" fmla="*/ 8 h 12"/>
                  <a:gd name="T110" fmla="*/ 3 w 6"/>
                  <a:gd name="T111" fmla="*/ 7 h 12"/>
                  <a:gd name="T112" fmla="*/ 3 w 6"/>
                  <a:gd name="T113" fmla="*/ 3 h 12"/>
                  <a:gd name="T114" fmla="*/ 3 w 6"/>
                  <a:gd name="T115" fmla="*/ 3 h 12"/>
                  <a:gd name="T116" fmla="*/ 3 w 6"/>
                  <a:gd name="T117" fmla="*/ 4 h 12"/>
                  <a:gd name="T118" fmla="*/ 3 w 6"/>
                  <a:gd name="T119" fmla="*/ 5 h 12"/>
                  <a:gd name="T120" fmla="*/ 3 w 6"/>
                  <a:gd name="T121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" h="12">
                    <a:moveTo>
                      <a:pt x="1" y="6"/>
                    </a:moveTo>
                    <a:cubicBezTo>
                      <a:pt x="0" y="6"/>
                      <a:pt x="0" y="7"/>
                      <a:pt x="0" y="7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0"/>
                      <a:pt x="1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2"/>
                      <a:pt x="2" y="12"/>
                    </a:cubicBezTo>
                    <a:cubicBezTo>
                      <a:pt x="2" y="12"/>
                      <a:pt x="2" y="11"/>
                      <a:pt x="2" y="11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4" y="11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5" y="10"/>
                      <a:pt x="6" y="10"/>
                      <a:pt x="6" y="10"/>
                    </a:cubicBezTo>
                    <a:cubicBezTo>
                      <a:pt x="6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9"/>
                      <a:pt x="4" y="9"/>
                      <a:pt x="4" y="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6"/>
                      <a:pt x="5" y="5"/>
                      <a:pt x="5" y="5"/>
                    </a:cubicBezTo>
                    <a:cubicBezTo>
                      <a:pt x="5" y="5"/>
                      <a:pt x="5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1" y="6"/>
                      <a:pt x="1" y="6"/>
                    </a:cubicBezTo>
                    <a:close/>
                    <a:moveTo>
                      <a:pt x="3" y="7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8"/>
                      <a:pt x="3" y="8"/>
                    </a:cubicBezTo>
                    <a:lnTo>
                      <a:pt x="3" y="7"/>
                    </a:lnTo>
                    <a:close/>
                    <a:moveTo>
                      <a:pt x="3" y="3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4" name="Freeform 86"/>
              <p:cNvSpPr>
                <a:spLocks noEditPoints="1"/>
              </p:cNvSpPr>
              <p:nvPr/>
            </p:nvSpPr>
            <p:spPr bwMode="auto">
              <a:xfrm>
                <a:off x="3840" y="2470"/>
                <a:ext cx="57" cy="83"/>
              </a:xfrm>
              <a:custGeom>
                <a:avLst/>
                <a:gdLst>
                  <a:gd name="T0" fmla="*/ 9 w 24"/>
                  <a:gd name="T1" fmla="*/ 23 h 35"/>
                  <a:gd name="T2" fmla="*/ 8 w 24"/>
                  <a:gd name="T3" fmla="*/ 33 h 35"/>
                  <a:gd name="T4" fmla="*/ 10 w 24"/>
                  <a:gd name="T5" fmla="*/ 35 h 35"/>
                  <a:gd name="T6" fmla="*/ 13 w 24"/>
                  <a:gd name="T7" fmla="*/ 35 h 35"/>
                  <a:gd name="T8" fmla="*/ 15 w 24"/>
                  <a:gd name="T9" fmla="*/ 33 h 35"/>
                  <a:gd name="T10" fmla="*/ 15 w 24"/>
                  <a:gd name="T11" fmla="*/ 23 h 35"/>
                  <a:gd name="T12" fmla="*/ 24 w 24"/>
                  <a:gd name="T13" fmla="*/ 12 h 35"/>
                  <a:gd name="T14" fmla="*/ 12 w 24"/>
                  <a:gd name="T15" fmla="*/ 0 h 35"/>
                  <a:gd name="T16" fmla="*/ 0 w 24"/>
                  <a:gd name="T17" fmla="*/ 11 h 35"/>
                  <a:gd name="T18" fmla="*/ 9 w 24"/>
                  <a:gd name="T19" fmla="*/ 23 h 35"/>
                  <a:gd name="T20" fmla="*/ 4 w 24"/>
                  <a:gd name="T21" fmla="*/ 12 h 35"/>
                  <a:gd name="T22" fmla="*/ 12 w 24"/>
                  <a:gd name="T23" fmla="*/ 3 h 35"/>
                  <a:gd name="T24" fmla="*/ 20 w 24"/>
                  <a:gd name="T25" fmla="*/ 12 h 35"/>
                  <a:gd name="T26" fmla="*/ 12 w 24"/>
                  <a:gd name="T27" fmla="*/ 20 h 35"/>
                  <a:gd name="T28" fmla="*/ 4 w 24"/>
                  <a:gd name="T29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35">
                    <a:moveTo>
                      <a:pt x="9" y="23"/>
                    </a:moveTo>
                    <a:cubicBezTo>
                      <a:pt x="8" y="33"/>
                      <a:pt x="8" y="33"/>
                      <a:pt x="8" y="33"/>
                    </a:cubicBezTo>
                    <a:cubicBezTo>
                      <a:pt x="8" y="34"/>
                      <a:pt x="9" y="35"/>
                      <a:pt x="10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5" y="34"/>
                      <a:pt x="15" y="3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20" y="22"/>
                      <a:pt x="24" y="17"/>
                      <a:pt x="24" y="12"/>
                    </a:cubicBezTo>
                    <a:cubicBezTo>
                      <a:pt x="24" y="6"/>
                      <a:pt x="19" y="0"/>
                      <a:pt x="12" y="0"/>
                    </a:cubicBezTo>
                    <a:cubicBezTo>
                      <a:pt x="6" y="0"/>
                      <a:pt x="1" y="5"/>
                      <a:pt x="0" y="11"/>
                    </a:cubicBezTo>
                    <a:cubicBezTo>
                      <a:pt x="0" y="17"/>
                      <a:pt x="4" y="21"/>
                      <a:pt x="9" y="23"/>
                    </a:cubicBezTo>
                    <a:close/>
                    <a:moveTo>
                      <a:pt x="4" y="12"/>
                    </a:moveTo>
                    <a:cubicBezTo>
                      <a:pt x="4" y="7"/>
                      <a:pt x="8" y="3"/>
                      <a:pt x="12" y="3"/>
                    </a:cubicBezTo>
                    <a:cubicBezTo>
                      <a:pt x="17" y="4"/>
                      <a:pt x="21" y="7"/>
                      <a:pt x="20" y="12"/>
                    </a:cubicBezTo>
                    <a:cubicBezTo>
                      <a:pt x="20" y="17"/>
                      <a:pt x="16" y="20"/>
                      <a:pt x="12" y="20"/>
                    </a:cubicBezTo>
                    <a:cubicBezTo>
                      <a:pt x="7" y="20"/>
                      <a:pt x="4" y="16"/>
                      <a:pt x="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5" name="Freeform 87"/>
              <p:cNvSpPr/>
              <p:nvPr/>
            </p:nvSpPr>
            <p:spPr bwMode="auto">
              <a:xfrm>
                <a:off x="3807" y="2460"/>
                <a:ext cx="104" cy="64"/>
              </a:xfrm>
              <a:custGeom>
                <a:avLst/>
                <a:gdLst>
                  <a:gd name="T0" fmla="*/ 7 w 44"/>
                  <a:gd name="T1" fmla="*/ 0 h 27"/>
                  <a:gd name="T2" fmla="*/ 38 w 44"/>
                  <a:gd name="T3" fmla="*/ 1 h 27"/>
                  <a:gd name="T4" fmla="*/ 44 w 44"/>
                  <a:gd name="T5" fmla="*/ 6 h 27"/>
                  <a:gd name="T6" fmla="*/ 43 w 44"/>
                  <a:gd name="T7" fmla="*/ 22 h 27"/>
                  <a:gd name="T8" fmla="*/ 38 w 44"/>
                  <a:gd name="T9" fmla="*/ 27 h 27"/>
                  <a:gd name="T10" fmla="*/ 35 w 44"/>
                  <a:gd name="T11" fmla="*/ 27 h 27"/>
                  <a:gd name="T12" fmla="*/ 38 w 44"/>
                  <a:gd name="T13" fmla="*/ 25 h 27"/>
                  <a:gd name="T14" fmla="*/ 38 w 44"/>
                  <a:gd name="T15" fmla="*/ 25 h 27"/>
                  <a:gd name="T16" fmla="*/ 41 w 44"/>
                  <a:gd name="T17" fmla="*/ 22 h 27"/>
                  <a:gd name="T18" fmla="*/ 41 w 44"/>
                  <a:gd name="T19" fmla="*/ 6 h 27"/>
                  <a:gd name="T20" fmla="*/ 38 w 44"/>
                  <a:gd name="T21" fmla="*/ 3 h 27"/>
                  <a:gd name="T22" fmla="*/ 6 w 44"/>
                  <a:gd name="T23" fmla="*/ 2 h 27"/>
                  <a:gd name="T24" fmla="*/ 3 w 44"/>
                  <a:gd name="T25" fmla="*/ 5 h 27"/>
                  <a:gd name="T26" fmla="*/ 3 w 44"/>
                  <a:gd name="T27" fmla="*/ 21 h 27"/>
                  <a:gd name="T28" fmla="*/ 6 w 44"/>
                  <a:gd name="T29" fmla="*/ 24 h 27"/>
                  <a:gd name="T30" fmla="*/ 14 w 44"/>
                  <a:gd name="T31" fmla="*/ 24 h 27"/>
                  <a:gd name="T32" fmla="*/ 16 w 44"/>
                  <a:gd name="T33" fmla="*/ 27 h 27"/>
                  <a:gd name="T34" fmla="*/ 6 w 44"/>
                  <a:gd name="T35" fmla="*/ 26 h 27"/>
                  <a:gd name="T36" fmla="*/ 0 w 44"/>
                  <a:gd name="T37" fmla="*/ 21 h 27"/>
                  <a:gd name="T38" fmla="*/ 1 w 44"/>
                  <a:gd name="T39" fmla="*/ 5 h 27"/>
                  <a:gd name="T40" fmla="*/ 7 w 44"/>
                  <a:gd name="T4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" h="27">
                    <a:moveTo>
                      <a:pt x="7" y="0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41" y="1"/>
                      <a:pt x="44" y="3"/>
                      <a:pt x="44" y="6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5"/>
                      <a:pt x="41" y="27"/>
                      <a:pt x="38" y="27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6" y="27"/>
                      <a:pt x="37" y="26"/>
                      <a:pt x="38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9" y="25"/>
                      <a:pt x="41" y="24"/>
                      <a:pt x="41" y="22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41" y="5"/>
                      <a:pt x="40" y="3"/>
                      <a:pt x="38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3" y="3"/>
                      <a:pt x="3" y="5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3" y="22"/>
                      <a:pt x="4" y="24"/>
                      <a:pt x="6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5"/>
                      <a:pt x="15" y="26"/>
                      <a:pt x="16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3" y="26"/>
                      <a:pt x="0" y="24"/>
                      <a:pt x="0" y="21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3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6" name="Freeform 88"/>
              <p:cNvSpPr/>
              <p:nvPr/>
            </p:nvSpPr>
            <p:spPr bwMode="auto">
              <a:xfrm>
                <a:off x="3783" y="2353"/>
                <a:ext cx="69" cy="43"/>
              </a:xfrm>
              <a:custGeom>
                <a:avLst/>
                <a:gdLst>
                  <a:gd name="T0" fmla="*/ 29 w 29"/>
                  <a:gd name="T1" fmla="*/ 0 h 18"/>
                  <a:gd name="T2" fmla="*/ 15 w 29"/>
                  <a:gd name="T3" fmla="*/ 15 h 18"/>
                  <a:gd name="T4" fmla="*/ 10 w 29"/>
                  <a:gd name="T5" fmla="*/ 10 h 18"/>
                  <a:gd name="T6" fmla="*/ 0 w 29"/>
                  <a:gd name="T7" fmla="*/ 18 h 18"/>
                  <a:gd name="T8" fmla="*/ 0 w 29"/>
                  <a:gd name="T9" fmla="*/ 14 h 18"/>
                  <a:gd name="T10" fmla="*/ 10 w 29"/>
                  <a:gd name="T11" fmla="*/ 6 h 18"/>
                  <a:gd name="T12" fmla="*/ 15 w 29"/>
                  <a:gd name="T13" fmla="*/ 11 h 18"/>
                  <a:gd name="T14" fmla="*/ 29 w 29"/>
                  <a:gd name="T15" fmla="*/ 0 h 18"/>
                  <a:gd name="T16" fmla="*/ 29 w 29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18">
                    <a:moveTo>
                      <a:pt x="29" y="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7" name="Freeform 89"/>
              <p:cNvSpPr/>
              <p:nvPr/>
            </p:nvSpPr>
            <p:spPr bwMode="auto">
              <a:xfrm>
                <a:off x="3842" y="2401"/>
                <a:ext cx="0" cy="5"/>
              </a:xfrm>
              <a:custGeom>
                <a:avLst/>
                <a:gdLst>
                  <a:gd name="T0" fmla="*/ 0 h 2"/>
                  <a:gd name="T1" fmla="*/ 2 h 2"/>
                  <a:gd name="T2" fmla="*/ 1 h 2"/>
                  <a:gd name="T3" fmla="*/ 0 h 2"/>
                  <a:gd name="T4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8" name="Freeform 90"/>
              <p:cNvSpPr/>
              <p:nvPr/>
            </p:nvSpPr>
            <p:spPr bwMode="auto">
              <a:xfrm>
                <a:off x="3842" y="2394"/>
                <a:ext cx="0" cy="4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2 h 2"/>
                  <a:gd name="T4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49" name="Freeform 91"/>
              <p:cNvSpPr>
                <a:spLocks noEditPoints="1"/>
              </p:cNvSpPr>
              <p:nvPr/>
            </p:nvSpPr>
            <p:spPr bwMode="auto">
              <a:xfrm>
                <a:off x="3783" y="2363"/>
                <a:ext cx="71" cy="52"/>
              </a:xfrm>
              <a:custGeom>
                <a:avLst/>
                <a:gdLst>
                  <a:gd name="T0" fmla="*/ 29 w 30"/>
                  <a:gd name="T1" fmla="*/ 0 h 22"/>
                  <a:gd name="T2" fmla="*/ 27 w 30"/>
                  <a:gd name="T3" fmla="*/ 3 h 22"/>
                  <a:gd name="T4" fmla="*/ 15 w 30"/>
                  <a:gd name="T5" fmla="*/ 15 h 22"/>
                  <a:gd name="T6" fmla="*/ 10 w 30"/>
                  <a:gd name="T7" fmla="*/ 11 h 22"/>
                  <a:gd name="T8" fmla="*/ 0 w 30"/>
                  <a:gd name="T9" fmla="*/ 18 h 22"/>
                  <a:gd name="T10" fmla="*/ 0 w 30"/>
                  <a:gd name="T11" fmla="*/ 20 h 22"/>
                  <a:gd name="T12" fmla="*/ 2 w 30"/>
                  <a:gd name="T13" fmla="*/ 22 h 22"/>
                  <a:gd name="T14" fmla="*/ 27 w 30"/>
                  <a:gd name="T15" fmla="*/ 22 h 22"/>
                  <a:gd name="T16" fmla="*/ 30 w 30"/>
                  <a:gd name="T17" fmla="*/ 19 h 22"/>
                  <a:gd name="T18" fmla="*/ 29 w 30"/>
                  <a:gd name="T19" fmla="*/ 0 h 22"/>
                  <a:gd name="T20" fmla="*/ 27 w 30"/>
                  <a:gd name="T21" fmla="*/ 18 h 22"/>
                  <a:gd name="T22" fmla="*/ 26 w 30"/>
                  <a:gd name="T23" fmla="*/ 18 h 22"/>
                  <a:gd name="T24" fmla="*/ 26 w 30"/>
                  <a:gd name="T25" fmla="*/ 18 h 22"/>
                  <a:gd name="T26" fmla="*/ 26 w 30"/>
                  <a:gd name="T27" fmla="*/ 20 h 22"/>
                  <a:gd name="T28" fmla="*/ 26 w 30"/>
                  <a:gd name="T29" fmla="*/ 20 h 22"/>
                  <a:gd name="T30" fmla="*/ 25 w 30"/>
                  <a:gd name="T31" fmla="*/ 20 h 22"/>
                  <a:gd name="T32" fmla="*/ 25 w 30"/>
                  <a:gd name="T33" fmla="*/ 19 h 22"/>
                  <a:gd name="T34" fmla="*/ 25 w 30"/>
                  <a:gd name="T35" fmla="*/ 19 h 22"/>
                  <a:gd name="T36" fmla="*/ 25 w 30"/>
                  <a:gd name="T37" fmla="*/ 20 h 22"/>
                  <a:gd name="T38" fmla="*/ 24 w 30"/>
                  <a:gd name="T39" fmla="*/ 20 h 22"/>
                  <a:gd name="T40" fmla="*/ 24 w 30"/>
                  <a:gd name="T41" fmla="*/ 20 h 22"/>
                  <a:gd name="T42" fmla="*/ 24 w 30"/>
                  <a:gd name="T43" fmla="*/ 19 h 22"/>
                  <a:gd name="T44" fmla="*/ 23 w 30"/>
                  <a:gd name="T45" fmla="*/ 18 h 22"/>
                  <a:gd name="T46" fmla="*/ 23 w 30"/>
                  <a:gd name="T47" fmla="*/ 18 h 22"/>
                  <a:gd name="T48" fmla="*/ 23 w 30"/>
                  <a:gd name="T49" fmla="*/ 18 h 22"/>
                  <a:gd name="T50" fmla="*/ 23 w 30"/>
                  <a:gd name="T51" fmla="*/ 18 h 22"/>
                  <a:gd name="T52" fmla="*/ 23 w 30"/>
                  <a:gd name="T53" fmla="*/ 17 h 22"/>
                  <a:gd name="T54" fmla="*/ 23 w 30"/>
                  <a:gd name="T55" fmla="*/ 17 h 22"/>
                  <a:gd name="T56" fmla="*/ 24 w 30"/>
                  <a:gd name="T57" fmla="*/ 17 h 22"/>
                  <a:gd name="T58" fmla="*/ 24 w 30"/>
                  <a:gd name="T59" fmla="*/ 18 h 22"/>
                  <a:gd name="T60" fmla="*/ 24 w 30"/>
                  <a:gd name="T61" fmla="*/ 16 h 22"/>
                  <a:gd name="T62" fmla="*/ 24 w 30"/>
                  <a:gd name="T63" fmla="*/ 16 h 22"/>
                  <a:gd name="T64" fmla="*/ 23 w 30"/>
                  <a:gd name="T65" fmla="*/ 15 h 22"/>
                  <a:gd name="T66" fmla="*/ 23 w 30"/>
                  <a:gd name="T67" fmla="*/ 15 h 22"/>
                  <a:gd name="T68" fmla="*/ 23 w 30"/>
                  <a:gd name="T69" fmla="*/ 14 h 22"/>
                  <a:gd name="T70" fmla="*/ 23 w 30"/>
                  <a:gd name="T71" fmla="*/ 13 h 22"/>
                  <a:gd name="T72" fmla="*/ 23 w 30"/>
                  <a:gd name="T73" fmla="*/ 13 h 22"/>
                  <a:gd name="T74" fmla="*/ 24 w 30"/>
                  <a:gd name="T75" fmla="*/ 12 h 22"/>
                  <a:gd name="T76" fmla="*/ 24 w 30"/>
                  <a:gd name="T77" fmla="*/ 12 h 22"/>
                  <a:gd name="T78" fmla="*/ 24 w 30"/>
                  <a:gd name="T79" fmla="*/ 11 h 22"/>
                  <a:gd name="T80" fmla="*/ 25 w 30"/>
                  <a:gd name="T81" fmla="*/ 11 h 22"/>
                  <a:gd name="T82" fmla="*/ 25 w 30"/>
                  <a:gd name="T83" fmla="*/ 12 h 22"/>
                  <a:gd name="T84" fmla="*/ 25 w 30"/>
                  <a:gd name="T85" fmla="*/ 12 h 22"/>
                  <a:gd name="T86" fmla="*/ 25 w 30"/>
                  <a:gd name="T87" fmla="*/ 12 h 22"/>
                  <a:gd name="T88" fmla="*/ 25 w 30"/>
                  <a:gd name="T89" fmla="*/ 11 h 22"/>
                  <a:gd name="T90" fmla="*/ 25 w 30"/>
                  <a:gd name="T91" fmla="*/ 11 h 22"/>
                  <a:gd name="T92" fmla="*/ 26 w 30"/>
                  <a:gd name="T93" fmla="*/ 11 h 22"/>
                  <a:gd name="T94" fmla="*/ 26 w 30"/>
                  <a:gd name="T95" fmla="*/ 12 h 22"/>
                  <a:gd name="T96" fmla="*/ 26 w 30"/>
                  <a:gd name="T97" fmla="*/ 12 h 22"/>
                  <a:gd name="T98" fmla="*/ 26 w 30"/>
                  <a:gd name="T99" fmla="*/ 12 h 22"/>
                  <a:gd name="T100" fmla="*/ 27 w 30"/>
                  <a:gd name="T101" fmla="*/ 12 h 22"/>
                  <a:gd name="T102" fmla="*/ 27 w 30"/>
                  <a:gd name="T103" fmla="*/ 13 h 22"/>
                  <a:gd name="T104" fmla="*/ 27 w 30"/>
                  <a:gd name="T105" fmla="*/ 13 h 22"/>
                  <a:gd name="T106" fmla="*/ 27 w 30"/>
                  <a:gd name="T107" fmla="*/ 13 h 22"/>
                  <a:gd name="T108" fmla="*/ 26 w 30"/>
                  <a:gd name="T109" fmla="*/ 13 h 22"/>
                  <a:gd name="T110" fmla="*/ 26 w 30"/>
                  <a:gd name="T111" fmla="*/ 13 h 22"/>
                  <a:gd name="T112" fmla="*/ 26 w 30"/>
                  <a:gd name="T113" fmla="*/ 13 h 22"/>
                  <a:gd name="T114" fmla="*/ 26 w 30"/>
                  <a:gd name="T115" fmla="*/ 15 h 22"/>
                  <a:gd name="T116" fmla="*/ 27 w 30"/>
                  <a:gd name="T117" fmla="*/ 16 h 22"/>
                  <a:gd name="T118" fmla="*/ 27 w 30"/>
                  <a:gd name="T119" fmla="*/ 17 h 22"/>
                  <a:gd name="T120" fmla="*/ 27 w 30"/>
                  <a:gd name="T121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0" h="22">
                    <a:moveTo>
                      <a:pt x="29" y="0"/>
                    </a:moveTo>
                    <a:cubicBezTo>
                      <a:pt x="27" y="3"/>
                      <a:pt x="27" y="3"/>
                      <a:pt x="27" y="3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2"/>
                      <a:pt x="2" y="22"/>
                      <a:pt x="2" y="22"/>
                    </a:cubicBezTo>
                    <a:cubicBezTo>
                      <a:pt x="2" y="22"/>
                      <a:pt x="25" y="22"/>
                      <a:pt x="27" y="22"/>
                    </a:cubicBezTo>
                    <a:cubicBezTo>
                      <a:pt x="30" y="22"/>
                      <a:pt x="30" y="19"/>
                      <a:pt x="30" y="19"/>
                    </a:cubicBezTo>
                    <a:lnTo>
                      <a:pt x="29" y="0"/>
                    </a:lnTo>
                    <a:close/>
                    <a:moveTo>
                      <a:pt x="27" y="18"/>
                    </a:moveTo>
                    <a:cubicBezTo>
                      <a:pt x="27" y="18"/>
                      <a:pt x="27" y="18"/>
                      <a:pt x="26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9"/>
                      <a:pt x="24" y="19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7"/>
                      <a:pt x="23" y="17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3" y="17"/>
                      <a:pt x="23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5"/>
                      <a:pt x="24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3" y="14"/>
                      <a:pt x="23" y="14"/>
                      <a:pt x="23" y="13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4" y="13"/>
                      <a:pt x="24" y="13"/>
                      <a:pt x="2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11"/>
                      <a:pt x="25" y="11"/>
                      <a:pt x="25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6" y="12"/>
                      <a:pt x="27" y="12"/>
                      <a:pt x="27" y="12"/>
                    </a:cubicBezTo>
                    <a:cubicBezTo>
                      <a:pt x="27" y="12"/>
                      <a:pt x="27" y="12"/>
                      <a:pt x="27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6" y="15"/>
                      <a:pt x="26" y="15"/>
                      <a:pt x="27" y="16"/>
                    </a:cubicBezTo>
                    <a:cubicBezTo>
                      <a:pt x="27" y="16"/>
                      <a:pt x="27" y="16"/>
                      <a:pt x="27" y="17"/>
                    </a:cubicBezTo>
                    <a:cubicBezTo>
                      <a:pt x="27" y="17"/>
                      <a:pt x="27" y="17"/>
                      <a:pt x="2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0" name="Freeform 92"/>
              <p:cNvSpPr/>
              <p:nvPr/>
            </p:nvSpPr>
            <p:spPr bwMode="auto">
              <a:xfrm>
                <a:off x="3778" y="1613"/>
                <a:ext cx="83" cy="52"/>
              </a:xfrm>
              <a:custGeom>
                <a:avLst/>
                <a:gdLst>
                  <a:gd name="T0" fmla="*/ 35 w 35"/>
                  <a:gd name="T1" fmla="*/ 1 h 22"/>
                  <a:gd name="T2" fmla="*/ 18 w 35"/>
                  <a:gd name="T3" fmla="*/ 19 h 22"/>
                  <a:gd name="T4" fmla="*/ 12 w 35"/>
                  <a:gd name="T5" fmla="*/ 13 h 22"/>
                  <a:gd name="T6" fmla="*/ 0 w 35"/>
                  <a:gd name="T7" fmla="*/ 22 h 22"/>
                  <a:gd name="T8" fmla="*/ 0 w 35"/>
                  <a:gd name="T9" fmla="*/ 18 h 22"/>
                  <a:gd name="T10" fmla="*/ 12 w 35"/>
                  <a:gd name="T11" fmla="*/ 8 h 22"/>
                  <a:gd name="T12" fmla="*/ 18 w 35"/>
                  <a:gd name="T13" fmla="*/ 14 h 22"/>
                  <a:gd name="T14" fmla="*/ 35 w 35"/>
                  <a:gd name="T15" fmla="*/ 0 h 22"/>
                  <a:gd name="T16" fmla="*/ 35 w 35"/>
                  <a:gd name="T17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22">
                    <a:moveTo>
                      <a:pt x="35" y="1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1" name="Freeform 93"/>
              <p:cNvSpPr/>
              <p:nvPr/>
            </p:nvSpPr>
            <p:spPr bwMode="auto">
              <a:xfrm>
                <a:off x="3849" y="1670"/>
                <a:ext cx="3" cy="7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3 h 3"/>
                  <a:gd name="T4" fmla="*/ 1 w 1"/>
                  <a:gd name="T5" fmla="*/ 2 h 3"/>
                  <a:gd name="T6" fmla="*/ 1 w 1"/>
                  <a:gd name="T7" fmla="*/ 1 h 3"/>
                  <a:gd name="T8" fmla="*/ 0 w 1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2" name="Freeform 94"/>
              <p:cNvSpPr/>
              <p:nvPr/>
            </p:nvSpPr>
            <p:spPr bwMode="auto">
              <a:xfrm>
                <a:off x="3849" y="1663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0 w 1"/>
                  <a:gd name="T5" fmla="*/ 2 h 2"/>
                  <a:gd name="T6" fmla="*/ 1 w 1"/>
                  <a:gd name="T7" fmla="*/ 2 h 2"/>
                  <a:gd name="T8" fmla="*/ 0 w 1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3" name="Freeform 95"/>
              <p:cNvSpPr>
                <a:spLocks noEditPoints="1"/>
              </p:cNvSpPr>
              <p:nvPr/>
            </p:nvSpPr>
            <p:spPr bwMode="auto">
              <a:xfrm>
                <a:off x="3778" y="1627"/>
                <a:ext cx="86" cy="62"/>
              </a:xfrm>
              <a:custGeom>
                <a:avLst/>
                <a:gdLst>
                  <a:gd name="T0" fmla="*/ 35 w 36"/>
                  <a:gd name="T1" fmla="*/ 0 h 26"/>
                  <a:gd name="T2" fmla="*/ 33 w 36"/>
                  <a:gd name="T3" fmla="*/ 3 h 26"/>
                  <a:gd name="T4" fmla="*/ 18 w 36"/>
                  <a:gd name="T5" fmla="*/ 18 h 26"/>
                  <a:gd name="T6" fmla="*/ 12 w 36"/>
                  <a:gd name="T7" fmla="*/ 12 h 26"/>
                  <a:gd name="T8" fmla="*/ 0 w 36"/>
                  <a:gd name="T9" fmla="*/ 21 h 26"/>
                  <a:gd name="T10" fmla="*/ 0 w 36"/>
                  <a:gd name="T11" fmla="*/ 23 h 26"/>
                  <a:gd name="T12" fmla="*/ 3 w 36"/>
                  <a:gd name="T13" fmla="*/ 26 h 26"/>
                  <a:gd name="T14" fmla="*/ 33 w 36"/>
                  <a:gd name="T15" fmla="*/ 26 h 26"/>
                  <a:gd name="T16" fmla="*/ 36 w 36"/>
                  <a:gd name="T17" fmla="*/ 22 h 26"/>
                  <a:gd name="T18" fmla="*/ 35 w 36"/>
                  <a:gd name="T19" fmla="*/ 0 h 26"/>
                  <a:gd name="T20" fmla="*/ 32 w 36"/>
                  <a:gd name="T21" fmla="*/ 21 h 26"/>
                  <a:gd name="T22" fmla="*/ 32 w 36"/>
                  <a:gd name="T23" fmla="*/ 21 h 26"/>
                  <a:gd name="T24" fmla="*/ 31 w 36"/>
                  <a:gd name="T25" fmla="*/ 22 h 26"/>
                  <a:gd name="T26" fmla="*/ 31 w 36"/>
                  <a:gd name="T27" fmla="*/ 23 h 26"/>
                  <a:gd name="T28" fmla="*/ 31 w 36"/>
                  <a:gd name="T29" fmla="*/ 23 h 26"/>
                  <a:gd name="T30" fmla="*/ 31 w 36"/>
                  <a:gd name="T31" fmla="*/ 23 h 26"/>
                  <a:gd name="T32" fmla="*/ 31 w 36"/>
                  <a:gd name="T33" fmla="*/ 22 h 26"/>
                  <a:gd name="T34" fmla="*/ 30 w 36"/>
                  <a:gd name="T35" fmla="*/ 22 h 26"/>
                  <a:gd name="T36" fmla="*/ 30 w 36"/>
                  <a:gd name="T37" fmla="*/ 23 h 26"/>
                  <a:gd name="T38" fmla="*/ 30 w 36"/>
                  <a:gd name="T39" fmla="*/ 23 h 26"/>
                  <a:gd name="T40" fmla="*/ 29 w 36"/>
                  <a:gd name="T41" fmla="*/ 23 h 26"/>
                  <a:gd name="T42" fmla="*/ 29 w 36"/>
                  <a:gd name="T43" fmla="*/ 22 h 26"/>
                  <a:gd name="T44" fmla="*/ 28 w 36"/>
                  <a:gd name="T45" fmla="*/ 22 h 26"/>
                  <a:gd name="T46" fmla="*/ 28 w 36"/>
                  <a:gd name="T47" fmla="*/ 21 h 26"/>
                  <a:gd name="T48" fmla="*/ 28 w 36"/>
                  <a:gd name="T49" fmla="*/ 21 h 26"/>
                  <a:gd name="T50" fmla="*/ 28 w 36"/>
                  <a:gd name="T51" fmla="*/ 21 h 26"/>
                  <a:gd name="T52" fmla="*/ 28 w 36"/>
                  <a:gd name="T53" fmla="*/ 20 h 26"/>
                  <a:gd name="T54" fmla="*/ 28 w 36"/>
                  <a:gd name="T55" fmla="*/ 20 h 26"/>
                  <a:gd name="T56" fmla="*/ 29 w 36"/>
                  <a:gd name="T57" fmla="*/ 20 h 26"/>
                  <a:gd name="T58" fmla="*/ 29 w 36"/>
                  <a:gd name="T59" fmla="*/ 21 h 26"/>
                  <a:gd name="T60" fmla="*/ 29 w 36"/>
                  <a:gd name="T61" fmla="*/ 18 h 26"/>
                  <a:gd name="T62" fmla="*/ 29 w 36"/>
                  <a:gd name="T63" fmla="*/ 18 h 26"/>
                  <a:gd name="T64" fmla="*/ 28 w 36"/>
                  <a:gd name="T65" fmla="*/ 18 h 26"/>
                  <a:gd name="T66" fmla="*/ 28 w 36"/>
                  <a:gd name="T67" fmla="*/ 17 h 26"/>
                  <a:gd name="T68" fmla="*/ 28 w 36"/>
                  <a:gd name="T69" fmla="*/ 16 h 26"/>
                  <a:gd name="T70" fmla="*/ 28 w 36"/>
                  <a:gd name="T71" fmla="*/ 15 h 26"/>
                  <a:gd name="T72" fmla="*/ 28 w 36"/>
                  <a:gd name="T73" fmla="*/ 15 h 26"/>
                  <a:gd name="T74" fmla="*/ 29 w 36"/>
                  <a:gd name="T75" fmla="*/ 14 h 26"/>
                  <a:gd name="T76" fmla="*/ 29 w 36"/>
                  <a:gd name="T77" fmla="*/ 13 h 26"/>
                  <a:gd name="T78" fmla="*/ 29 w 36"/>
                  <a:gd name="T79" fmla="*/ 13 h 26"/>
                  <a:gd name="T80" fmla="*/ 30 w 36"/>
                  <a:gd name="T81" fmla="*/ 13 h 26"/>
                  <a:gd name="T82" fmla="*/ 30 w 36"/>
                  <a:gd name="T83" fmla="*/ 14 h 26"/>
                  <a:gd name="T84" fmla="*/ 30 w 36"/>
                  <a:gd name="T85" fmla="*/ 14 h 26"/>
                  <a:gd name="T86" fmla="*/ 30 w 36"/>
                  <a:gd name="T87" fmla="*/ 14 h 26"/>
                  <a:gd name="T88" fmla="*/ 30 w 36"/>
                  <a:gd name="T89" fmla="*/ 13 h 26"/>
                  <a:gd name="T90" fmla="*/ 31 w 36"/>
                  <a:gd name="T91" fmla="*/ 13 h 26"/>
                  <a:gd name="T92" fmla="*/ 31 w 36"/>
                  <a:gd name="T93" fmla="*/ 13 h 26"/>
                  <a:gd name="T94" fmla="*/ 31 w 36"/>
                  <a:gd name="T95" fmla="*/ 14 h 26"/>
                  <a:gd name="T96" fmla="*/ 32 w 36"/>
                  <a:gd name="T97" fmla="*/ 14 h 26"/>
                  <a:gd name="T98" fmla="*/ 32 w 36"/>
                  <a:gd name="T99" fmla="*/ 14 h 26"/>
                  <a:gd name="T100" fmla="*/ 32 w 36"/>
                  <a:gd name="T101" fmla="*/ 14 h 26"/>
                  <a:gd name="T102" fmla="*/ 32 w 36"/>
                  <a:gd name="T103" fmla="*/ 15 h 26"/>
                  <a:gd name="T104" fmla="*/ 32 w 36"/>
                  <a:gd name="T105" fmla="*/ 15 h 26"/>
                  <a:gd name="T106" fmla="*/ 32 w 36"/>
                  <a:gd name="T107" fmla="*/ 15 h 26"/>
                  <a:gd name="T108" fmla="*/ 32 w 36"/>
                  <a:gd name="T109" fmla="*/ 16 h 26"/>
                  <a:gd name="T110" fmla="*/ 31 w 36"/>
                  <a:gd name="T111" fmla="*/ 15 h 26"/>
                  <a:gd name="T112" fmla="*/ 31 w 36"/>
                  <a:gd name="T113" fmla="*/ 15 h 26"/>
                  <a:gd name="T114" fmla="*/ 31 w 36"/>
                  <a:gd name="T115" fmla="*/ 18 h 26"/>
                  <a:gd name="T116" fmla="*/ 32 w 36"/>
                  <a:gd name="T117" fmla="*/ 18 h 26"/>
                  <a:gd name="T118" fmla="*/ 33 w 36"/>
                  <a:gd name="T119" fmla="*/ 20 h 26"/>
                  <a:gd name="T120" fmla="*/ 32 w 36"/>
                  <a:gd name="T121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" h="26">
                    <a:moveTo>
                      <a:pt x="35" y="0"/>
                    </a:moveTo>
                    <a:cubicBezTo>
                      <a:pt x="33" y="3"/>
                      <a:pt x="33" y="3"/>
                      <a:pt x="33" y="3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6"/>
                      <a:pt x="3" y="26"/>
                      <a:pt x="3" y="26"/>
                    </a:cubicBezTo>
                    <a:cubicBezTo>
                      <a:pt x="3" y="26"/>
                      <a:pt x="31" y="26"/>
                      <a:pt x="33" y="26"/>
                    </a:cubicBezTo>
                    <a:cubicBezTo>
                      <a:pt x="36" y="25"/>
                      <a:pt x="36" y="22"/>
                      <a:pt x="36" y="22"/>
                    </a:cubicBezTo>
                    <a:lnTo>
                      <a:pt x="35" y="0"/>
                    </a:lnTo>
                    <a:close/>
                    <a:moveTo>
                      <a:pt x="32" y="21"/>
                    </a:moveTo>
                    <a:cubicBezTo>
                      <a:pt x="32" y="21"/>
                      <a:pt x="32" y="21"/>
                      <a:pt x="32" y="21"/>
                    </a:cubicBezTo>
                    <a:cubicBezTo>
                      <a:pt x="32" y="21"/>
                      <a:pt x="31" y="21"/>
                      <a:pt x="31" y="22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8" y="22"/>
                    </a:cubicBezTo>
                    <a:cubicBezTo>
                      <a:pt x="28" y="22"/>
                      <a:pt x="28" y="21"/>
                      <a:pt x="28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9" y="20"/>
                    </a:cubicBezTo>
                    <a:cubicBezTo>
                      <a:pt x="29" y="20"/>
                      <a:pt x="29" y="21"/>
                      <a:pt x="29" y="21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8"/>
                      <a:pt x="29" y="18"/>
                      <a:pt x="28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7"/>
                      <a:pt x="28" y="17"/>
                      <a:pt x="28" y="16"/>
                    </a:cubicBezTo>
                    <a:cubicBezTo>
                      <a:pt x="28" y="16"/>
                      <a:pt x="28" y="16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9" y="15"/>
                      <a:pt x="29" y="14"/>
                      <a:pt x="29" y="14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0" y="13"/>
                      <a:pt x="31" y="13"/>
                      <a:pt x="31" y="13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1" y="15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3" y="19"/>
                      <a:pt x="33" y="19"/>
                      <a:pt x="33" y="20"/>
                    </a:cubicBezTo>
                    <a:cubicBezTo>
                      <a:pt x="33" y="20"/>
                      <a:pt x="33" y="20"/>
                      <a:pt x="32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4" name="Freeform 96"/>
              <p:cNvSpPr>
                <a:spLocks noEditPoints="1"/>
              </p:cNvSpPr>
              <p:nvPr/>
            </p:nvSpPr>
            <p:spPr bwMode="auto">
              <a:xfrm>
                <a:off x="3660" y="1874"/>
                <a:ext cx="45" cy="45"/>
              </a:xfrm>
              <a:custGeom>
                <a:avLst/>
                <a:gdLst>
                  <a:gd name="T0" fmla="*/ 9 w 19"/>
                  <a:gd name="T1" fmla="*/ 0 h 19"/>
                  <a:gd name="T2" fmla="*/ 0 w 19"/>
                  <a:gd name="T3" fmla="*/ 9 h 19"/>
                  <a:gd name="T4" fmla="*/ 10 w 19"/>
                  <a:gd name="T5" fmla="*/ 18 h 19"/>
                  <a:gd name="T6" fmla="*/ 19 w 19"/>
                  <a:gd name="T7" fmla="*/ 9 h 19"/>
                  <a:gd name="T8" fmla="*/ 9 w 19"/>
                  <a:gd name="T9" fmla="*/ 0 h 19"/>
                  <a:gd name="T10" fmla="*/ 10 w 19"/>
                  <a:gd name="T11" fmla="*/ 17 h 19"/>
                  <a:gd name="T12" fmla="*/ 2 w 19"/>
                  <a:gd name="T13" fmla="*/ 9 h 19"/>
                  <a:gd name="T14" fmla="*/ 9 w 19"/>
                  <a:gd name="T15" fmla="*/ 2 h 19"/>
                  <a:gd name="T16" fmla="*/ 17 w 19"/>
                  <a:gd name="T17" fmla="*/ 9 h 19"/>
                  <a:gd name="T18" fmla="*/ 10 w 19"/>
                  <a:gd name="T19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" h="19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14"/>
                      <a:pt x="4" y="19"/>
                      <a:pt x="10" y="18"/>
                    </a:cubicBezTo>
                    <a:cubicBezTo>
                      <a:pt x="15" y="18"/>
                      <a:pt x="19" y="14"/>
                      <a:pt x="19" y="9"/>
                    </a:cubicBezTo>
                    <a:cubicBezTo>
                      <a:pt x="19" y="4"/>
                      <a:pt x="14" y="0"/>
                      <a:pt x="9" y="0"/>
                    </a:cubicBezTo>
                    <a:close/>
                    <a:moveTo>
                      <a:pt x="10" y="17"/>
                    </a:moveTo>
                    <a:cubicBezTo>
                      <a:pt x="5" y="17"/>
                      <a:pt x="2" y="13"/>
                      <a:pt x="2" y="9"/>
                    </a:cubicBezTo>
                    <a:cubicBezTo>
                      <a:pt x="2" y="5"/>
                      <a:pt x="5" y="2"/>
                      <a:pt x="9" y="2"/>
                    </a:cubicBezTo>
                    <a:cubicBezTo>
                      <a:pt x="13" y="2"/>
                      <a:pt x="17" y="5"/>
                      <a:pt x="17" y="9"/>
                    </a:cubicBezTo>
                    <a:cubicBezTo>
                      <a:pt x="17" y="13"/>
                      <a:pt x="14" y="17"/>
                      <a:pt x="1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5" name="Freeform 97"/>
              <p:cNvSpPr>
                <a:spLocks noEditPoints="1"/>
              </p:cNvSpPr>
              <p:nvPr/>
            </p:nvSpPr>
            <p:spPr bwMode="auto">
              <a:xfrm>
                <a:off x="3674" y="1881"/>
                <a:ext cx="17" cy="29"/>
              </a:xfrm>
              <a:custGeom>
                <a:avLst/>
                <a:gdLst>
                  <a:gd name="T0" fmla="*/ 5 w 7"/>
                  <a:gd name="T1" fmla="*/ 5 h 12"/>
                  <a:gd name="T2" fmla="*/ 5 w 7"/>
                  <a:gd name="T3" fmla="*/ 3 h 12"/>
                  <a:gd name="T4" fmla="*/ 5 w 7"/>
                  <a:gd name="T5" fmla="*/ 3 h 12"/>
                  <a:gd name="T6" fmla="*/ 6 w 7"/>
                  <a:gd name="T7" fmla="*/ 3 h 12"/>
                  <a:gd name="T8" fmla="*/ 6 w 7"/>
                  <a:gd name="T9" fmla="*/ 3 h 12"/>
                  <a:gd name="T10" fmla="*/ 6 w 7"/>
                  <a:gd name="T11" fmla="*/ 2 h 12"/>
                  <a:gd name="T12" fmla="*/ 6 w 7"/>
                  <a:gd name="T13" fmla="*/ 2 h 12"/>
                  <a:gd name="T14" fmla="*/ 6 w 7"/>
                  <a:gd name="T15" fmla="*/ 2 h 12"/>
                  <a:gd name="T16" fmla="*/ 6 w 7"/>
                  <a:gd name="T17" fmla="*/ 2 h 12"/>
                  <a:gd name="T18" fmla="*/ 5 w 7"/>
                  <a:gd name="T19" fmla="*/ 2 h 12"/>
                  <a:gd name="T20" fmla="*/ 5 w 7"/>
                  <a:gd name="T21" fmla="*/ 1 h 12"/>
                  <a:gd name="T22" fmla="*/ 5 w 7"/>
                  <a:gd name="T23" fmla="*/ 0 h 12"/>
                  <a:gd name="T24" fmla="*/ 4 w 7"/>
                  <a:gd name="T25" fmla="*/ 0 h 12"/>
                  <a:gd name="T26" fmla="*/ 4 w 7"/>
                  <a:gd name="T27" fmla="*/ 0 h 12"/>
                  <a:gd name="T28" fmla="*/ 4 w 7"/>
                  <a:gd name="T29" fmla="*/ 1 h 12"/>
                  <a:gd name="T30" fmla="*/ 4 w 7"/>
                  <a:gd name="T31" fmla="*/ 1 h 12"/>
                  <a:gd name="T32" fmla="*/ 3 w 7"/>
                  <a:gd name="T33" fmla="*/ 2 h 12"/>
                  <a:gd name="T34" fmla="*/ 3 w 7"/>
                  <a:gd name="T35" fmla="*/ 0 h 12"/>
                  <a:gd name="T36" fmla="*/ 3 w 7"/>
                  <a:gd name="T37" fmla="*/ 0 h 12"/>
                  <a:gd name="T38" fmla="*/ 2 w 7"/>
                  <a:gd name="T39" fmla="*/ 0 h 12"/>
                  <a:gd name="T40" fmla="*/ 2 w 7"/>
                  <a:gd name="T41" fmla="*/ 2 h 12"/>
                  <a:gd name="T42" fmla="*/ 1 w 7"/>
                  <a:gd name="T43" fmla="*/ 2 h 12"/>
                  <a:gd name="T44" fmla="*/ 1 w 7"/>
                  <a:gd name="T45" fmla="*/ 3 h 12"/>
                  <a:gd name="T46" fmla="*/ 1 w 7"/>
                  <a:gd name="T47" fmla="*/ 4 h 12"/>
                  <a:gd name="T48" fmla="*/ 1 w 7"/>
                  <a:gd name="T49" fmla="*/ 5 h 12"/>
                  <a:gd name="T50" fmla="*/ 1 w 7"/>
                  <a:gd name="T51" fmla="*/ 6 h 12"/>
                  <a:gd name="T52" fmla="*/ 2 w 7"/>
                  <a:gd name="T53" fmla="*/ 6 h 12"/>
                  <a:gd name="T54" fmla="*/ 2 w 7"/>
                  <a:gd name="T55" fmla="*/ 6 h 12"/>
                  <a:gd name="T56" fmla="*/ 2 w 7"/>
                  <a:gd name="T57" fmla="*/ 9 h 12"/>
                  <a:gd name="T58" fmla="*/ 2 w 7"/>
                  <a:gd name="T59" fmla="*/ 9 h 12"/>
                  <a:gd name="T60" fmla="*/ 1 w 7"/>
                  <a:gd name="T61" fmla="*/ 9 h 12"/>
                  <a:gd name="T62" fmla="*/ 1 w 7"/>
                  <a:gd name="T63" fmla="*/ 9 h 12"/>
                  <a:gd name="T64" fmla="*/ 1 w 7"/>
                  <a:gd name="T65" fmla="*/ 9 h 12"/>
                  <a:gd name="T66" fmla="*/ 0 w 7"/>
                  <a:gd name="T67" fmla="*/ 10 h 12"/>
                  <a:gd name="T68" fmla="*/ 1 w 7"/>
                  <a:gd name="T69" fmla="*/ 10 h 12"/>
                  <a:gd name="T70" fmla="*/ 1 w 7"/>
                  <a:gd name="T71" fmla="*/ 10 h 12"/>
                  <a:gd name="T72" fmla="*/ 3 w 7"/>
                  <a:gd name="T73" fmla="*/ 11 h 12"/>
                  <a:gd name="T74" fmla="*/ 3 w 7"/>
                  <a:gd name="T75" fmla="*/ 12 h 12"/>
                  <a:gd name="T76" fmla="*/ 3 w 7"/>
                  <a:gd name="T77" fmla="*/ 12 h 12"/>
                  <a:gd name="T78" fmla="*/ 3 w 7"/>
                  <a:gd name="T79" fmla="*/ 12 h 12"/>
                  <a:gd name="T80" fmla="*/ 3 w 7"/>
                  <a:gd name="T81" fmla="*/ 11 h 12"/>
                  <a:gd name="T82" fmla="*/ 4 w 7"/>
                  <a:gd name="T83" fmla="*/ 11 h 12"/>
                  <a:gd name="T84" fmla="*/ 4 w 7"/>
                  <a:gd name="T85" fmla="*/ 12 h 12"/>
                  <a:gd name="T86" fmla="*/ 5 w 7"/>
                  <a:gd name="T87" fmla="*/ 12 h 12"/>
                  <a:gd name="T88" fmla="*/ 5 w 7"/>
                  <a:gd name="T89" fmla="*/ 12 h 12"/>
                  <a:gd name="T90" fmla="*/ 5 w 7"/>
                  <a:gd name="T91" fmla="*/ 10 h 12"/>
                  <a:gd name="T92" fmla="*/ 6 w 7"/>
                  <a:gd name="T93" fmla="*/ 10 h 12"/>
                  <a:gd name="T94" fmla="*/ 6 w 7"/>
                  <a:gd name="T95" fmla="*/ 9 h 12"/>
                  <a:gd name="T96" fmla="*/ 7 w 7"/>
                  <a:gd name="T97" fmla="*/ 8 h 12"/>
                  <a:gd name="T98" fmla="*/ 6 w 7"/>
                  <a:gd name="T99" fmla="*/ 6 h 12"/>
                  <a:gd name="T100" fmla="*/ 5 w 7"/>
                  <a:gd name="T101" fmla="*/ 5 h 12"/>
                  <a:gd name="T102" fmla="*/ 4 w 7"/>
                  <a:gd name="T103" fmla="*/ 9 h 12"/>
                  <a:gd name="T104" fmla="*/ 3 w 7"/>
                  <a:gd name="T105" fmla="*/ 9 h 12"/>
                  <a:gd name="T106" fmla="*/ 3 w 7"/>
                  <a:gd name="T107" fmla="*/ 7 h 12"/>
                  <a:gd name="T108" fmla="*/ 4 w 7"/>
                  <a:gd name="T109" fmla="*/ 7 h 12"/>
                  <a:gd name="T110" fmla="*/ 4 w 7"/>
                  <a:gd name="T111" fmla="*/ 9 h 12"/>
                  <a:gd name="T112" fmla="*/ 4 w 7"/>
                  <a:gd name="T113" fmla="*/ 5 h 12"/>
                  <a:gd name="T114" fmla="*/ 3 w 7"/>
                  <a:gd name="T115" fmla="*/ 5 h 12"/>
                  <a:gd name="T116" fmla="*/ 3 w 7"/>
                  <a:gd name="T117" fmla="*/ 3 h 12"/>
                  <a:gd name="T118" fmla="*/ 4 w 7"/>
                  <a:gd name="T119" fmla="*/ 3 h 12"/>
                  <a:gd name="T120" fmla="*/ 4 w 7"/>
                  <a:gd name="T121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" h="12">
                    <a:moveTo>
                      <a:pt x="5" y="5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2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3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2" y="11"/>
                      <a:pt x="2" y="11"/>
                      <a:pt x="3" y="11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6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7"/>
                      <a:pt x="6" y="7"/>
                      <a:pt x="6" y="6"/>
                    </a:cubicBezTo>
                    <a:cubicBezTo>
                      <a:pt x="6" y="6"/>
                      <a:pt x="5" y="6"/>
                      <a:pt x="5" y="5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4" y="9"/>
                      <a:pt x="3" y="9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4" y="7"/>
                      <a:pt x="4" y="7"/>
                    </a:cubicBezTo>
                    <a:lnTo>
                      <a:pt x="4" y="9"/>
                    </a:lnTo>
                    <a:close/>
                    <a:moveTo>
                      <a:pt x="4" y="5"/>
                    </a:moveTo>
                    <a:cubicBezTo>
                      <a:pt x="4" y="5"/>
                      <a:pt x="3" y="5"/>
                      <a:pt x="3" y="5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4" y="3"/>
                      <a:pt x="4" y="3"/>
                    </a:cubicBezTo>
                    <a:lnTo>
                      <a:pt x="4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6" name="Freeform 98"/>
              <p:cNvSpPr>
                <a:spLocks noEditPoints="1"/>
              </p:cNvSpPr>
              <p:nvPr/>
            </p:nvSpPr>
            <p:spPr bwMode="auto">
              <a:xfrm>
                <a:off x="3906" y="1974"/>
                <a:ext cx="41" cy="40"/>
              </a:xfrm>
              <a:custGeom>
                <a:avLst/>
                <a:gdLst>
                  <a:gd name="T0" fmla="*/ 9 w 17"/>
                  <a:gd name="T1" fmla="*/ 0 h 17"/>
                  <a:gd name="T2" fmla="*/ 0 w 17"/>
                  <a:gd name="T3" fmla="*/ 9 h 17"/>
                  <a:gd name="T4" fmla="*/ 9 w 17"/>
                  <a:gd name="T5" fmla="*/ 17 h 17"/>
                  <a:gd name="T6" fmla="*/ 17 w 17"/>
                  <a:gd name="T7" fmla="*/ 8 h 17"/>
                  <a:gd name="T8" fmla="*/ 9 w 17"/>
                  <a:gd name="T9" fmla="*/ 0 h 17"/>
                  <a:gd name="T10" fmla="*/ 9 w 17"/>
                  <a:gd name="T11" fmla="*/ 16 h 17"/>
                  <a:gd name="T12" fmla="*/ 2 w 17"/>
                  <a:gd name="T13" fmla="*/ 9 h 17"/>
                  <a:gd name="T14" fmla="*/ 9 w 17"/>
                  <a:gd name="T15" fmla="*/ 2 h 17"/>
                  <a:gd name="T16" fmla="*/ 16 w 17"/>
                  <a:gd name="T17" fmla="*/ 8 h 17"/>
                  <a:gd name="T18" fmla="*/ 9 w 17"/>
                  <a:gd name="T1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7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14"/>
                      <a:pt x="4" y="17"/>
                      <a:pt x="9" y="17"/>
                    </a:cubicBezTo>
                    <a:cubicBezTo>
                      <a:pt x="14" y="17"/>
                      <a:pt x="17" y="13"/>
                      <a:pt x="17" y="8"/>
                    </a:cubicBezTo>
                    <a:cubicBezTo>
                      <a:pt x="17" y="4"/>
                      <a:pt x="13" y="0"/>
                      <a:pt x="9" y="0"/>
                    </a:cubicBezTo>
                    <a:close/>
                    <a:moveTo>
                      <a:pt x="9" y="16"/>
                    </a:moveTo>
                    <a:cubicBezTo>
                      <a:pt x="5" y="16"/>
                      <a:pt x="2" y="13"/>
                      <a:pt x="2" y="9"/>
                    </a:cubicBezTo>
                    <a:cubicBezTo>
                      <a:pt x="2" y="5"/>
                      <a:pt x="5" y="2"/>
                      <a:pt x="9" y="2"/>
                    </a:cubicBezTo>
                    <a:cubicBezTo>
                      <a:pt x="12" y="2"/>
                      <a:pt x="16" y="5"/>
                      <a:pt x="16" y="8"/>
                    </a:cubicBezTo>
                    <a:cubicBezTo>
                      <a:pt x="16" y="12"/>
                      <a:pt x="13" y="15"/>
                      <a:pt x="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7" name="Freeform 99"/>
              <p:cNvSpPr>
                <a:spLocks noEditPoints="1"/>
              </p:cNvSpPr>
              <p:nvPr/>
            </p:nvSpPr>
            <p:spPr bwMode="auto">
              <a:xfrm>
                <a:off x="3921" y="1981"/>
                <a:ext cx="14" cy="26"/>
              </a:xfrm>
              <a:custGeom>
                <a:avLst/>
                <a:gdLst>
                  <a:gd name="T0" fmla="*/ 4 w 6"/>
                  <a:gd name="T1" fmla="*/ 5 h 11"/>
                  <a:gd name="T2" fmla="*/ 4 w 6"/>
                  <a:gd name="T3" fmla="*/ 3 h 11"/>
                  <a:gd name="T4" fmla="*/ 4 w 6"/>
                  <a:gd name="T5" fmla="*/ 3 h 11"/>
                  <a:gd name="T6" fmla="*/ 5 w 6"/>
                  <a:gd name="T7" fmla="*/ 3 h 11"/>
                  <a:gd name="T8" fmla="*/ 5 w 6"/>
                  <a:gd name="T9" fmla="*/ 3 h 11"/>
                  <a:gd name="T10" fmla="*/ 5 w 6"/>
                  <a:gd name="T11" fmla="*/ 2 h 11"/>
                  <a:gd name="T12" fmla="*/ 5 w 6"/>
                  <a:gd name="T13" fmla="*/ 2 h 11"/>
                  <a:gd name="T14" fmla="*/ 5 w 6"/>
                  <a:gd name="T15" fmla="*/ 2 h 11"/>
                  <a:gd name="T16" fmla="*/ 5 w 6"/>
                  <a:gd name="T17" fmla="*/ 1 h 11"/>
                  <a:gd name="T18" fmla="*/ 5 w 6"/>
                  <a:gd name="T19" fmla="*/ 1 h 11"/>
                  <a:gd name="T20" fmla="*/ 4 w 6"/>
                  <a:gd name="T21" fmla="*/ 1 h 11"/>
                  <a:gd name="T22" fmla="*/ 4 w 6"/>
                  <a:gd name="T23" fmla="*/ 0 h 11"/>
                  <a:gd name="T24" fmla="*/ 4 w 6"/>
                  <a:gd name="T25" fmla="*/ 0 h 11"/>
                  <a:gd name="T26" fmla="*/ 3 w 6"/>
                  <a:gd name="T27" fmla="*/ 0 h 11"/>
                  <a:gd name="T28" fmla="*/ 3 w 6"/>
                  <a:gd name="T29" fmla="*/ 1 h 11"/>
                  <a:gd name="T30" fmla="*/ 3 w 6"/>
                  <a:gd name="T31" fmla="*/ 1 h 11"/>
                  <a:gd name="T32" fmla="*/ 3 w 6"/>
                  <a:gd name="T33" fmla="*/ 1 h 11"/>
                  <a:gd name="T34" fmla="*/ 2 w 6"/>
                  <a:gd name="T35" fmla="*/ 0 h 11"/>
                  <a:gd name="T36" fmla="*/ 2 w 6"/>
                  <a:gd name="T37" fmla="*/ 0 h 11"/>
                  <a:gd name="T38" fmla="*/ 2 w 6"/>
                  <a:gd name="T39" fmla="*/ 0 h 11"/>
                  <a:gd name="T40" fmla="*/ 2 w 6"/>
                  <a:gd name="T41" fmla="*/ 2 h 11"/>
                  <a:gd name="T42" fmla="*/ 1 w 6"/>
                  <a:gd name="T43" fmla="*/ 2 h 11"/>
                  <a:gd name="T44" fmla="*/ 0 w 6"/>
                  <a:gd name="T45" fmla="*/ 3 h 11"/>
                  <a:gd name="T46" fmla="*/ 0 w 6"/>
                  <a:gd name="T47" fmla="*/ 4 h 11"/>
                  <a:gd name="T48" fmla="*/ 0 w 6"/>
                  <a:gd name="T49" fmla="*/ 5 h 11"/>
                  <a:gd name="T50" fmla="*/ 1 w 6"/>
                  <a:gd name="T51" fmla="*/ 5 h 11"/>
                  <a:gd name="T52" fmla="*/ 2 w 6"/>
                  <a:gd name="T53" fmla="*/ 6 h 11"/>
                  <a:gd name="T54" fmla="*/ 2 w 6"/>
                  <a:gd name="T55" fmla="*/ 6 h 11"/>
                  <a:gd name="T56" fmla="*/ 2 w 6"/>
                  <a:gd name="T57" fmla="*/ 8 h 11"/>
                  <a:gd name="T58" fmla="*/ 1 w 6"/>
                  <a:gd name="T59" fmla="*/ 8 h 11"/>
                  <a:gd name="T60" fmla="*/ 0 w 6"/>
                  <a:gd name="T61" fmla="*/ 8 h 11"/>
                  <a:gd name="T62" fmla="*/ 0 w 6"/>
                  <a:gd name="T63" fmla="*/ 8 h 11"/>
                  <a:gd name="T64" fmla="*/ 0 w 6"/>
                  <a:gd name="T65" fmla="*/ 9 h 11"/>
                  <a:gd name="T66" fmla="*/ 0 w 6"/>
                  <a:gd name="T67" fmla="*/ 9 h 11"/>
                  <a:gd name="T68" fmla="*/ 0 w 6"/>
                  <a:gd name="T69" fmla="*/ 9 h 11"/>
                  <a:gd name="T70" fmla="*/ 1 w 6"/>
                  <a:gd name="T71" fmla="*/ 10 h 11"/>
                  <a:gd name="T72" fmla="*/ 2 w 6"/>
                  <a:gd name="T73" fmla="*/ 10 h 11"/>
                  <a:gd name="T74" fmla="*/ 2 w 6"/>
                  <a:gd name="T75" fmla="*/ 11 h 11"/>
                  <a:gd name="T76" fmla="*/ 2 w 6"/>
                  <a:gd name="T77" fmla="*/ 11 h 11"/>
                  <a:gd name="T78" fmla="*/ 3 w 6"/>
                  <a:gd name="T79" fmla="*/ 11 h 11"/>
                  <a:gd name="T80" fmla="*/ 3 w 6"/>
                  <a:gd name="T81" fmla="*/ 10 h 11"/>
                  <a:gd name="T82" fmla="*/ 3 w 6"/>
                  <a:gd name="T83" fmla="*/ 10 h 11"/>
                  <a:gd name="T84" fmla="*/ 3 w 6"/>
                  <a:gd name="T85" fmla="*/ 11 h 11"/>
                  <a:gd name="T86" fmla="*/ 4 w 6"/>
                  <a:gd name="T87" fmla="*/ 11 h 11"/>
                  <a:gd name="T88" fmla="*/ 4 w 6"/>
                  <a:gd name="T89" fmla="*/ 11 h 11"/>
                  <a:gd name="T90" fmla="*/ 4 w 6"/>
                  <a:gd name="T91" fmla="*/ 10 h 11"/>
                  <a:gd name="T92" fmla="*/ 5 w 6"/>
                  <a:gd name="T93" fmla="*/ 9 h 11"/>
                  <a:gd name="T94" fmla="*/ 5 w 6"/>
                  <a:gd name="T95" fmla="*/ 9 h 11"/>
                  <a:gd name="T96" fmla="*/ 6 w 6"/>
                  <a:gd name="T97" fmla="*/ 7 h 11"/>
                  <a:gd name="T98" fmla="*/ 5 w 6"/>
                  <a:gd name="T99" fmla="*/ 6 h 11"/>
                  <a:gd name="T100" fmla="*/ 4 w 6"/>
                  <a:gd name="T101" fmla="*/ 5 h 11"/>
                  <a:gd name="T102" fmla="*/ 3 w 6"/>
                  <a:gd name="T103" fmla="*/ 8 h 11"/>
                  <a:gd name="T104" fmla="*/ 3 w 6"/>
                  <a:gd name="T105" fmla="*/ 8 h 11"/>
                  <a:gd name="T106" fmla="*/ 3 w 6"/>
                  <a:gd name="T107" fmla="*/ 6 h 11"/>
                  <a:gd name="T108" fmla="*/ 3 w 6"/>
                  <a:gd name="T109" fmla="*/ 6 h 11"/>
                  <a:gd name="T110" fmla="*/ 3 w 6"/>
                  <a:gd name="T111" fmla="*/ 8 h 11"/>
                  <a:gd name="T112" fmla="*/ 3 w 6"/>
                  <a:gd name="T113" fmla="*/ 5 h 11"/>
                  <a:gd name="T114" fmla="*/ 3 w 6"/>
                  <a:gd name="T115" fmla="*/ 4 h 11"/>
                  <a:gd name="T116" fmla="*/ 3 w 6"/>
                  <a:gd name="T117" fmla="*/ 3 h 11"/>
                  <a:gd name="T118" fmla="*/ 3 w 6"/>
                  <a:gd name="T119" fmla="*/ 3 h 11"/>
                  <a:gd name="T120" fmla="*/ 3 w 6"/>
                  <a:gd name="T121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" h="11">
                    <a:moveTo>
                      <a:pt x="4" y="5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1" y="10"/>
                      <a:pt x="1" y="10"/>
                    </a:cubicBezTo>
                    <a:cubicBezTo>
                      <a:pt x="1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4" y="11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5" y="6"/>
                    </a:cubicBezTo>
                    <a:cubicBezTo>
                      <a:pt x="5" y="6"/>
                      <a:pt x="5" y="5"/>
                      <a:pt x="4" y="5"/>
                    </a:cubicBezTo>
                    <a:close/>
                    <a:moveTo>
                      <a:pt x="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3" y="8"/>
                    </a:lnTo>
                    <a:close/>
                    <a:moveTo>
                      <a:pt x="3" y="5"/>
                    </a:moveTo>
                    <a:cubicBezTo>
                      <a:pt x="3" y="5"/>
                      <a:pt x="3" y="5"/>
                      <a:pt x="3" y="4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8" name="Freeform 100"/>
              <p:cNvSpPr>
                <a:spLocks noEditPoints="1"/>
              </p:cNvSpPr>
              <p:nvPr/>
            </p:nvSpPr>
            <p:spPr bwMode="auto">
              <a:xfrm>
                <a:off x="3847" y="1454"/>
                <a:ext cx="36" cy="33"/>
              </a:xfrm>
              <a:custGeom>
                <a:avLst/>
                <a:gdLst>
                  <a:gd name="T0" fmla="*/ 7 w 15"/>
                  <a:gd name="T1" fmla="*/ 0 h 14"/>
                  <a:gd name="T2" fmla="*/ 0 w 15"/>
                  <a:gd name="T3" fmla="*/ 7 h 14"/>
                  <a:gd name="T4" fmla="*/ 7 w 15"/>
                  <a:gd name="T5" fmla="*/ 14 h 14"/>
                  <a:gd name="T6" fmla="*/ 14 w 15"/>
                  <a:gd name="T7" fmla="*/ 7 h 14"/>
                  <a:gd name="T8" fmla="*/ 7 w 15"/>
                  <a:gd name="T9" fmla="*/ 0 h 14"/>
                  <a:gd name="T10" fmla="*/ 7 w 15"/>
                  <a:gd name="T11" fmla="*/ 13 h 14"/>
                  <a:gd name="T12" fmla="*/ 1 w 15"/>
                  <a:gd name="T13" fmla="*/ 7 h 14"/>
                  <a:gd name="T14" fmla="*/ 7 w 15"/>
                  <a:gd name="T15" fmla="*/ 1 h 14"/>
                  <a:gd name="T16" fmla="*/ 13 w 15"/>
                  <a:gd name="T17" fmla="*/ 7 h 14"/>
                  <a:gd name="T18" fmla="*/ 7 w 15"/>
                  <a:gd name="T19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4">
                    <a:moveTo>
                      <a:pt x="7" y="0"/>
                    </a:move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lose/>
                    <a:moveTo>
                      <a:pt x="7" y="13"/>
                    </a:moveTo>
                    <a:cubicBezTo>
                      <a:pt x="4" y="13"/>
                      <a:pt x="1" y="10"/>
                      <a:pt x="1" y="7"/>
                    </a:cubicBezTo>
                    <a:cubicBezTo>
                      <a:pt x="1" y="4"/>
                      <a:pt x="4" y="1"/>
                      <a:pt x="7" y="1"/>
                    </a:cubicBezTo>
                    <a:cubicBezTo>
                      <a:pt x="10" y="1"/>
                      <a:pt x="13" y="4"/>
                      <a:pt x="13" y="7"/>
                    </a:cubicBezTo>
                    <a:cubicBezTo>
                      <a:pt x="13" y="10"/>
                      <a:pt x="10" y="13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59" name="Freeform 101"/>
              <p:cNvSpPr>
                <a:spLocks noEditPoints="1"/>
              </p:cNvSpPr>
              <p:nvPr/>
            </p:nvSpPr>
            <p:spPr bwMode="auto">
              <a:xfrm>
                <a:off x="3859" y="1459"/>
                <a:ext cx="12" cy="23"/>
              </a:xfrm>
              <a:custGeom>
                <a:avLst/>
                <a:gdLst>
                  <a:gd name="T0" fmla="*/ 3 w 5"/>
                  <a:gd name="T1" fmla="*/ 4 h 10"/>
                  <a:gd name="T2" fmla="*/ 3 w 5"/>
                  <a:gd name="T3" fmla="*/ 2 h 10"/>
                  <a:gd name="T4" fmla="*/ 3 w 5"/>
                  <a:gd name="T5" fmla="*/ 2 h 10"/>
                  <a:gd name="T6" fmla="*/ 4 w 5"/>
                  <a:gd name="T7" fmla="*/ 3 h 10"/>
                  <a:gd name="T8" fmla="*/ 4 w 5"/>
                  <a:gd name="T9" fmla="*/ 2 h 10"/>
                  <a:gd name="T10" fmla="*/ 4 w 5"/>
                  <a:gd name="T11" fmla="*/ 2 h 10"/>
                  <a:gd name="T12" fmla="*/ 4 w 5"/>
                  <a:gd name="T13" fmla="*/ 2 h 10"/>
                  <a:gd name="T14" fmla="*/ 4 w 5"/>
                  <a:gd name="T15" fmla="*/ 1 h 10"/>
                  <a:gd name="T16" fmla="*/ 4 w 5"/>
                  <a:gd name="T17" fmla="*/ 1 h 10"/>
                  <a:gd name="T18" fmla="*/ 4 w 5"/>
                  <a:gd name="T19" fmla="*/ 1 h 10"/>
                  <a:gd name="T20" fmla="*/ 3 w 5"/>
                  <a:gd name="T21" fmla="*/ 1 h 10"/>
                  <a:gd name="T22" fmla="*/ 3 w 5"/>
                  <a:gd name="T23" fmla="*/ 0 h 10"/>
                  <a:gd name="T24" fmla="*/ 3 w 5"/>
                  <a:gd name="T25" fmla="*/ 0 h 10"/>
                  <a:gd name="T26" fmla="*/ 3 w 5"/>
                  <a:gd name="T27" fmla="*/ 0 h 10"/>
                  <a:gd name="T28" fmla="*/ 3 w 5"/>
                  <a:gd name="T29" fmla="*/ 1 h 10"/>
                  <a:gd name="T30" fmla="*/ 2 w 5"/>
                  <a:gd name="T31" fmla="*/ 1 h 10"/>
                  <a:gd name="T32" fmla="*/ 2 w 5"/>
                  <a:gd name="T33" fmla="*/ 1 h 10"/>
                  <a:gd name="T34" fmla="*/ 2 w 5"/>
                  <a:gd name="T35" fmla="*/ 0 h 10"/>
                  <a:gd name="T36" fmla="*/ 2 w 5"/>
                  <a:gd name="T37" fmla="*/ 0 h 10"/>
                  <a:gd name="T38" fmla="*/ 1 w 5"/>
                  <a:gd name="T39" fmla="*/ 0 h 10"/>
                  <a:gd name="T40" fmla="*/ 1 w 5"/>
                  <a:gd name="T41" fmla="*/ 1 h 10"/>
                  <a:gd name="T42" fmla="*/ 1 w 5"/>
                  <a:gd name="T43" fmla="*/ 2 h 10"/>
                  <a:gd name="T44" fmla="*/ 0 w 5"/>
                  <a:gd name="T45" fmla="*/ 2 h 10"/>
                  <a:gd name="T46" fmla="*/ 0 w 5"/>
                  <a:gd name="T47" fmla="*/ 3 h 10"/>
                  <a:gd name="T48" fmla="*/ 0 w 5"/>
                  <a:gd name="T49" fmla="*/ 4 h 10"/>
                  <a:gd name="T50" fmla="*/ 1 w 5"/>
                  <a:gd name="T51" fmla="*/ 5 h 10"/>
                  <a:gd name="T52" fmla="*/ 1 w 5"/>
                  <a:gd name="T53" fmla="*/ 5 h 10"/>
                  <a:gd name="T54" fmla="*/ 1 w 5"/>
                  <a:gd name="T55" fmla="*/ 5 h 10"/>
                  <a:gd name="T56" fmla="*/ 1 w 5"/>
                  <a:gd name="T57" fmla="*/ 7 h 10"/>
                  <a:gd name="T58" fmla="*/ 1 w 5"/>
                  <a:gd name="T59" fmla="*/ 7 h 10"/>
                  <a:gd name="T60" fmla="*/ 0 w 5"/>
                  <a:gd name="T61" fmla="*/ 7 h 10"/>
                  <a:gd name="T62" fmla="*/ 0 w 5"/>
                  <a:gd name="T63" fmla="*/ 7 h 10"/>
                  <a:gd name="T64" fmla="*/ 0 w 5"/>
                  <a:gd name="T65" fmla="*/ 7 h 10"/>
                  <a:gd name="T66" fmla="*/ 0 w 5"/>
                  <a:gd name="T67" fmla="*/ 8 h 10"/>
                  <a:gd name="T68" fmla="*/ 0 w 5"/>
                  <a:gd name="T69" fmla="*/ 8 h 10"/>
                  <a:gd name="T70" fmla="*/ 1 w 5"/>
                  <a:gd name="T71" fmla="*/ 8 h 10"/>
                  <a:gd name="T72" fmla="*/ 1 w 5"/>
                  <a:gd name="T73" fmla="*/ 8 h 10"/>
                  <a:gd name="T74" fmla="*/ 1 w 5"/>
                  <a:gd name="T75" fmla="*/ 10 h 10"/>
                  <a:gd name="T76" fmla="*/ 2 w 5"/>
                  <a:gd name="T77" fmla="*/ 10 h 10"/>
                  <a:gd name="T78" fmla="*/ 2 w 5"/>
                  <a:gd name="T79" fmla="*/ 10 h 10"/>
                  <a:gd name="T80" fmla="*/ 2 w 5"/>
                  <a:gd name="T81" fmla="*/ 8 h 10"/>
                  <a:gd name="T82" fmla="*/ 3 w 5"/>
                  <a:gd name="T83" fmla="*/ 8 h 10"/>
                  <a:gd name="T84" fmla="*/ 3 w 5"/>
                  <a:gd name="T85" fmla="*/ 10 h 10"/>
                  <a:gd name="T86" fmla="*/ 3 w 5"/>
                  <a:gd name="T87" fmla="*/ 10 h 10"/>
                  <a:gd name="T88" fmla="*/ 3 w 5"/>
                  <a:gd name="T89" fmla="*/ 10 h 10"/>
                  <a:gd name="T90" fmla="*/ 3 w 5"/>
                  <a:gd name="T91" fmla="*/ 8 h 10"/>
                  <a:gd name="T92" fmla="*/ 4 w 5"/>
                  <a:gd name="T93" fmla="*/ 8 h 10"/>
                  <a:gd name="T94" fmla="*/ 4 w 5"/>
                  <a:gd name="T95" fmla="*/ 7 h 10"/>
                  <a:gd name="T96" fmla="*/ 5 w 5"/>
                  <a:gd name="T97" fmla="*/ 6 h 10"/>
                  <a:gd name="T98" fmla="*/ 4 w 5"/>
                  <a:gd name="T99" fmla="*/ 5 h 10"/>
                  <a:gd name="T100" fmla="*/ 3 w 5"/>
                  <a:gd name="T101" fmla="*/ 4 h 10"/>
                  <a:gd name="T102" fmla="*/ 3 w 5"/>
                  <a:gd name="T103" fmla="*/ 7 h 10"/>
                  <a:gd name="T104" fmla="*/ 2 w 5"/>
                  <a:gd name="T105" fmla="*/ 7 h 10"/>
                  <a:gd name="T106" fmla="*/ 2 w 5"/>
                  <a:gd name="T107" fmla="*/ 5 h 10"/>
                  <a:gd name="T108" fmla="*/ 3 w 5"/>
                  <a:gd name="T109" fmla="*/ 6 h 10"/>
                  <a:gd name="T110" fmla="*/ 3 w 5"/>
                  <a:gd name="T111" fmla="*/ 7 h 10"/>
                  <a:gd name="T112" fmla="*/ 3 w 5"/>
                  <a:gd name="T113" fmla="*/ 4 h 10"/>
                  <a:gd name="T114" fmla="*/ 2 w 5"/>
                  <a:gd name="T115" fmla="*/ 4 h 10"/>
                  <a:gd name="T116" fmla="*/ 2 w 5"/>
                  <a:gd name="T117" fmla="*/ 2 h 10"/>
                  <a:gd name="T118" fmla="*/ 3 w 5"/>
                  <a:gd name="T119" fmla="*/ 2 h 10"/>
                  <a:gd name="T120" fmla="*/ 3 w 5"/>
                  <a:gd name="T121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" h="10">
                    <a:moveTo>
                      <a:pt x="3" y="4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0" y="4"/>
                      <a:pt x="0" y="4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7"/>
                    </a:cubicBezTo>
                    <a:cubicBezTo>
                      <a:pt x="5" y="7"/>
                      <a:pt x="5" y="7"/>
                      <a:pt x="5" y="6"/>
                    </a:cubicBezTo>
                    <a:cubicBezTo>
                      <a:pt x="5" y="6"/>
                      <a:pt x="4" y="5"/>
                      <a:pt x="4" y="5"/>
                    </a:cubicBezTo>
                    <a:cubicBezTo>
                      <a:pt x="4" y="5"/>
                      <a:pt x="4" y="5"/>
                      <a:pt x="3" y="4"/>
                    </a:cubicBezTo>
                    <a:close/>
                    <a:moveTo>
                      <a:pt x="3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6"/>
                      <a:pt x="3" y="6"/>
                    </a:cubicBezTo>
                    <a:lnTo>
                      <a:pt x="3" y="7"/>
                    </a:lnTo>
                    <a:close/>
                    <a:moveTo>
                      <a:pt x="3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3" y="2"/>
                    </a:cubicBezTo>
                    <a:lnTo>
                      <a:pt x="3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0" name="Freeform 102"/>
              <p:cNvSpPr>
                <a:spLocks noEditPoints="1"/>
              </p:cNvSpPr>
              <p:nvPr/>
            </p:nvSpPr>
            <p:spPr bwMode="auto">
              <a:xfrm>
                <a:off x="3755" y="2242"/>
                <a:ext cx="45" cy="43"/>
              </a:xfrm>
              <a:custGeom>
                <a:avLst/>
                <a:gdLst>
                  <a:gd name="T0" fmla="*/ 9 w 19"/>
                  <a:gd name="T1" fmla="*/ 0 h 18"/>
                  <a:gd name="T2" fmla="*/ 0 w 19"/>
                  <a:gd name="T3" fmla="*/ 9 h 18"/>
                  <a:gd name="T4" fmla="*/ 10 w 19"/>
                  <a:gd name="T5" fmla="*/ 18 h 18"/>
                  <a:gd name="T6" fmla="*/ 19 w 19"/>
                  <a:gd name="T7" fmla="*/ 9 h 18"/>
                  <a:gd name="T8" fmla="*/ 9 w 19"/>
                  <a:gd name="T9" fmla="*/ 0 h 18"/>
                  <a:gd name="T10" fmla="*/ 10 w 19"/>
                  <a:gd name="T11" fmla="*/ 17 h 18"/>
                  <a:gd name="T12" fmla="*/ 2 w 19"/>
                  <a:gd name="T13" fmla="*/ 9 h 18"/>
                  <a:gd name="T14" fmla="*/ 9 w 19"/>
                  <a:gd name="T15" fmla="*/ 2 h 18"/>
                  <a:gd name="T16" fmla="*/ 17 w 19"/>
                  <a:gd name="T17" fmla="*/ 9 h 18"/>
                  <a:gd name="T18" fmla="*/ 10 w 19"/>
                  <a:gd name="T19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" h="18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14"/>
                      <a:pt x="5" y="18"/>
                      <a:pt x="10" y="18"/>
                    </a:cubicBezTo>
                    <a:cubicBezTo>
                      <a:pt x="15" y="18"/>
                      <a:pt x="19" y="14"/>
                      <a:pt x="19" y="9"/>
                    </a:cubicBezTo>
                    <a:cubicBezTo>
                      <a:pt x="19" y="4"/>
                      <a:pt x="14" y="0"/>
                      <a:pt x="9" y="0"/>
                    </a:cubicBezTo>
                    <a:close/>
                    <a:moveTo>
                      <a:pt x="10" y="17"/>
                    </a:moveTo>
                    <a:cubicBezTo>
                      <a:pt x="6" y="17"/>
                      <a:pt x="2" y="13"/>
                      <a:pt x="2" y="9"/>
                    </a:cubicBezTo>
                    <a:cubicBezTo>
                      <a:pt x="2" y="5"/>
                      <a:pt x="5" y="2"/>
                      <a:pt x="9" y="2"/>
                    </a:cubicBezTo>
                    <a:cubicBezTo>
                      <a:pt x="13" y="2"/>
                      <a:pt x="17" y="5"/>
                      <a:pt x="17" y="9"/>
                    </a:cubicBezTo>
                    <a:cubicBezTo>
                      <a:pt x="17" y="13"/>
                      <a:pt x="14" y="16"/>
                      <a:pt x="1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1" name="Freeform 103"/>
              <p:cNvSpPr>
                <a:spLocks noEditPoints="1"/>
              </p:cNvSpPr>
              <p:nvPr/>
            </p:nvSpPr>
            <p:spPr bwMode="auto">
              <a:xfrm>
                <a:off x="3771" y="2249"/>
                <a:ext cx="15" cy="28"/>
              </a:xfrm>
              <a:custGeom>
                <a:avLst/>
                <a:gdLst>
                  <a:gd name="T0" fmla="*/ 4 w 6"/>
                  <a:gd name="T1" fmla="*/ 6 h 12"/>
                  <a:gd name="T2" fmla="*/ 4 w 6"/>
                  <a:gd name="T3" fmla="*/ 3 h 12"/>
                  <a:gd name="T4" fmla="*/ 4 w 6"/>
                  <a:gd name="T5" fmla="*/ 3 h 12"/>
                  <a:gd name="T6" fmla="*/ 5 w 6"/>
                  <a:gd name="T7" fmla="*/ 3 h 12"/>
                  <a:gd name="T8" fmla="*/ 5 w 6"/>
                  <a:gd name="T9" fmla="*/ 3 h 12"/>
                  <a:gd name="T10" fmla="*/ 5 w 6"/>
                  <a:gd name="T11" fmla="*/ 3 h 12"/>
                  <a:gd name="T12" fmla="*/ 5 w 6"/>
                  <a:gd name="T13" fmla="*/ 2 h 12"/>
                  <a:gd name="T14" fmla="*/ 5 w 6"/>
                  <a:gd name="T15" fmla="*/ 2 h 12"/>
                  <a:gd name="T16" fmla="*/ 5 w 6"/>
                  <a:gd name="T17" fmla="*/ 2 h 12"/>
                  <a:gd name="T18" fmla="*/ 4 w 6"/>
                  <a:gd name="T19" fmla="*/ 2 h 12"/>
                  <a:gd name="T20" fmla="*/ 4 w 6"/>
                  <a:gd name="T21" fmla="*/ 2 h 12"/>
                  <a:gd name="T22" fmla="*/ 4 w 6"/>
                  <a:gd name="T23" fmla="*/ 0 h 12"/>
                  <a:gd name="T24" fmla="*/ 3 w 6"/>
                  <a:gd name="T25" fmla="*/ 0 h 12"/>
                  <a:gd name="T26" fmla="*/ 3 w 6"/>
                  <a:gd name="T27" fmla="*/ 1 h 12"/>
                  <a:gd name="T28" fmla="*/ 3 w 6"/>
                  <a:gd name="T29" fmla="*/ 2 h 12"/>
                  <a:gd name="T30" fmla="*/ 3 w 6"/>
                  <a:gd name="T31" fmla="*/ 2 h 12"/>
                  <a:gd name="T32" fmla="*/ 2 w 6"/>
                  <a:gd name="T33" fmla="*/ 2 h 12"/>
                  <a:gd name="T34" fmla="*/ 2 w 6"/>
                  <a:gd name="T35" fmla="*/ 1 h 12"/>
                  <a:gd name="T36" fmla="*/ 2 w 6"/>
                  <a:gd name="T37" fmla="*/ 0 h 12"/>
                  <a:gd name="T38" fmla="*/ 1 w 6"/>
                  <a:gd name="T39" fmla="*/ 1 h 12"/>
                  <a:gd name="T40" fmla="*/ 1 w 6"/>
                  <a:gd name="T41" fmla="*/ 2 h 12"/>
                  <a:gd name="T42" fmla="*/ 0 w 6"/>
                  <a:gd name="T43" fmla="*/ 2 h 12"/>
                  <a:gd name="T44" fmla="*/ 0 w 6"/>
                  <a:gd name="T45" fmla="*/ 3 h 12"/>
                  <a:gd name="T46" fmla="*/ 0 w 6"/>
                  <a:gd name="T47" fmla="*/ 4 h 12"/>
                  <a:gd name="T48" fmla="*/ 0 w 6"/>
                  <a:gd name="T49" fmla="*/ 5 h 12"/>
                  <a:gd name="T50" fmla="*/ 1 w 6"/>
                  <a:gd name="T51" fmla="*/ 6 h 12"/>
                  <a:gd name="T52" fmla="*/ 1 w 6"/>
                  <a:gd name="T53" fmla="*/ 6 h 12"/>
                  <a:gd name="T54" fmla="*/ 1 w 6"/>
                  <a:gd name="T55" fmla="*/ 6 h 12"/>
                  <a:gd name="T56" fmla="*/ 2 w 6"/>
                  <a:gd name="T57" fmla="*/ 9 h 12"/>
                  <a:gd name="T58" fmla="*/ 1 w 6"/>
                  <a:gd name="T59" fmla="*/ 9 h 12"/>
                  <a:gd name="T60" fmla="*/ 0 w 6"/>
                  <a:gd name="T61" fmla="*/ 9 h 12"/>
                  <a:gd name="T62" fmla="*/ 0 w 6"/>
                  <a:gd name="T63" fmla="*/ 9 h 12"/>
                  <a:gd name="T64" fmla="*/ 0 w 6"/>
                  <a:gd name="T65" fmla="*/ 9 h 12"/>
                  <a:gd name="T66" fmla="*/ 0 w 6"/>
                  <a:gd name="T67" fmla="*/ 10 h 12"/>
                  <a:gd name="T68" fmla="*/ 0 w 6"/>
                  <a:gd name="T69" fmla="*/ 10 h 12"/>
                  <a:gd name="T70" fmla="*/ 1 w 6"/>
                  <a:gd name="T71" fmla="*/ 10 h 12"/>
                  <a:gd name="T72" fmla="*/ 2 w 6"/>
                  <a:gd name="T73" fmla="*/ 11 h 12"/>
                  <a:gd name="T74" fmla="*/ 2 w 6"/>
                  <a:gd name="T75" fmla="*/ 12 h 12"/>
                  <a:gd name="T76" fmla="*/ 2 w 6"/>
                  <a:gd name="T77" fmla="*/ 12 h 12"/>
                  <a:gd name="T78" fmla="*/ 2 w 6"/>
                  <a:gd name="T79" fmla="*/ 12 h 12"/>
                  <a:gd name="T80" fmla="*/ 2 w 6"/>
                  <a:gd name="T81" fmla="*/ 11 h 12"/>
                  <a:gd name="T82" fmla="*/ 3 w 6"/>
                  <a:gd name="T83" fmla="*/ 11 h 12"/>
                  <a:gd name="T84" fmla="*/ 3 w 6"/>
                  <a:gd name="T85" fmla="*/ 12 h 12"/>
                  <a:gd name="T86" fmla="*/ 4 w 6"/>
                  <a:gd name="T87" fmla="*/ 12 h 12"/>
                  <a:gd name="T88" fmla="*/ 4 w 6"/>
                  <a:gd name="T89" fmla="*/ 12 h 12"/>
                  <a:gd name="T90" fmla="*/ 4 w 6"/>
                  <a:gd name="T91" fmla="*/ 10 h 12"/>
                  <a:gd name="T92" fmla="*/ 5 w 6"/>
                  <a:gd name="T93" fmla="*/ 10 h 12"/>
                  <a:gd name="T94" fmla="*/ 5 w 6"/>
                  <a:gd name="T95" fmla="*/ 9 h 12"/>
                  <a:gd name="T96" fmla="*/ 6 w 6"/>
                  <a:gd name="T97" fmla="*/ 8 h 12"/>
                  <a:gd name="T98" fmla="*/ 5 w 6"/>
                  <a:gd name="T99" fmla="*/ 6 h 12"/>
                  <a:gd name="T100" fmla="*/ 4 w 6"/>
                  <a:gd name="T101" fmla="*/ 6 h 12"/>
                  <a:gd name="T102" fmla="*/ 3 w 6"/>
                  <a:gd name="T103" fmla="*/ 9 h 12"/>
                  <a:gd name="T104" fmla="*/ 2 w 6"/>
                  <a:gd name="T105" fmla="*/ 9 h 12"/>
                  <a:gd name="T106" fmla="*/ 2 w 6"/>
                  <a:gd name="T107" fmla="*/ 7 h 12"/>
                  <a:gd name="T108" fmla="*/ 3 w 6"/>
                  <a:gd name="T109" fmla="*/ 7 h 12"/>
                  <a:gd name="T110" fmla="*/ 3 w 6"/>
                  <a:gd name="T111" fmla="*/ 9 h 12"/>
                  <a:gd name="T112" fmla="*/ 3 w 6"/>
                  <a:gd name="T113" fmla="*/ 5 h 12"/>
                  <a:gd name="T114" fmla="*/ 2 w 6"/>
                  <a:gd name="T115" fmla="*/ 5 h 12"/>
                  <a:gd name="T116" fmla="*/ 2 w 6"/>
                  <a:gd name="T117" fmla="*/ 3 h 12"/>
                  <a:gd name="T118" fmla="*/ 3 w 6"/>
                  <a:gd name="T119" fmla="*/ 3 h 12"/>
                  <a:gd name="T120" fmla="*/ 3 w 6"/>
                  <a:gd name="T121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" h="12">
                    <a:moveTo>
                      <a:pt x="4" y="6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3" y="0"/>
                      <a:pt x="3" y="0"/>
                      <a:pt x="3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5"/>
                      <a:pt x="0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5" y="10"/>
                    </a:cubicBezTo>
                    <a:cubicBezTo>
                      <a:pt x="5" y="10"/>
                      <a:pt x="5" y="10"/>
                      <a:pt x="5" y="9"/>
                    </a:cubicBezTo>
                    <a:cubicBezTo>
                      <a:pt x="6" y="9"/>
                      <a:pt x="6" y="8"/>
                      <a:pt x="6" y="8"/>
                    </a:cubicBezTo>
                    <a:cubicBezTo>
                      <a:pt x="6" y="7"/>
                      <a:pt x="5" y="7"/>
                      <a:pt x="5" y="6"/>
                    </a:cubicBezTo>
                    <a:cubicBezTo>
                      <a:pt x="5" y="6"/>
                      <a:pt x="4" y="6"/>
                      <a:pt x="4" y="6"/>
                    </a:cubicBezTo>
                    <a:close/>
                    <a:moveTo>
                      <a:pt x="3" y="9"/>
                    </a:moveTo>
                    <a:cubicBezTo>
                      <a:pt x="3" y="9"/>
                      <a:pt x="3" y="9"/>
                      <a:pt x="2" y="9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3" y="7"/>
                      <a:pt x="3" y="7"/>
                    </a:cubicBezTo>
                    <a:lnTo>
                      <a:pt x="3" y="9"/>
                    </a:lnTo>
                    <a:close/>
                    <a:moveTo>
                      <a:pt x="3" y="5"/>
                    </a:moveTo>
                    <a:cubicBezTo>
                      <a:pt x="3" y="5"/>
                      <a:pt x="2" y="5"/>
                      <a:pt x="2" y="5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3" y="3"/>
                      <a:pt x="3" y="3"/>
                    </a:cubicBezTo>
                    <a:lnTo>
                      <a:pt x="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2" name="Freeform 104"/>
              <p:cNvSpPr>
                <a:spLocks noEditPoints="1"/>
              </p:cNvSpPr>
              <p:nvPr/>
            </p:nvSpPr>
            <p:spPr bwMode="auto">
              <a:xfrm>
                <a:off x="4148" y="2572"/>
                <a:ext cx="50" cy="50"/>
              </a:xfrm>
              <a:custGeom>
                <a:avLst/>
                <a:gdLst>
                  <a:gd name="T0" fmla="*/ 10 w 21"/>
                  <a:gd name="T1" fmla="*/ 0 h 21"/>
                  <a:gd name="T2" fmla="*/ 0 w 21"/>
                  <a:gd name="T3" fmla="*/ 11 h 21"/>
                  <a:gd name="T4" fmla="*/ 11 w 21"/>
                  <a:gd name="T5" fmla="*/ 21 h 21"/>
                  <a:gd name="T6" fmla="*/ 21 w 21"/>
                  <a:gd name="T7" fmla="*/ 10 h 21"/>
                  <a:gd name="T8" fmla="*/ 10 w 21"/>
                  <a:gd name="T9" fmla="*/ 0 h 21"/>
                  <a:gd name="T10" fmla="*/ 11 w 21"/>
                  <a:gd name="T11" fmla="*/ 19 h 21"/>
                  <a:gd name="T12" fmla="*/ 2 w 21"/>
                  <a:gd name="T13" fmla="*/ 11 h 21"/>
                  <a:gd name="T14" fmla="*/ 10 w 21"/>
                  <a:gd name="T15" fmla="*/ 2 h 21"/>
                  <a:gd name="T16" fmla="*/ 19 w 21"/>
                  <a:gd name="T17" fmla="*/ 10 h 21"/>
                  <a:gd name="T18" fmla="*/ 11 w 21"/>
                  <a:gd name="T19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17" y="21"/>
                      <a:pt x="21" y="16"/>
                      <a:pt x="21" y="10"/>
                    </a:cubicBezTo>
                    <a:cubicBezTo>
                      <a:pt x="21" y="5"/>
                      <a:pt x="16" y="0"/>
                      <a:pt x="10" y="0"/>
                    </a:cubicBezTo>
                    <a:close/>
                    <a:moveTo>
                      <a:pt x="11" y="19"/>
                    </a:moveTo>
                    <a:cubicBezTo>
                      <a:pt x="6" y="19"/>
                      <a:pt x="2" y="15"/>
                      <a:pt x="2" y="11"/>
                    </a:cubicBezTo>
                    <a:cubicBezTo>
                      <a:pt x="2" y="6"/>
                      <a:pt x="6" y="2"/>
                      <a:pt x="10" y="2"/>
                    </a:cubicBezTo>
                    <a:cubicBezTo>
                      <a:pt x="15" y="2"/>
                      <a:pt x="19" y="6"/>
                      <a:pt x="19" y="10"/>
                    </a:cubicBezTo>
                    <a:cubicBezTo>
                      <a:pt x="19" y="15"/>
                      <a:pt x="15" y="19"/>
                      <a:pt x="11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3" name="Freeform 105"/>
              <p:cNvSpPr>
                <a:spLocks noEditPoints="1"/>
              </p:cNvSpPr>
              <p:nvPr/>
            </p:nvSpPr>
            <p:spPr bwMode="auto">
              <a:xfrm>
                <a:off x="4165" y="2581"/>
                <a:ext cx="16" cy="31"/>
              </a:xfrm>
              <a:custGeom>
                <a:avLst/>
                <a:gdLst>
                  <a:gd name="T0" fmla="*/ 5 w 7"/>
                  <a:gd name="T1" fmla="*/ 6 h 13"/>
                  <a:gd name="T2" fmla="*/ 5 w 7"/>
                  <a:gd name="T3" fmla="*/ 3 h 13"/>
                  <a:gd name="T4" fmla="*/ 5 w 7"/>
                  <a:gd name="T5" fmla="*/ 3 h 13"/>
                  <a:gd name="T6" fmla="*/ 6 w 7"/>
                  <a:gd name="T7" fmla="*/ 3 h 13"/>
                  <a:gd name="T8" fmla="*/ 6 w 7"/>
                  <a:gd name="T9" fmla="*/ 3 h 13"/>
                  <a:gd name="T10" fmla="*/ 7 w 7"/>
                  <a:gd name="T11" fmla="*/ 2 h 13"/>
                  <a:gd name="T12" fmla="*/ 7 w 7"/>
                  <a:gd name="T13" fmla="*/ 2 h 13"/>
                  <a:gd name="T14" fmla="*/ 7 w 7"/>
                  <a:gd name="T15" fmla="*/ 2 h 13"/>
                  <a:gd name="T16" fmla="*/ 6 w 7"/>
                  <a:gd name="T17" fmla="*/ 1 h 13"/>
                  <a:gd name="T18" fmla="*/ 6 w 7"/>
                  <a:gd name="T19" fmla="*/ 1 h 13"/>
                  <a:gd name="T20" fmla="*/ 5 w 7"/>
                  <a:gd name="T21" fmla="*/ 1 h 13"/>
                  <a:gd name="T22" fmla="*/ 5 w 7"/>
                  <a:gd name="T23" fmla="*/ 0 h 13"/>
                  <a:gd name="T24" fmla="*/ 5 w 7"/>
                  <a:gd name="T25" fmla="*/ 0 h 13"/>
                  <a:gd name="T26" fmla="*/ 4 w 7"/>
                  <a:gd name="T27" fmla="*/ 0 h 13"/>
                  <a:gd name="T28" fmla="*/ 4 w 7"/>
                  <a:gd name="T29" fmla="*/ 1 h 13"/>
                  <a:gd name="T30" fmla="*/ 4 w 7"/>
                  <a:gd name="T31" fmla="*/ 1 h 13"/>
                  <a:gd name="T32" fmla="*/ 3 w 7"/>
                  <a:gd name="T33" fmla="*/ 1 h 13"/>
                  <a:gd name="T34" fmla="*/ 3 w 7"/>
                  <a:gd name="T35" fmla="*/ 0 h 13"/>
                  <a:gd name="T36" fmla="*/ 3 w 7"/>
                  <a:gd name="T37" fmla="*/ 0 h 13"/>
                  <a:gd name="T38" fmla="*/ 2 w 7"/>
                  <a:gd name="T39" fmla="*/ 0 h 13"/>
                  <a:gd name="T40" fmla="*/ 2 w 7"/>
                  <a:gd name="T41" fmla="*/ 2 h 13"/>
                  <a:gd name="T42" fmla="*/ 1 w 7"/>
                  <a:gd name="T43" fmla="*/ 2 h 13"/>
                  <a:gd name="T44" fmla="*/ 1 w 7"/>
                  <a:gd name="T45" fmla="*/ 3 h 13"/>
                  <a:gd name="T46" fmla="*/ 1 w 7"/>
                  <a:gd name="T47" fmla="*/ 4 h 13"/>
                  <a:gd name="T48" fmla="*/ 1 w 7"/>
                  <a:gd name="T49" fmla="*/ 5 h 13"/>
                  <a:gd name="T50" fmla="*/ 1 w 7"/>
                  <a:gd name="T51" fmla="*/ 6 h 13"/>
                  <a:gd name="T52" fmla="*/ 2 w 7"/>
                  <a:gd name="T53" fmla="*/ 7 h 13"/>
                  <a:gd name="T54" fmla="*/ 3 w 7"/>
                  <a:gd name="T55" fmla="*/ 7 h 13"/>
                  <a:gd name="T56" fmla="*/ 3 w 7"/>
                  <a:gd name="T57" fmla="*/ 10 h 13"/>
                  <a:gd name="T58" fmla="*/ 2 w 7"/>
                  <a:gd name="T59" fmla="*/ 10 h 13"/>
                  <a:gd name="T60" fmla="*/ 1 w 7"/>
                  <a:gd name="T61" fmla="*/ 9 h 13"/>
                  <a:gd name="T62" fmla="*/ 1 w 7"/>
                  <a:gd name="T63" fmla="*/ 10 h 13"/>
                  <a:gd name="T64" fmla="*/ 1 w 7"/>
                  <a:gd name="T65" fmla="*/ 10 h 13"/>
                  <a:gd name="T66" fmla="*/ 0 w 7"/>
                  <a:gd name="T67" fmla="*/ 11 h 13"/>
                  <a:gd name="T68" fmla="*/ 0 w 7"/>
                  <a:gd name="T69" fmla="*/ 11 h 13"/>
                  <a:gd name="T70" fmla="*/ 2 w 7"/>
                  <a:gd name="T71" fmla="*/ 11 h 13"/>
                  <a:gd name="T72" fmla="*/ 3 w 7"/>
                  <a:gd name="T73" fmla="*/ 11 h 13"/>
                  <a:gd name="T74" fmla="*/ 3 w 7"/>
                  <a:gd name="T75" fmla="*/ 13 h 13"/>
                  <a:gd name="T76" fmla="*/ 3 w 7"/>
                  <a:gd name="T77" fmla="*/ 13 h 13"/>
                  <a:gd name="T78" fmla="*/ 4 w 7"/>
                  <a:gd name="T79" fmla="*/ 13 h 13"/>
                  <a:gd name="T80" fmla="*/ 4 w 7"/>
                  <a:gd name="T81" fmla="*/ 11 h 13"/>
                  <a:gd name="T82" fmla="*/ 4 w 7"/>
                  <a:gd name="T83" fmla="*/ 11 h 13"/>
                  <a:gd name="T84" fmla="*/ 4 w 7"/>
                  <a:gd name="T85" fmla="*/ 13 h 13"/>
                  <a:gd name="T86" fmla="*/ 5 w 7"/>
                  <a:gd name="T87" fmla="*/ 13 h 13"/>
                  <a:gd name="T88" fmla="*/ 5 w 7"/>
                  <a:gd name="T89" fmla="*/ 13 h 13"/>
                  <a:gd name="T90" fmla="*/ 5 w 7"/>
                  <a:gd name="T91" fmla="*/ 11 h 13"/>
                  <a:gd name="T92" fmla="*/ 6 w 7"/>
                  <a:gd name="T93" fmla="*/ 11 h 13"/>
                  <a:gd name="T94" fmla="*/ 7 w 7"/>
                  <a:gd name="T95" fmla="*/ 10 h 13"/>
                  <a:gd name="T96" fmla="*/ 7 w 7"/>
                  <a:gd name="T97" fmla="*/ 9 h 13"/>
                  <a:gd name="T98" fmla="*/ 6 w 7"/>
                  <a:gd name="T99" fmla="*/ 7 h 13"/>
                  <a:gd name="T100" fmla="*/ 5 w 7"/>
                  <a:gd name="T101" fmla="*/ 6 h 13"/>
                  <a:gd name="T102" fmla="*/ 4 w 7"/>
                  <a:gd name="T103" fmla="*/ 10 h 13"/>
                  <a:gd name="T104" fmla="*/ 4 w 7"/>
                  <a:gd name="T105" fmla="*/ 10 h 13"/>
                  <a:gd name="T106" fmla="*/ 3 w 7"/>
                  <a:gd name="T107" fmla="*/ 7 h 13"/>
                  <a:gd name="T108" fmla="*/ 4 w 7"/>
                  <a:gd name="T109" fmla="*/ 7 h 13"/>
                  <a:gd name="T110" fmla="*/ 4 w 7"/>
                  <a:gd name="T111" fmla="*/ 10 h 13"/>
                  <a:gd name="T112" fmla="*/ 4 w 7"/>
                  <a:gd name="T113" fmla="*/ 5 h 13"/>
                  <a:gd name="T114" fmla="*/ 3 w 7"/>
                  <a:gd name="T115" fmla="*/ 5 h 13"/>
                  <a:gd name="T116" fmla="*/ 3 w 7"/>
                  <a:gd name="T117" fmla="*/ 3 h 13"/>
                  <a:gd name="T118" fmla="*/ 4 w 7"/>
                  <a:gd name="T119" fmla="*/ 3 h 13"/>
                  <a:gd name="T120" fmla="*/ 4 w 7"/>
                  <a:gd name="T121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" h="13">
                    <a:moveTo>
                      <a:pt x="5" y="6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7" y="3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2"/>
                      <a:pt x="6" y="2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7"/>
                    </a:cubicBezTo>
                    <a:cubicBezTo>
                      <a:pt x="2" y="7"/>
                      <a:pt x="3" y="7"/>
                      <a:pt x="3" y="7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10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2" y="11"/>
                      <a:pt x="2" y="11"/>
                      <a:pt x="3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4" y="13"/>
                      <a:pt x="4" y="13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0"/>
                      <a:pt x="7" y="10"/>
                    </a:cubicBezTo>
                    <a:cubicBezTo>
                      <a:pt x="7" y="10"/>
                      <a:pt x="7" y="9"/>
                      <a:pt x="7" y="9"/>
                    </a:cubicBezTo>
                    <a:cubicBezTo>
                      <a:pt x="7" y="8"/>
                      <a:pt x="7" y="7"/>
                      <a:pt x="6" y="7"/>
                    </a:cubicBezTo>
                    <a:cubicBezTo>
                      <a:pt x="6" y="6"/>
                      <a:pt x="6" y="6"/>
                      <a:pt x="5" y="6"/>
                    </a:cubicBez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4" y="7"/>
                      <a:pt x="4" y="7"/>
                    </a:cubicBezTo>
                    <a:lnTo>
                      <a:pt x="4" y="10"/>
                    </a:lnTo>
                    <a:close/>
                    <a:moveTo>
                      <a:pt x="4" y="5"/>
                    </a:moveTo>
                    <a:cubicBezTo>
                      <a:pt x="4" y="5"/>
                      <a:pt x="4" y="5"/>
                      <a:pt x="3" y="5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3"/>
                      <a:pt x="4" y="3"/>
                      <a:pt x="4" y="3"/>
                    </a:cubicBezTo>
                    <a:lnTo>
                      <a:pt x="4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4" name="Freeform 106"/>
              <p:cNvSpPr>
                <a:spLocks noEditPoints="1"/>
              </p:cNvSpPr>
              <p:nvPr/>
            </p:nvSpPr>
            <p:spPr bwMode="auto">
              <a:xfrm>
                <a:off x="3923" y="1416"/>
                <a:ext cx="26" cy="24"/>
              </a:xfrm>
              <a:custGeom>
                <a:avLst/>
                <a:gdLst>
                  <a:gd name="T0" fmla="*/ 10 w 11"/>
                  <a:gd name="T1" fmla="*/ 6 h 10"/>
                  <a:gd name="T2" fmla="*/ 9 w 11"/>
                  <a:gd name="T3" fmla="*/ 5 h 10"/>
                  <a:gd name="T4" fmla="*/ 9 w 11"/>
                  <a:gd name="T5" fmla="*/ 5 h 10"/>
                  <a:gd name="T6" fmla="*/ 10 w 11"/>
                  <a:gd name="T7" fmla="*/ 4 h 10"/>
                  <a:gd name="T8" fmla="*/ 10 w 11"/>
                  <a:gd name="T9" fmla="*/ 3 h 10"/>
                  <a:gd name="T10" fmla="*/ 10 w 11"/>
                  <a:gd name="T11" fmla="*/ 2 h 10"/>
                  <a:gd name="T12" fmla="*/ 9 w 11"/>
                  <a:gd name="T13" fmla="*/ 2 h 10"/>
                  <a:gd name="T14" fmla="*/ 8 w 11"/>
                  <a:gd name="T15" fmla="*/ 2 h 10"/>
                  <a:gd name="T16" fmla="*/ 8 w 11"/>
                  <a:gd name="T17" fmla="*/ 2 h 10"/>
                  <a:gd name="T18" fmla="*/ 8 w 11"/>
                  <a:gd name="T19" fmla="*/ 1 h 10"/>
                  <a:gd name="T20" fmla="*/ 8 w 11"/>
                  <a:gd name="T21" fmla="*/ 0 h 10"/>
                  <a:gd name="T22" fmla="*/ 7 w 11"/>
                  <a:gd name="T23" fmla="*/ 0 h 10"/>
                  <a:gd name="T24" fmla="*/ 6 w 11"/>
                  <a:gd name="T25" fmla="*/ 0 h 10"/>
                  <a:gd name="T26" fmla="*/ 6 w 11"/>
                  <a:gd name="T27" fmla="*/ 1 h 10"/>
                  <a:gd name="T28" fmla="*/ 5 w 11"/>
                  <a:gd name="T29" fmla="*/ 1 h 10"/>
                  <a:gd name="T30" fmla="*/ 5 w 11"/>
                  <a:gd name="T31" fmla="*/ 0 h 10"/>
                  <a:gd name="T32" fmla="*/ 4 w 11"/>
                  <a:gd name="T33" fmla="*/ 0 h 10"/>
                  <a:gd name="T34" fmla="*/ 3 w 11"/>
                  <a:gd name="T35" fmla="*/ 0 h 10"/>
                  <a:gd name="T36" fmla="*/ 2 w 11"/>
                  <a:gd name="T37" fmla="*/ 1 h 10"/>
                  <a:gd name="T38" fmla="*/ 3 w 11"/>
                  <a:gd name="T39" fmla="*/ 2 h 10"/>
                  <a:gd name="T40" fmla="*/ 2 w 11"/>
                  <a:gd name="T41" fmla="*/ 2 h 10"/>
                  <a:gd name="T42" fmla="*/ 2 w 11"/>
                  <a:gd name="T43" fmla="*/ 2 h 10"/>
                  <a:gd name="T44" fmla="*/ 1 w 11"/>
                  <a:gd name="T45" fmla="*/ 3 h 10"/>
                  <a:gd name="T46" fmla="*/ 0 w 11"/>
                  <a:gd name="T47" fmla="*/ 3 h 10"/>
                  <a:gd name="T48" fmla="*/ 1 w 11"/>
                  <a:gd name="T49" fmla="*/ 4 h 10"/>
                  <a:gd name="T50" fmla="*/ 1 w 11"/>
                  <a:gd name="T51" fmla="*/ 5 h 10"/>
                  <a:gd name="T52" fmla="*/ 1 w 11"/>
                  <a:gd name="T53" fmla="*/ 5 h 10"/>
                  <a:gd name="T54" fmla="*/ 1 w 11"/>
                  <a:gd name="T55" fmla="*/ 6 h 10"/>
                  <a:gd name="T56" fmla="*/ 0 w 11"/>
                  <a:gd name="T57" fmla="*/ 7 h 10"/>
                  <a:gd name="T58" fmla="*/ 1 w 11"/>
                  <a:gd name="T59" fmla="*/ 7 h 10"/>
                  <a:gd name="T60" fmla="*/ 2 w 11"/>
                  <a:gd name="T61" fmla="*/ 8 h 10"/>
                  <a:gd name="T62" fmla="*/ 2 w 11"/>
                  <a:gd name="T63" fmla="*/ 8 h 10"/>
                  <a:gd name="T64" fmla="*/ 3 w 11"/>
                  <a:gd name="T65" fmla="*/ 8 h 10"/>
                  <a:gd name="T66" fmla="*/ 3 w 11"/>
                  <a:gd name="T67" fmla="*/ 9 h 10"/>
                  <a:gd name="T68" fmla="*/ 3 w 11"/>
                  <a:gd name="T69" fmla="*/ 10 h 10"/>
                  <a:gd name="T70" fmla="*/ 4 w 11"/>
                  <a:gd name="T71" fmla="*/ 10 h 10"/>
                  <a:gd name="T72" fmla="*/ 5 w 11"/>
                  <a:gd name="T73" fmla="*/ 10 h 10"/>
                  <a:gd name="T74" fmla="*/ 5 w 11"/>
                  <a:gd name="T75" fmla="*/ 9 h 10"/>
                  <a:gd name="T76" fmla="*/ 6 w 11"/>
                  <a:gd name="T77" fmla="*/ 9 h 10"/>
                  <a:gd name="T78" fmla="*/ 6 w 11"/>
                  <a:gd name="T79" fmla="*/ 10 h 10"/>
                  <a:gd name="T80" fmla="*/ 7 w 11"/>
                  <a:gd name="T81" fmla="*/ 10 h 10"/>
                  <a:gd name="T82" fmla="*/ 8 w 11"/>
                  <a:gd name="T83" fmla="*/ 10 h 10"/>
                  <a:gd name="T84" fmla="*/ 8 w 11"/>
                  <a:gd name="T85" fmla="*/ 9 h 10"/>
                  <a:gd name="T86" fmla="*/ 8 w 11"/>
                  <a:gd name="T87" fmla="*/ 8 h 10"/>
                  <a:gd name="T88" fmla="*/ 8 w 11"/>
                  <a:gd name="T89" fmla="*/ 7 h 10"/>
                  <a:gd name="T90" fmla="*/ 9 w 11"/>
                  <a:gd name="T91" fmla="*/ 8 h 10"/>
                  <a:gd name="T92" fmla="*/ 10 w 11"/>
                  <a:gd name="T93" fmla="*/ 7 h 10"/>
                  <a:gd name="T94" fmla="*/ 10 w 11"/>
                  <a:gd name="T95" fmla="*/ 7 h 10"/>
                  <a:gd name="T96" fmla="*/ 10 w 11"/>
                  <a:gd name="T97" fmla="*/ 6 h 10"/>
                  <a:gd name="T98" fmla="*/ 6 w 11"/>
                  <a:gd name="T99" fmla="*/ 7 h 10"/>
                  <a:gd name="T100" fmla="*/ 3 w 11"/>
                  <a:gd name="T101" fmla="*/ 6 h 10"/>
                  <a:gd name="T102" fmla="*/ 4 w 11"/>
                  <a:gd name="T103" fmla="*/ 3 h 10"/>
                  <a:gd name="T104" fmla="*/ 7 w 11"/>
                  <a:gd name="T105" fmla="*/ 4 h 10"/>
                  <a:gd name="T106" fmla="*/ 6 w 11"/>
                  <a:gd name="T107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" h="10">
                    <a:moveTo>
                      <a:pt x="10" y="6"/>
                    </a:move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9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6"/>
                      <a:pt x="0" y="6"/>
                      <a:pt x="0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8"/>
                      <a:pt x="1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9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7" y="10"/>
                      <a:pt x="7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7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0" y="8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6"/>
                      <a:pt x="10" y="6"/>
                      <a:pt x="10" y="6"/>
                    </a:cubicBezTo>
                    <a:close/>
                    <a:moveTo>
                      <a:pt x="6" y="7"/>
                    </a:moveTo>
                    <a:cubicBezTo>
                      <a:pt x="5" y="7"/>
                      <a:pt x="4" y="7"/>
                      <a:pt x="3" y="6"/>
                    </a:cubicBezTo>
                    <a:cubicBezTo>
                      <a:pt x="3" y="5"/>
                      <a:pt x="3" y="4"/>
                      <a:pt x="4" y="3"/>
                    </a:cubicBezTo>
                    <a:cubicBezTo>
                      <a:pt x="5" y="3"/>
                      <a:pt x="7" y="3"/>
                      <a:pt x="7" y="4"/>
                    </a:cubicBezTo>
                    <a:cubicBezTo>
                      <a:pt x="8" y="5"/>
                      <a:pt x="7" y="6"/>
                      <a:pt x="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5" name="Freeform 107"/>
              <p:cNvSpPr>
                <a:spLocks noEditPoints="1"/>
              </p:cNvSpPr>
              <p:nvPr/>
            </p:nvSpPr>
            <p:spPr bwMode="auto">
              <a:xfrm>
                <a:off x="3878" y="1468"/>
                <a:ext cx="52" cy="55"/>
              </a:xfrm>
              <a:custGeom>
                <a:avLst/>
                <a:gdLst>
                  <a:gd name="T0" fmla="*/ 21 w 22"/>
                  <a:gd name="T1" fmla="*/ 13 h 23"/>
                  <a:gd name="T2" fmla="*/ 20 w 22"/>
                  <a:gd name="T3" fmla="*/ 12 h 23"/>
                  <a:gd name="T4" fmla="*/ 20 w 22"/>
                  <a:gd name="T5" fmla="*/ 11 h 23"/>
                  <a:gd name="T6" fmla="*/ 21 w 22"/>
                  <a:gd name="T7" fmla="*/ 10 h 23"/>
                  <a:gd name="T8" fmla="*/ 22 w 22"/>
                  <a:gd name="T9" fmla="*/ 8 h 23"/>
                  <a:gd name="T10" fmla="*/ 21 w 22"/>
                  <a:gd name="T11" fmla="*/ 6 h 23"/>
                  <a:gd name="T12" fmla="*/ 19 w 22"/>
                  <a:gd name="T13" fmla="*/ 5 h 23"/>
                  <a:gd name="T14" fmla="*/ 18 w 22"/>
                  <a:gd name="T15" fmla="*/ 6 h 23"/>
                  <a:gd name="T16" fmla="*/ 16 w 22"/>
                  <a:gd name="T17" fmla="*/ 5 h 23"/>
                  <a:gd name="T18" fmla="*/ 17 w 22"/>
                  <a:gd name="T19" fmla="*/ 3 h 23"/>
                  <a:gd name="T20" fmla="*/ 16 w 22"/>
                  <a:gd name="T21" fmla="*/ 1 h 23"/>
                  <a:gd name="T22" fmla="*/ 14 w 22"/>
                  <a:gd name="T23" fmla="*/ 1 h 23"/>
                  <a:gd name="T24" fmla="*/ 12 w 22"/>
                  <a:gd name="T25" fmla="*/ 2 h 23"/>
                  <a:gd name="T26" fmla="*/ 12 w 22"/>
                  <a:gd name="T27" fmla="*/ 3 h 23"/>
                  <a:gd name="T28" fmla="*/ 10 w 22"/>
                  <a:gd name="T29" fmla="*/ 3 h 23"/>
                  <a:gd name="T30" fmla="*/ 9 w 22"/>
                  <a:gd name="T31" fmla="*/ 2 h 23"/>
                  <a:gd name="T32" fmla="*/ 7 w 22"/>
                  <a:gd name="T33" fmla="*/ 1 h 23"/>
                  <a:gd name="T34" fmla="*/ 6 w 22"/>
                  <a:gd name="T35" fmla="*/ 2 h 23"/>
                  <a:gd name="T36" fmla="*/ 5 w 22"/>
                  <a:gd name="T37" fmla="*/ 4 h 23"/>
                  <a:gd name="T38" fmla="*/ 5 w 22"/>
                  <a:gd name="T39" fmla="*/ 5 h 23"/>
                  <a:gd name="T40" fmla="*/ 4 w 22"/>
                  <a:gd name="T41" fmla="*/ 6 h 23"/>
                  <a:gd name="T42" fmla="*/ 3 w 22"/>
                  <a:gd name="T43" fmla="*/ 6 h 23"/>
                  <a:gd name="T44" fmla="*/ 1 w 22"/>
                  <a:gd name="T45" fmla="*/ 7 h 23"/>
                  <a:gd name="T46" fmla="*/ 0 w 22"/>
                  <a:gd name="T47" fmla="*/ 8 h 23"/>
                  <a:gd name="T48" fmla="*/ 1 w 22"/>
                  <a:gd name="T49" fmla="*/ 10 h 23"/>
                  <a:gd name="T50" fmla="*/ 2 w 22"/>
                  <a:gd name="T51" fmla="*/ 11 h 23"/>
                  <a:gd name="T52" fmla="*/ 2 w 22"/>
                  <a:gd name="T53" fmla="*/ 13 h 23"/>
                  <a:gd name="T54" fmla="*/ 1 w 22"/>
                  <a:gd name="T55" fmla="*/ 13 h 23"/>
                  <a:gd name="T56" fmla="*/ 0 w 22"/>
                  <a:gd name="T57" fmla="*/ 15 h 23"/>
                  <a:gd name="T58" fmla="*/ 1 w 22"/>
                  <a:gd name="T59" fmla="*/ 17 h 23"/>
                  <a:gd name="T60" fmla="*/ 3 w 22"/>
                  <a:gd name="T61" fmla="*/ 18 h 23"/>
                  <a:gd name="T62" fmla="*/ 4 w 22"/>
                  <a:gd name="T63" fmla="*/ 17 h 23"/>
                  <a:gd name="T64" fmla="*/ 6 w 22"/>
                  <a:gd name="T65" fmla="*/ 19 h 23"/>
                  <a:gd name="T66" fmla="*/ 5 w 22"/>
                  <a:gd name="T67" fmla="*/ 20 h 23"/>
                  <a:gd name="T68" fmla="*/ 6 w 22"/>
                  <a:gd name="T69" fmla="*/ 22 h 23"/>
                  <a:gd name="T70" fmla="*/ 8 w 22"/>
                  <a:gd name="T71" fmla="*/ 23 h 23"/>
                  <a:gd name="T72" fmla="*/ 10 w 22"/>
                  <a:gd name="T73" fmla="*/ 22 h 23"/>
                  <a:gd name="T74" fmla="*/ 10 w 22"/>
                  <a:gd name="T75" fmla="*/ 20 h 23"/>
                  <a:gd name="T76" fmla="*/ 12 w 22"/>
                  <a:gd name="T77" fmla="*/ 20 h 23"/>
                  <a:gd name="T78" fmla="*/ 13 w 22"/>
                  <a:gd name="T79" fmla="*/ 22 h 23"/>
                  <a:gd name="T80" fmla="*/ 15 w 22"/>
                  <a:gd name="T81" fmla="*/ 23 h 23"/>
                  <a:gd name="T82" fmla="*/ 16 w 22"/>
                  <a:gd name="T83" fmla="*/ 22 h 23"/>
                  <a:gd name="T84" fmla="*/ 17 w 22"/>
                  <a:gd name="T85" fmla="*/ 20 h 23"/>
                  <a:gd name="T86" fmla="*/ 17 w 22"/>
                  <a:gd name="T87" fmla="*/ 18 h 23"/>
                  <a:gd name="T88" fmla="*/ 18 w 22"/>
                  <a:gd name="T89" fmla="*/ 17 h 23"/>
                  <a:gd name="T90" fmla="*/ 19 w 22"/>
                  <a:gd name="T91" fmla="*/ 18 h 23"/>
                  <a:gd name="T92" fmla="*/ 21 w 22"/>
                  <a:gd name="T93" fmla="*/ 17 h 23"/>
                  <a:gd name="T94" fmla="*/ 22 w 22"/>
                  <a:gd name="T95" fmla="*/ 15 h 23"/>
                  <a:gd name="T96" fmla="*/ 21 w 22"/>
                  <a:gd name="T97" fmla="*/ 13 h 23"/>
                  <a:gd name="T98" fmla="*/ 13 w 22"/>
                  <a:gd name="T99" fmla="*/ 16 h 23"/>
                  <a:gd name="T100" fmla="*/ 7 w 22"/>
                  <a:gd name="T101" fmla="*/ 14 h 23"/>
                  <a:gd name="T102" fmla="*/ 9 w 22"/>
                  <a:gd name="T103" fmla="*/ 8 h 23"/>
                  <a:gd name="T104" fmla="*/ 15 w 22"/>
                  <a:gd name="T105" fmla="*/ 10 h 23"/>
                  <a:gd name="T106" fmla="*/ 13 w 22"/>
                  <a:gd name="T107" fmla="*/ 1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" h="23">
                    <a:moveTo>
                      <a:pt x="21" y="13"/>
                    </a:move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1"/>
                      <a:pt x="20" y="11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22" y="10"/>
                      <a:pt x="22" y="9"/>
                      <a:pt x="22" y="8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1" y="5"/>
                      <a:pt x="20" y="5"/>
                      <a:pt x="19" y="5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6"/>
                      <a:pt x="17" y="5"/>
                      <a:pt x="16" y="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3"/>
                      <a:pt x="17" y="2"/>
                      <a:pt x="16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0"/>
                      <a:pt x="13" y="1"/>
                      <a:pt x="12" y="2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1" y="3"/>
                      <a:pt x="11" y="3"/>
                      <a:pt x="10" y="3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8" y="0"/>
                      <a:pt x="7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4" y="3"/>
                      <a:pt x="5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6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5"/>
                      <a:pt x="1" y="6"/>
                      <a:pt x="1" y="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10"/>
                      <a:pt x="1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5" y="18"/>
                      <a:pt x="5" y="18"/>
                      <a:pt x="6" y="19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21"/>
                      <a:pt x="5" y="22"/>
                      <a:pt x="6" y="22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9" y="23"/>
                      <a:pt x="9" y="23"/>
                      <a:pt x="10" y="22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0"/>
                      <a:pt x="12" y="20"/>
                      <a:pt x="12" y="20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3"/>
                      <a:pt x="14" y="23"/>
                      <a:pt x="15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21"/>
                      <a:pt x="18" y="21"/>
                      <a:pt x="17" y="20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7" y="17"/>
                      <a:pt x="18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8"/>
                      <a:pt x="21" y="18"/>
                      <a:pt x="21" y="17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4"/>
                      <a:pt x="22" y="13"/>
                      <a:pt x="21" y="13"/>
                    </a:cubicBezTo>
                    <a:close/>
                    <a:moveTo>
                      <a:pt x="13" y="16"/>
                    </a:moveTo>
                    <a:cubicBezTo>
                      <a:pt x="10" y="17"/>
                      <a:pt x="8" y="16"/>
                      <a:pt x="7" y="14"/>
                    </a:cubicBezTo>
                    <a:cubicBezTo>
                      <a:pt x="6" y="11"/>
                      <a:pt x="7" y="9"/>
                      <a:pt x="9" y="8"/>
                    </a:cubicBezTo>
                    <a:cubicBezTo>
                      <a:pt x="11" y="7"/>
                      <a:pt x="14" y="8"/>
                      <a:pt x="15" y="10"/>
                    </a:cubicBezTo>
                    <a:cubicBezTo>
                      <a:pt x="16" y="12"/>
                      <a:pt x="15" y="15"/>
                      <a:pt x="13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6" name="Freeform 108"/>
              <p:cNvSpPr>
                <a:spLocks noEditPoints="1"/>
              </p:cNvSpPr>
              <p:nvPr/>
            </p:nvSpPr>
            <p:spPr bwMode="auto">
              <a:xfrm>
                <a:off x="4165" y="2016"/>
                <a:ext cx="68" cy="69"/>
              </a:xfrm>
              <a:custGeom>
                <a:avLst/>
                <a:gdLst>
                  <a:gd name="T0" fmla="*/ 28 w 29"/>
                  <a:gd name="T1" fmla="*/ 16 h 29"/>
                  <a:gd name="T2" fmla="*/ 26 w 29"/>
                  <a:gd name="T3" fmla="*/ 15 h 29"/>
                  <a:gd name="T4" fmla="*/ 26 w 29"/>
                  <a:gd name="T5" fmla="*/ 13 h 29"/>
                  <a:gd name="T6" fmla="*/ 28 w 29"/>
                  <a:gd name="T7" fmla="*/ 12 h 29"/>
                  <a:gd name="T8" fmla="*/ 29 w 29"/>
                  <a:gd name="T9" fmla="*/ 10 h 29"/>
                  <a:gd name="T10" fmla="*/ 28 w 29"/>
                  <a:gd name="T11" fmla="*/ 7 h 29"/>
                  <a:gd name="T12" fmla="*/ 25 w 29"/>
                  <a:gd name="T13" fmla="*/ 6 h 29"/>
                  <a:gd name="T14" fmla="*/ 23 w 29"/>
                  <a:gd name="T15" fmla="*/ 7 h 29"/>
                  <a:gd name="T16" fmla="*/ 22 w 29"/>
                  <a:gd name="T17" fmla="*/ 6 h 29"/>
                  <a:gd name="T18" fmla="*/ 22 w 29"/>
                  <a:gd name="T19" fmla="*/ 4 h 29"/>
                  <a:gd name="T20" fmla="*/ 21 w 29"/>
                  <a:gd name="T21" fmla="*/ 1 h 29"/>
                  <a:gd name="T22" fmla="*/ 19 w 29"/>
                  <a:gd name="T23" fmla="*/ 0 h 29"/>
                  <a:gd name="T24" fmla="*/ 16 w 29"/>
                  <a:gd name="T25" fmla="*/ 1 h 29"/>
                  <a:gd name="T26" fmla="*/ 16 w 29"/>
                  <a:gd name="T27" fmla="*/ 3 h 29"/>
                  <a:gd name="T28" fmla="*/ 13 w 29"/>
                  <a:gd name="T29" fmla="*/ 3 h 29"/>
                  <a:gd name="T30" fmla="*/ 13 w 29"/>
                  <a:gd name="T31" fmla="*/ 1 h 29"/>
                  <a:gd name="T32" fmla="*/ 10 w 29"/>
                  <a:gd name="T33" fmla="*/ 0 h 29"/>
                  <a:gd name="T34" fmla="*/ 8 w 29"/>
                  <a:gd name="T35" fmla="*/ 1 h 29"/>
                  <a:gd name="T36" fmla="*/ 7 w 29"/>
                  <a:gd name="T37" fmla="*/ 4 h 29"/>
                  <a:gd name="T38" fmla="*/ 7 w 29"/>
                  <a:gd name="T39" fmla="*/ 6 h 29"/>
                  <a:gd name="T40" fmla="*/ 6 w 29"/>
                  <a:gd name="T41" fmla="*/ 7 h 29"/>
                  <a:gd name="T42" fmla="*/ 4 w 29"/>
                  <a:gd name="T43" fmla="*/ 7 h 29"/>
                  <a:gd name="T44" fmla="*/ 1 w 29"/>
                  <a:gd name="T45" fmla="*/ 8 h 29"/>
                  <a:gd name="T46" fmla="*/ 1 w 29"/>
                  <a:gd name="T47" fmla="*/ 10 h 29"/>
                  <a:gd name="T48" fmla="*/ 2 w 29"/>
                  <a:gd name="T49" fmla="*/ 13 h 29"/>
                  <a:gd name="T50" fmla="*/ 3 w 29"/>
                  <a:gd name="T51" fmla="*/ 13 h 29"/>
                  <a:gd name="T52" fmla="*/ 3 w 29"/>
                  <a:gd name="T53" fmla="*/ 16 h 29"/>
                  <a:gd name="T54" fmla="*/ 2 w 29"/>
                  <a:gd name="T55" fmla="*/ 16 h 29"/>
                  <a:gd name="T56" fmla="*/ 1 w 29"/>
                  <a:gd name="T57" fmla="*/ 19 h 29"/>
                  <a:gd name="T58" fmla="*/ 2 w 29"/>
                  <a:gd name="T59" fmla="*/ 21 h 29"/>
                  <a:gd name="T60" fmla="*/ 4 w 29"/>
                  <a:gd name="T61" fmla="*/ 22 h 29"/>
                  <a:gd name="T62" fmla="*/ 6 w 29"/>
                  <a:gd name="T63" fmla="*/ 22 h 29"/>
                  <a:gd name="T64" fmla="*/ 8 w 29"/>
                  <a:gd name="T65" fmla="*/ 23 h 29"/>
                  <a:gd name="T66" fmla="*/ 7 w 29"/>
                  <a:gd name="T67" fmla="*/ 25 h 29"/>
                  <a:gd name="T68" fmla="*/ 8 w 29"/>
                  <a:gd name="T69" fmla="*/ 28 h 29"/>
                  <a:gd name="T70" fmla="*/ 10 w 29"/>
                  <a:gd name="T71" fmla="*/ 28 h 29"/>
                  <a:gd name="T72" fmla="*/ 13 w 29"/>
                  <a:gd name="T73" fmla="*/ 27 h 29"/>
                  <a:gd name="T74" fmla="*/ 14 w 29"/>
                  <a:gd name="T75" fmla="*/ 26 h 29"/>
                  <a:gd name="T76" fmla="*/ 16 w 29"/>
                  <a:gd name="T77" fmla="*/ 25 h 29"/>
                  <a:gd name="T78" fmla="*/ 17 w 29"/>
                  <a:gd name="T79" fmla="*/ 27 h 29"/>
                  <a:gd name="T80" fmla="*/ 20 w 29"/>
                  <a:gd name="T81" fmla="*/ 28 h 29"/>
                  <a:gd name="T82" fmla="*/ 22 w 29"/>
                  <a:gd name="T83" fmla="*/ 27 h 29"/>
                  <a:gd name="T84" fmla="*/ 23 w 29"/>
                  <a:gd name="T85" fmla="*/ 25 h 29"/>
                  <a:gd name="T86" fmla="*/ 22 w 29"/>
                  <a:gd name="T87" fmla="*/ 23 h 29"/>
                  <a:gd name="T88" fmla="*/ 23 w 29"/>
                  <a:gd name="T89" fmla="*/ 21 h 29"/>
                  <a:gd name="T90" fmla="*/ 25 w 29"/>
                  <a:gd name="T91" fmla="*/ 22 h 29"/>
                  <a:gd name="T92" fmla="*/ 28 w 29"/>
                  <a:gd name="T93" fmla="*/ 21 h 29"/>
                  <a:gd name="T94" fmla="*/ 29 w 29"/>
                  <a:gd name="T95" fmla="*/ 19 h 29"/>
                  <a:gd name="T96" fmla="*/ 28 w 29"/>
                  <a:gd name="T97" fmla="*/ 16 h 29"/>
                  <a:gd name="T98" fmla="*/ 17 w 29"/>
                  <a:gd name="T99" fmla="*/ 20 h 29"/>
                  <a:gd name="T100" fmla="*/ 9 w 29"/>
                  <a:gd name="T101" fmla="*/ 17 h 29"/>
                  <a:gd name="T102" fmla="*/ 12 w 29"/>
                  <a:gd name="T103" fmla="*/ 9 h 29"/>
                  <a:gd name="T104" fmla="*/ 20 w 29"/>
                  <a:gd name="T105" fmla="*/ 12 h 29"/>
                  <a:gd name="T106" fmla="*/ 17 w 29"/>
                  <a:gd name="T107" fmla="*/ 2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9">
                    <a:moveTo>
                      <a:pt x="28" y="16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6" y="14"/>
                      <a:pt x="26" y="14"/>
                      <a:pt x="26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12"/>
                      <a:pt x="29" y="11"/>
                      <a:pt x="29" y="1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6"/>
                      <a:pt x="26" y="6"/>
                      <a:pt x="25" y="6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2" y="6"/>
                      <a:pt x="22" y="6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3" y="3"/>
                      <a:pt x="22" y="2"/>
                      <a:pt x="21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0"/>
                      <a:pt x="17" y="0"/>
                      <a:pt x="16" y="1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3"/>
                      <a:pt x="13" y="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2"/>
                      <a:pt x="6" y="3"/>
                      <a:pt x="7" y="4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6" y="7"/>
                      <a:pt x="6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6"/>
                      <a:pt x="2" y="7"/>
                      <a:pt x="1" y="8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1"/>
                      <a:pt x="1" y="12"/>
                      <a:pt x="2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4"/>
                      <a:pt x="3" y="15"/>
                      <a:pt x="3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2"/>
                      <a:pt x="3" y="23"/>
                      <a:pt x="4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3"/>
                      <a:pt x="8" y="23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6"/>
                      <a:pt x="7" y="27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2" y="29"/>
                      <a:pt x="13" y="28"/>
                      <a:pt x="13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5" y="26"/>
                      <a:pt x="15" y="26"/>
                      <a:pt x="16" y="25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28"/>
                      <a:pt x="19" y="29"/>
                      <a:pt x="20" y="28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3" y="27"/>
                      <a:pt x="23" y="26"/>
                      <a:pt x="23" y="25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2"/>
                      <a:pt x="23" y="22"/>
                      <a:pt x="23" y="21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22"/>
                      <a:pt x="28" y="22"/>
                      <a:pt x="28" y="21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9" y="18"/>
                      <a:pt x="29" y="16"/>
                      <a:pt x="28" y="16"/>
                    </a:cubicBezTo>
                    <a:close/>
                    <a:moveTo>
                      <a:pt x="17" y="20"/>
                    </a:moveTo>
                    <a:cubicBezTo>
                      <a:pt x="14" y="21"/>
                      <a:pt x="11" y="19"/>
                      <a:pt x="9" y="17"/>
                    </a:cubicBezTo>
                    <a:cubicBezTo>
                      <a:pt x="8" y="14"/>
                      <a:pt x="9" y="11"/>
                      <a:pt x="12" y="9"/>
                    </a:cubicBezTo>
                    <a:cubicBezTo>
                      <a:pt x="15" y="8"/>
                      <a:pt x="18" y="9"/>
                      <a:pt x="20" y="12"/>
                    </a:cubicBezTo>
                    <a:cubicBezTo>
                      <a:pt x="21" y="15"/>
                      <a:pt x="20" y="18"/>
                      <a:pt x="17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7" name="Freeform 109"/>
              <p:cNvSpPr>
                <a:spLocks noEditPoints="1"/>
              </p:cNvSpPr>
              <p:nvPr/>
            </p:nvSpPr>
            <p:spPr bwMode="auto">
              <a:xfrm>
                <a:off x="4046" y="1967"/>
                <a:ext cx="76" cy="78"/>
              </a:xfrm>
              <a:custGeom>
                <a:avLst/>
                <a:gdLst>
                  <a:gd name="T0" fmla="*/ 31 w 32"/>
                  <a:gd name="T1" fmla="*/ 19 h 33"/>
                  <a:gd name="T2" fmla="*/ 28 w 32"/>
                  <a:gd name="T3" fmla="*/ 18 h 33"/>
                  <a:gd name="T4" fmla="*/ 28 w 32"/>
                  <a:gd name="T5" fmla="*/ 15 h 33"/>
                  <a:gd name="T6" fmla="*/ 30 w 32"/>
                  <a:gd name="T7" fmla="*/ 14 h 33"/>
                  <a:gd name="T8" fmla="*/ 32 w 32"/>
                  <a:gd name="T9" fmla="*/ 11 h 33"/>
                  <a:gd name="T10" fmla="*/ 31 w 32"/>
                  <a:gd name="T11" fmla="*/ 9 h 33"/>
                  <a:gd name="T12" fmla="*/ 28 w 32"/>
                  <a:gd name="T13" fmla="*/ 8 h 33"/>
                  <a:gd name="T14" fmla="*/ 25 w 32"/>
                  <a:gd name="T15" fmla="*/ 9 h 33"/>
                  <a:gd name="T16" fmla="*/ 24 w 32"/>
                  <a:gd name="T17" fmla="*/ 7 h 33"/>
                  <a:gd name="T18" fmla="*/ 25 w 32"/>
                  <a:gd name="T19" fmla="*/ 5 h 33"/>
                  <a:gd name="T20" fmla="*/ 23 w 32"/>
                  <a:gd name="T21" fmla="*/ 2 h 33"/>
                  <a:gd name="T22" fmla="*/ 21 w 32"/>
                  <a:gd name="T23" fmla="*/ 1 h 33"/>
                  <a:gd name="T24" fmla="*/ 18 w 32"/>
                  <a:gd name="T25" fmla="*/ 2 h 33"/>
                  <a:gd name="T26" fmla="*/ 17 w 32"/>
                  <a:gd name="T27" fmla="*/ 4 h 33"/>
                  <a:gd name="T28" fmla="*/ 15 w 32"/>
                  <a:gd name="T29" fmla="*/ 4 h 33"/>
                  <a:gd name="T30" fmla="*/ 14 w 32"/>
                  <a:gd name="T31" fmla="*/ 2 h 33"/>
                  <a:gd name="T32" fmla="*/ 11 w 32"/>
                  <a:gd name="T33" fmla="*/ 1 h 33"/>
                  <a:gd name="T34" fmla="*/ 8 w 32"/>
                  <a:gd name="T35" fmla="*/ 2 h 33"/>
                  <a:gd name="T36" fmla="*/ 7 w 32"/>
                  <a:gd name="T37" fmla="*/ 5 h 33"/>
                  <a:gd name="T38" fmla="*/ 8 w 32"/>
                  <a:gd name="T39" fmla="*/ 7 h 33"/>
                  <a:gd name="T40" fmla="*/ 6 w 32"/>
                  <a:gd name="T41" fmla="*/ 9 h 33"/>
                  <a:gd name="T42" fmla="*/ 4 w 32"/>
                  <a:gd name="T43" fmla="*/ 8 h 33"/>
                  <a:gd name="T44" fmla="*/ 1 w 32"/>
                  <a:gd name="T45" fmla="*/ 9 h 33"/>
                  <a:gd name="T46" fmla="*/ 0 w 32"/>
                  <a:gd name="T47" fmla="*/ 12 h 33"/>
                  <a:gd name="T48" fmla="*/ 1 w 32"/>
                  <a:gd name="T49" fmla="*/ 15 h 33"/>
                  <a:gd name="T50" fmla="*/ 3 w 32"/>
                  <a:gd name="T51" fmla="*/ 16 h 33"/>
                  <a:gd name="T52" fmla="*/ 3 w 32"/>
                  <a:gd name="T53" fmla="*/ 18 h 33"/>
                  <a:gd name="T54" fmla="*/ 1 w 32"/>
                  <a:gd name="T55" fmla="*/ 19 h 33"/>
                  <a:gd name="T56" fmla="*/ 0 w 32"/>
                  <a:gd name="T57" fmla="*/ 22 h 33"/>
                  <a:gd name="T58" fmla="*/ 1 w 32"/>
                  <a:gd name="T59" fmla="*/ 25 h 33"/>
                  <a:gd name="T60" fmla="*/ 4 w 32"/>
                  <a:gd name="T61" fmla="*/ 26 h 33"/>
                  <a:gd name="T62" fmla="*/ 6 w 32"/>
                  <a:gd name="T63" fmla="*/ 25 h 33"/>
                  <a:gd name="T64" fmla="*/ 8 w 32"/>
                  <a:gd name="T65" fmla="*/ 27 h 33"/>
                  <a:gd name="T66" fmla="*/ 7 w 32"/>
                  <a:gd name="T67" fmla="*/ 29 h 33"/>
                  <a:gd name="T68" fmla="*/ 9 w 32"/>
                  <a:gd name="T69" fmla="*/ 32 h 33"/>
                  <a:gd name="T70" fmla="*/ 11 w 32"/>
                  <a:gd name="T71" fmla="*/ 33 h 33"/>
                  <a:gd name="T72" fmla="*/ 14 w 32"/>
                  <a:gd name="T73" fmla="*/ 31 h 33"/>
                  <a:gd name="T74" fmla="*/ 15 w 32"/>
                  <a:gd name="T75" fmla="*/ 29 h 33"/>
                  <a:gd name="T76" fmla="*/ 17 w 32"/>
                  <a:gd name="T77" fmla="*/ 29 h 33"/>
                  <a:gd name="T78" fmla="*/ 18 w 32"/>
                  <a:gd name="T79" fmla="*/ 31 h 33"/>
                  <a:gd name="T80" fmla="*/ 21 w 32"/>
                  <a:gd name="T81" fmla="*/ 32 h 33"/>
                  <a:gd name="T82" fmla="*/ 24 w 32"/>
                  <a:gd name="T83" fmla="*/ 31 h 33"/>
                  <a:gd name="T84" fmla="*/ 25 w 32"/>
                  <a:gd name="T85" fmla="*/ 28 h 33"/>
                  <a:gd name="T86" fmla="*/ 24 w 32"/>
                  <a:gd name="T87" fmla="*/ 26 h 33"/>
                  <a:gd name="T88" fmla="*/ 26 w 32"/>
                  <a:gd name="T89" fmla="*/ 24 h 33"/>
                  <a:gd name="T90" fmla="*/ 28 w 32"/>
                  <a:gd name="T91" fmla="*/ 25 h 33"/>
                  <a:gd name="T92" fmla="*/ 31 w 32"/>
                  <a:gd name="T93" fmla="*/ 24 h 33"/>
                  <a:gd name="T94" fmla="*/ 32 w 32"/>
                  <a:gd name="T95" fmla="*/ 22 h 33"/>
                  <a:gd name="T96" fmla="*/ 31 w 32"/>
                  <a:gd name="T97" fmla="*/ 19 h 33"/>
                  <a:gd name="T98" fmla="*/ 18 w 32"/>
                  <a:gd name="T99" fmla="*/ 23 h 33"/>
                  <a:gd name="T100" fmla="*/ 10 w 32"/>
                  <a:gd name="T101" fmla="*/ 19 h 33"/>
                  <a:gd name="T102" fmla="*/ 13 w 32"/>
                  <a:gd name="T103" fmla="*/ 11 h 33"/>
                  <a:gd name="T104" fmla="*/ 21 w 32"/>
                  <a:gd name="T105" fmla="*/ 14 h 33"/>
                  <a:gd name="T106" fmla="*/ 18 w 32"/>
                  <a:gd name="T107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" h="33">
                    <a:moveTo>
                      <a:pt x="31" y="19"/>
                    </a:moveTo>
                    <a:cubicBezTo>
                      <a:pt x="28" y="18"/>
                      <a:pt x="28" y="18"/>
                      <a:pt x="28" y="18"/>
                    </a:cubicBezTo>
                    <a:cubicBezTo>
                      <a:pt x="28" y="17"/>
                      <a:pt x="28" y="16"/>
                      <a:pt x="28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2" y="14"/>
                      <a:pt x="32" y="12"/>
                      <a:pt x="32" y="11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8"/>
                      <a:pt x="29" y="7"/>
                      <a:pt x="28" y="8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5" y="8"/>
                      <a:pt x="24" y="8"/>
                      <a:pt x="24" y="7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4"/>
                      <a:pt x="24" y="2"/>
                      <a:pt x="23" y="2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0" y="0"/>
                      <a:pt x="18" y="1"/>
                      <a:pt x="18" y="2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4"/>
                      <a:pt x="15" y="4"/>
                      <a:pt x="15" y="4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3"/>
                      <a:pt x="6" y="4"/>
                      <a:pt x="7" y="5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7" y="8"/>
                      <a:pt x="7" y="8"/>
                      <a:pt x="6" y="9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8"/>
                      <a:pt x="2" y="8"/>
                      <a:pt x="1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0" y="14"/>
                      <a:pt x="1" y="15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3" y="17"/>
                      <a:pt x="3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20"/>
                      <a:pt x="0" y="21"/>
                      <a:pt x="0" y="22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6"/>
                      <a:pt x="3" y="26"/>
                      <a:pt x="4" y="26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7" y="26"/>
                      <a:pt x="7" y="26"/>
                      <a:pt x="8" y="27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7" y="30"/>
                      <a:pt x="8" y="31"/>
                      <a:pt x="9" y="32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2" y="33"/>
                      <a:pt x="14" y="32"/>
                      <a:pt x="14" y="31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29"/>
                      <a:pt x="17" y="29"/>
                      <a:pt x="17" y="29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2"/>
                      <a:pt x="20" y="33"/>
                      <a:pt x="21" y="32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5" y="31"/>
                      <a:pt x="26" y="30"/>
                      <a:pt x="25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5" y="26"/>
                      <a:pt x="25" y="25"/>
                      <a:pt x="26" y="24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9" y="26"/>
                      <a:pt x="30" y="25"/>
                      <a:pt x="31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0"/>
                      <a:pt x="32" y="19"/>
                      <a:pt x="31" y="19"/>
                    </a:cubicBezTo>
                    <a:close/>
                    <a:moveTo>
                      <a:pt x="18" y="23"/>
                    </a:moveTo>
                    <a:cubicBezTo>
                      <a:pt x="15" y="24"/>
                      <a:pt x="11" y="23"/>
                      <a:pt x="10" y="19"/>
                    </a:cubicBezTo>
                    <a:cubicBezTo>
                      <a:pt x="9" y="16"/>
                      <a:pt x="10" y="12"/>
                      <a:pt x="13" y="11"/>
                    </a:cubicBezTo>
                    <a:cubicBezTo>
                      <a:pt x="16" y="10"/>
                      <a:pt x="20" y="11"/>
                      <a:pt x="21" y="14"/>
                    </a:cubicBezTo>
                    <a:cubicBezTo>
                      <a:pt x="23" y="18"/>
                      <a:pt x="21" y="21"/>
                      <a:pt x="18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8" name="Freeform 110"/>
              <p:cNvSpPr/>
              <p:nvPr/>
            </p:nvSpPr>
            <p:spPr bwMode="auto">
              <a:xfrm>
                <a:off x="3750" y="2776"/>
                <a:ext cx="26" cy="28"/>
              </a:xfrm>
              <a:custGeom>
                <a:avLst/>
                <a:gdLst>
                  <a:gd name="T0" fmla="*/ 19 w 26"/>
                  <a:gd name="T1" fmla="*/ 28 h 28"/>
                  <a:gd name="T2" fmla="*/ 26 w 26"/>
                  <a:gd name="T3" fmla="*/ 21 h 28"/>
                  <a:gd name="T4" fmla="*/ 26 w 26"/>
                  <a:gd name="T5" fmla="*/ 9 h 28"/>
                  <a:gd name="T6" fmla="*/ 19 w 26"/>
                  <a:gd name="T7" fmla="*/ 0 h 28"/>
                  <a:gd name="T8" fmla="*/ 7 w 26"/>
                  <a:gd name="T9" fmla="*/ 0 h 28"/>
                  <a:gd name="T10" fmla="*/ 0 w 26"/>
                  <a:gd name="T11" fmla="*/ 9 h 28"/>
                  <a:gd name="T12" fmla="*/ 0 w 26"/>
                  <a:gd name="T13" fmla="*/ 21 h 28"/>
                  <a:gd name="T14" fmla="*/ 7 w 26"/>
                  <a:gd name="T15" fmla="*/ 28 h 28"/>
                  <a:gd name="T16" fmla="*/ 19 w 26"/>
                  <a:gd name="T17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28">
                    <a:moveTo>
                      <a:pt x="19" y="28"/>
                    </a:moveTo>
                    <a:lnTo>
                      <a:pt x="26" y="21"/>
                    </a:lnTo>
                    <a:lnTo>
                      <a:pt x="26" y="9"/>
                    </a:lnTo>
                    <a:lnTo>
                      <a:pt x="19" y="0"/>
                    </a:lnTo>
                    <a:lnTo>
                      <a:pt x="7" y="0"/>
                    </a:lnTo>
                    <a:lnTo>
                      <a:pt x="0" y="9"/>
                    </a:lnTo>
                    <a:lnTo>
                      <a:pt x="0" y="21"/>
                    </a:lnTo>
                    <a:lnTo>
                      <a:pt x="7" y="28"/>
                    </a:ln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69" name="Freeform 111"/>
              <p:cNvSpPr/>
              <p:nvPr/>
            </p:nvSpPr>
            <p:spPr bwMode="auto">
              <a:xfrm>
                <a:off x="3724" y="2781"/>
                <a:ext cx="78" cy="85"/>
              </a:xfrm>
              <a:custGeom>
                <a:avLst/>
                <a:gdLst>
                  <a:gd name="T0" fmla="*/ 29 w 33"/>
                  <a:gd name="T1" fmla="*/ 8 h 36"/>
                  <a:gd name="T2" fmla="*/ 26 w 33"/>
                  <a:gd name="T3" fmla="*/ 0 h 36"/>
                  <a:gd name="T4" fmla="*/ 25 w 33"/>
                  <a:gd name="T5" fmla="*/ 0 h 36"/>
                  <a:gd name="T6" fmla="*/ 25 w 33"/>
                  <a:gd name="T7" fmla="*/ 8 h 36"/>
                  <a:gd name="T8" fmla="*/ 20 w 33"/>
                  <a:gd name="T9" fmla="*/ 13 h 36"/>
                  <a:gd name="T10" fmla="*/ 17 w 33"/>
                  <a:gd name="T11" fmla="*/ 13 h 36"/>
                  <a:gd name="T12" fmla="*/ 16 w 33"/>
                  <a:gd name="T13" fmla="*/ 13 h 36"/>
                  <a:gd name="T14" fmla="*/ 13 w 33"/>
                  <a:gd name="T15" fmla="*/ 13 h 36"/>
                  <a:gd name="T16" fmla="*/ 8 w 33"/>
                  <a:gd name="T17" fmla="*/ 8 h 36"/>
                  <a:gd name="T18" fmla="*/ 8 w 33"/>
                  <a:gd name="T19" fmla="*/ 0 h 36"/>
                  <a:gd name="T20" fmla="*/ 7 w 33"/>
                  <a:gd name="T21" fmla="*/ 0 h 36"/>
                  <a:gd name="T22" fmla="*/ 4 w 33"/>
                  <a:gd name="T23" fmla="*/ 8 h 36"/>
                  <a:gd name="T24" fmla="*/ 12 w 33"/>
                  <a:gd name="T25" fmla="*/ 23 h 36"/>
                  <a:gd name="T26" fmla="*/ 12 w 33"/>
                  <a:gd name="T27" fmla="*/ 34 h 36"/>
                  <a:gd name="T28" fmla="*/ 14 w 33"/>
                  <a:gd name="T29" fmla="*/ 36 h 36"/>
                  <a:gd name="T30" fmla="*/ 19 w 33"/>
                  <a:gd name="T31" fmla="*/ 36 h 36"/>
                  <a:gd name="T32" fmla="*/ 22 w 33"/>
                  <a:gd name="T33" fmla="*/ 33 h 36"/>
                  <a:gd name="T34" fmla="*/ 22 w 33"/>
                  <a:gd name="T35" fmla="*/ 23 h 36"/>
                  <a:gd name="T36" fmla="*/ 29 w 33"/>
                  <a:gd name="T37" fmla="*/ 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36">
                    <a:moveTo>
                      <a:pt x="29" y="8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0" y="18"/>
                      <a:pt x="12" y="2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3" y="36"/>
                      <a:pt x="14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1" y="36"/>
                      <a:pt x="22" y="35"/>
                      <a:pt x="22" y="3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33" y="18"/>
                      <a:pt x="29" y="8"/>
                      <a:pt x="2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0" name="Freeform 112"/>
              <p:cNvSpPr/>
              <p:nvPr/>
            </p:nvSpPr>
            <p:spPr bwMode="auto">
              <a:xfrm>
                <a:off x="3826" y="1406"/>
                <a:ext cx="19" cy="19"/>
              </a:xfrm>
              <a:custGeom>
                <a:avLst/>
                <a:gdLst>
                  <a:gd name="T0" fmla="*/ 0 w 19"/>
                  <a:gd name="T1" fmla="*/ 15 h 19"/>
                  <a:gd name="T2" fmla="*/ 5 w 19"/>
                  <a:gd name="T3" fmla="*/ 19 h 19"/>
                  <a:gd name="T4" fmla="*/ 14 w 19"/>
                  <a:gd name="T5" fmla="*/ 19 h 19"/>
                  <a:gd name="T6" fmla="*/ 19 w 19"/>
                  <a:gd name="T7" fmla="*/ 15 h 19"/>
                  <a:gd name="T8" fmla="*/ 19 w 19"/>
                  <a:gd name="T9" fmla="*/ 5 h 19"/>
                  <a:gd name="T10" fmla="*/ 14 w 19"/>
                  <a:gd name="T11" fmla="*/ 0 h 19"/>
                  <a:gd name="T12" fmla="*/ 5 w 19"/>
                  <a:gd name="T13" fmla="*/ 0 h 19"/>
                  <a:gd name="T14" fmla="*/ 0 w 19"/>
                  <a:gd name="T15" fmla="*/ 5 h 19"/>
                  <a:gd name="T16" fmla="*/ 0 w 19"/>
                  <a:gd name="T17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19">
                    <a:moveTo>
                      <a:pt x="0" y="15"/>
                    </a:moveTo>
                    <a:lnTo>
                      <a:pt x="5" y="19"/>
                    </a:lnTo>
                    <a:lnTo>
                      <a:pt x="14" y="19"/>
                    </a:lnTo>
                    <a:lnTo>
                      <a:pt x="19" y="15"/>
                    </a:lnTo>
                    <a:lnTo>
                      <a:pt x="19" y="5"/>
                    </a:lnTo>
                    <a:lnTo>
                      <a:pt x="14" y="0"/>
                    </a:lnTo>
                    <a:lnTo>
                      <a:pt x="5" y="0"/>
                    </a:lnTo>
                    <a:lnTo>
                      <a:pt x="0" y="5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1" name="Freeform 113"/>
              <p:cNvSpPr/>
              <p:nvPr/>
            </p:nvSpPr>
            <p:spPr bwMode="auto">
              <a:xfrm>
                <a:off x="3783" y="1387"/>
                <a:ext cx="59" cy="57"/>
              </a:xfrm>
              <a:custGeom>
                <a:avLst/>
                <a:gdLst>
                  <a:gd name="T0" fmla="*/ 19 w 25"/>
                  <a:gd name="T1" fmla="*/ 21 h 24"/>
                  <a:gd name="T2" fmla="*/ 25 w 25"/>
                  <a:gd name="T3" fmla="*/ 19 h 24"/>
                  <a:gd name="T4" fmla="*/ 25 w 25"/>
                  <a:gd name="T5" fmla="*/ 18 h 24"/>
                  <a:gd name="T6" fmla="*/ 19 w 25"/>
                  <a:gd name="T7" fmla="*/ 18 h 24"/>
                  <a:gd name="T8" fmla="*/ 16 w 25"/>
                  <a:gd name="T9" fmla="*/ 14 h 24"/>
                  <a:gd name="T10" fmla="*/ 16 w 25"/>
                  <a:gd name="T11" fmla="*/ 13 h 24"/>
                  <a:gd name="T12" fmla="*/ 16 w 25"/>
                  <a:gd name="T13" fmla="*/ 11 h 24"/>
                  <a:gd name="T14" fmla="*/ 16 w 25"/>
                  <a:gd name="T15" fmla="*/ 10 h 24"/>
                  <a:gd name="T16" fmla="*/ 19 w 25"/>
                  <a:gd name="T17" fmla="*/ 6 h 24"/>
                  <a:gd name="T18" fmla="*/ 25 w 25"/>
                  <a:gd name="T19" fmla="*/ 6 h 24"/>
                  <a:gd name="T20" fmla="*/ 25 w 25"/>
                  <a:gd name="T21" fmla="*/ 6 h 24"/>
                  <a:gd name="T22" fmla="*/ 19 w 25"/>
                  <a:gd name="T23" fmla="*/ 3 h 24"/>
                  <a:gd name="T24" fmla="*/ 9 w 25"/>
                  <a:gd name="T25" fmla="*/ 9 h 24"/>
                  <a:gd name="T26" fmla="*/ 1 w 25"/>
                  <a:gd name="T27" fmla="*/ 9 h 24"/>
                  <a:gd name="T28" fmla="*/ 0 w 25"/>
                  <a:gd name="T29" fmla="*/ 10 h 24"/>
                  <a:gd name="T30" fmla="*/ 0 w 25"/>
                  <a:gd name="T31" fmla="*/ 14 h 24"/>
                  <a:gd name="T32" fmla="*/ 1 w 25"/>
                  <a:gd name="T33" fmla="*/ 16 h 24"/>
                  <a:gd name="T34" fmla="*/ 9 w 25"/>
                  <a:gd name="T35" fmla="*/ 16 h 24"/>
                  <a:gd name="T36" fmla="*/ 19 w 25"/>
                  <a:gd name="T37" fmla="*/ 2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4">
                    <a:moveTo>
                      <a:pt x="19" y="21"/>
                    </a:move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2" y="0"/>
                      <a:pt x="9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9"/>
                      <a:pt x="0" y="9"/>
                      <a:pt x="0" y="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6"/>
                      <a:pt x="1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2" y="24"/>
                      <a:pt x="19" y="21"/>
                      <a:pt x="1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2" name="Freeform 114"/>
              <p:cNvSpPr>
                <a:spLocks noEditPoints="1"/>
              </p:cNvSpPr>
              <p:nvPr/>
            </p:nvSpPr>
            <p:spPr bwMode="auto">
              <a:xfrm>
                <a:off x="3764" y="1694"/>
                <a:ext cx="29" cy="26"/>
              </a:xfrm>
              <a:custGeom>
                <a:avLst/>
                <a:gdLst>
                  <a:gd name="T0" fmla="*/ 1 w 12"/>
                  <a:gd name="T1" fmla="*/ 6 h 11"/>
                  <a:gd name="T2" fmla="*/ 12 w 12"/>
                  <a:gd name="T3" fmla="*/ 5 h 11"/>
                  <a:gd name="T4" fmla="*/ 10 w 12"/>
                  <a:gd name="T5" fmla="*/ 9 h 11"/>
                  <a:gd name="T6" fmla="*/ 9 w 12"/>
                  <a:gd name="T7" fmla="*/ 8 h 11"/>
                  <a:gd name="T8" fmla="*/ 9 w 12"/>
                  <a:gd name="T9" fmla="*/ 9 h 11"/>
                  <a:gd name="T10" fmla="*/ 8 w 12"/>
                  <a:gd name="T11" fmla="*/ 9 h 11"/>
                  <a:gd name="T12" fmla="*/ 8 w 12"/>
                  <a:gd name="T13" fmla="*/ 9 h 11"/>
                  <a:gd name="T14" fmla="*/ 7 w 12"/>
                  <a:gd name="T15" fmla="*/ 10 h 11"/>
                  <a:gd name="T16" fmla="*/ 6 w 12"/>
                  <a:gd name="T17" fmla="*/ 9 h 11"/>
                  <a:gd name="T18" fmla="*/ 6 w 12"/>
                  <a:gd name="T19" fmla="*/ 10 h 11"/>
                  <a:gd name="T20" fmla="*/ 5 w 12"/>
                  <a:gd name="T21" fmla="*/ 10 h 11"/>
                  <a:gd name="T22" fmla="*/ 4 w 12"/>
                  <a:gd name="T23" fmla="*/ 9 h 11"/>
                  <a:gd name="T24" fmla="*/ 3 w 12"/>
                  <a:gd name="T25" fmla="*/ 9 h 11"/>
                  <a:gd name="T26" fmla="*/ 4 w 12"/>
                  <a:gd name="T27" fmla="*/ 8 h 11"/>
                  <a:gd name="T28" fmla="*/ 3 w 12"/>
                  <a:gd name="T29" fmla="*/ 9 h 11"/>
                  <a:gd name="T30" fmla="*/ 2 w 12"/>
                  <a:gd name="T31" fmla="*/ 7 h 11"/>
                  <a:gd name="T32" fmla="*/ 2 w 12"/>
                  <a:gd name="T33" fmla="*/ 7 h 11"/>
                  <a:gd name="T34" fmla="*/ 1 w 12"/>
                  <a:gd name="T35" fmla="*/ 6 h 11"/>
                  <a:gd name="T36" fmla="*/ 2 w 12"/>
                  <a:gd name="T37" fmla="*/ 6 h 11"/>
                  <a:gd name="T38" fmla="*/ 1 w 12"/>
                  <a:gd name="T39" fmla="*/ 5 h 11"/>
                  <a:gd name="T40" fmla="*/ 2 w 12"/>
                  <a:gd name="T41" fmla="*/ 4 h 11"/>
                  <a:gd name="T42" fmla="*/ 2 w 12"/>
                  <a:gd name="T43" fmla="*/ 4 h 11"/>
                  <a:gd name="T44" fmla="*/ 2 w 12"/>
                  <a:gd name="T45" fmla="*/ 2 h 11"/>
                  <a:gd name="T46" fmla="*/ 4 w 12"/>
                  <a:gd name="T47" fmla="*/ 3 h 11"/>
                  <a:gd name="T48" fmla="*/ 3 w 12"/>
                  <a:gd name="T49" fmla="*/ 2 h 11"/>
                  <a:gd name="T50" fmla="*/ 4 w 12"/>
                  <a:gd name="T51" fmla="*/ 2 h 11"/>
                  <a:gd name="T52" fmla="*/ 5 w 12"/>
                  <a:gd name="T53" fmla="*/ 2 h 11"/>
                  <a:gd name="T54" fmla="*/ 6 w 12"/>
                  <a:gd name="T55" fmla="*/ 1 h 11"/>
                  <a:gd name="T56" fmla="*/ 6 w 12"/>
                  <a:gd name="T57" fmla="*/ 2 h 11"/>
                  <a:gd name="T58" fmla="*/ 7 w 12"/>
                  <a:gd name="T59" fmla="*/ 1 h 11"/>
                  <a:gd name="T60" fmla="*/ 8 w 12"/>
                  <a:gd name="T61" fmla="*/ 1 h 11"/>
                  <a:gd name="T62" fmla="*/ 8 w 12"/>
                  <a:gd name="T63" fmla="*/ 2 h 11"/>
                  <a:gd name="T64" fmla="*/ 9 w 12"/>
                  <a:gd name="T65" fmla="*/ 2 h 11"/>
                  <a:gd name="T66" fmla="*/ 9 w 12"/>
                  <a:gd name="T67" fmla="*/ 3 h 11"/>
                  <a:gd name="T68" fmla="*/ 10 w 12"/>
                  <a:gd name="T69" fmla="*/ 2 h 11"/>
                  <a:gd name="T70" fmla="*/ 10 w 12"/>
                  <a:gd name="T71" fmla="*/ 4 h 11"/>
                  <a:gd name="T72" fmla="*/ 10 w 12"/>
                  <a:gd name="T73" fmla="*/ 4 h 11"/>
                  <a:gd name="T74" fmla="*/ 11 w 12"/>
                  <a:gd name="T75" fmla="*/ 5 h 11"/>
                  <a:gd name="T76" fmla="*/ 10 w 12"/>
                  <a:gd name="T77" fmla="*/ 5 h 11"/>
                  <a:gd name="T78" fmla="*/ 11 w 12"/>
                  <a:gd name="T79" fmla="*/ 6 h 11"/>
                  <a:gd name="T80" fmla="*/ 10 w 12"/>
                  <a:gd name="T81" fmla="*/ 7 h 11"/>
                  <a:gd name="T82" fmla="*/ 10 w 12"/>
                  <a:gd name="T83" fmla="*/ 7 h 11"/>
                  <a:gd name="T84" fmla="*/ 10 w 12"/>
                  <a:gd name="T8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cubicBezTo>
                      <a:pt x="3" y="0"/>
                      <a:pt x="0" y="2"/>
                      <a:pt x="1" y="6"/>
                    </a:cubicBezTo>
                    <a:cubicBezTo>
                      <a:pt x="1" y="9"/>
                      <a:pt x="3" y="11"/>
                      <a:pt x="6" y="11"/>
                    </a:cubicBezTo>
                    <a:cubicBezTo>
                      <a:pt x="9" y="11"/>
                      <a:pt x="12" y="8"/>
                      <a:pt x="12" y="5"/>
                    </a:cubicBezTo>
                    <a:cubicBezTo>
                      <a:pt x="12" y="2"/>
                      <a:pt x="9" y="0"/>
                      <a:pt x="6" y="0"/>
                    </a:cubicBezTo>
                    <a:close/>
                    <a:moveTo>
                      <a:pt x="10" y="9"/>
                    </a:move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9" y="8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10"/>
                      <a:pt x="8" y="1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7" y="10"/>
                      <a:pt x="7" y="10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6" y="9"/>
                      <a:pt x="6" y="9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4" y="9"/>
                      <a:pt x="4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3" y="9"/>
                      <a:pt x="3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8"/>
                      <a:pt x="4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4" y="3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7" y="2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9" y="1"/>
                      <a:pt x="9" y="1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3"/>
                      <a:pt x="10" y="3"/>
                      <a:pt x="11" y="3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7"/>
                      <a:pt x="11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0" y="8"/>
                      <a:pt x="10" y="8"/>
                      <a:pt x="1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3" name="Freeform 115"/>
              <p:cNvSpPr/>
              <p:nvPr/>
            </p:nvSpPr>
            <p:spPr bwMode="auto">
              <a:xfrm>
                <a:off x="3776" y="1698"/>
                <a:ext cx="5" cy="10"/>
              </a:xfrm>
              <a:custGeom>
                <a:avLst/>
                <a:gdLst>
                  <a:gd name="T0" fmla="*/ 1 w 2"/>
                  <a:gd name="T1" fmla="*/ 3 h 4"/>
                  <a:gd name="T2" fmla="*/ 1 w 2"/>
                  <a:gd name="T3" fmla="*/ 0 h 4"/>
                  <a:gd name="T4" fmla="*/ 1 w 2"/>
                  <a:gd name="T5" fmla="*/ 0 h 4"/>
                  <a:gd name="T6" fmla="*/ 1 w 2"/>
                  <a:gd name="T7" fmla="*/ 0 h 4"/>
                  <a:gd name="T8" fmla="*/ 1 w 2"/>
                  <a:gd name="T9" fmla="*/ 3 h 4"/>
                  <a:gd name="T10" fmla="*/ 0 w 2"/>
                  <a:gd name="T11" fmla="*/ 3 h 4"/>
                  <a:gd name="T12" fmla="*/ 1 w 2"/>
                  <a:gd name="T13" fmla="*/ 4 h 4"/>
                  <a:gd name="T14" fmla="*/ 2 w 2"/>
                  <a:gd name="T15" fmla="*/ 3 h 4"/>
                  <a:gd name="T16" fmla="*/ 1 w 2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4">
                    <a:moveTo>
                      <a:pt x="1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4" name="Freeform 116"/>
              <p:cNvSpPr/>
              <p:nvPr/>
            </p:nvSpPr>
            <p:spPr bwMode="auto">
              <a:xfrm>
                <a:off x="3778" y="1708"/>
                <a:ext cx="3" cy="7"/>
              </a:xfrm>
              <a:custGeom>
                <a:avLst/>
                <a:gdLst>
                  <a:gd name="T0" fmla="*/ 0 w 1"/>
                  <a:gd name="T1" fmla="*/ 1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2 h 3"/>
                  <a:gd name="T8" fmla="*/ 1 w 1"/>
                  <a:gd name="T9" fmla="*/ 0 h 3"/>
                  <a:gd name="T10" fmla="*/ 0 w 1"/>
                  <a:gd name="T11" fmla="*/ 1 h 3"/>
                  <a:gd name="T12" fmla="*/ 0 w 1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3"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5" name="Freeform 117"/>
              <p:cNvSpPr>
                <a:spLocks noEditPoints="1"/>
              </p:cNvSpPr>
              <p:nvPr/>
            </p:nvSpPr>
            <p:spPr bwMode="auto">
              <a:xfrm>
                <a:off x="3807" y="1364"/>
                <a:ext cx="21" cy="23"/>
              </a:xfrm>
              <a:custGeom>
                <a:avLst/>
                <a:gdLst>
                  <a:gd name="T0" fmla="*/ 0 w 9"/>
                  <a:gd name="T1" fmla="*/ 5 h 10"/>
                  <a:gd name="T2" fmla="*/ 9 w 9"/>
                  <a:gd name="T3" fmla="*/ 5 h 10"/>
                  <a:gd name="T4" fmla="*/ 8 w 9"/>
                  <a:gd name="T5" fmla="*/ 8 h 10"/>
                  <a:gd name="T6" fmla="*/ 7 w 9"/>
                  <a:gd name="T7" fmla="*/ 7 h 10"/>
                  <a:gd name="T8" fmla="*/ 7 w 9"/>
                  <a:gd name="T9" fmla="*/ 8 h 10"/>
                  <a:gd name="T10" fmla="*/ 6 w 9"/>
                  <a:gd name="T11" fmla="*/ 8 h 10"/>
                  <a:gd name="T12" fmla="*/ 6 w 9"/>
                  <a:gd name="T13" fmla="*/ 9 h 10"/>
                  <a:gd name="T14" fmla="*/ 5 w 9"/>
                  <a:gd name="T15" fmla="*/ 9 h 10"/>
                  <a:gd name="T16" fmla="*/ 5 w 9"/>
                  <a:gd name="T17" fmla="*/ 8 h 10"/>
                  <a:gd name="T18" fmla="*/ 4 w 9"/>
                  <a:gd name="T19" fmla="*/ 9 h 10"/>
                  <a:gd name="T20" fmla="*/ 3 w 9"/>
                  <a:gd name="T21" fmla="*/ 9 h 10"/>
                  <a:gd name="T22" fmla="*/ 3 w 9"/>
                  <a:gd name="T23" fmla="*/ 8 h 10"/>
                  <a:gd name="T24" fmla="*/ 2 w 9"/>
                  <a:gd name="T25" fmla="*/ 8 h 10"/>
                  <a:gd name="T26" fmla="*/ 2 w 9"/>
                  <a:gd name="T27" fmla="*/ 7 h 10"/>
                  <a:gd name="T28" fmla="*/ 2 w 9"/>
                  <a:gd name="T29" fmla="*/ 8 h 10"/>
                  <a:gd name="T30" fmla="*/ 1 w 9"/>
                  <a:gd name="T31" fmla="*/ 7 h 10"/>
                  <a:gd name="T32" fmla="*/ 1 w 9"/>
                  <a:gd name="T33" fmla="*/ 6 h 10"/>
                  <a:gd name="T34" fmla="*/ 1 w 9"/>
                  <a:gd name="T35" fmla="*/ 6 h 10"/>
                  <a:gd name="T36" fmla="*/ 1 w 9"/>
                  <a:gd name="T37" fmla="*/ 5 h 10"/>
                  <a:gd name="T38" fmla="*/ 1 w 9"/>
                  <a:gd name="T39" fmla="*/ 5 h 10"/>
                  <a:gd name="T40" fmla="*/ 1 w 9"/>
                  <a:gd name="T41" fmla="*/ 4 h 10"/>
                  <a:gd name="T42" fmla="*/ 1 w 9"/>
                  <a:gd name="T43" fmla="*/ 4 h 10"/>
                  <a:gd name="T44" fmla="*/ 1 w 9"/>
                  <a:gd name="T45" fmla="*/ 3 h 10"/>
                  <a:gd name="T46" fmla="*/ 2 w 9"/>
                  <a:gd name="T47" fmla="*/ 3 h 10"/>
                  <a:gd name="T48" fmla="*/ 2 w 9"/>
                  <a:gd name="T49" fmla="*/ 2 h 10"/>
                  <a:gd name="T50" fmla="*/ 3 w 9"/>
                  <a:gd name="T51" fmla="*/ 2 h 10"/>
                  <a:gd name="T52" fmla="*/ 3 w 9"/>
                  <a:gd name="T53" fmla="*/ 2 h 10"/>
                  <a:gd name="T54" fmla="*/ 4 w 9"/>
                  <a:gd name="T55" fmla="*/ 1 h 10"/>
                  <a:gd name="T56" fmla="*/ 4 w 9"/>
                  <a:gd name="T57" fmla="*/ 2 h 10"/>
                  <a:gd name="T58" fmla="*/ 5 w 9"/>
                  <a:gd name="T59" fmla="*/ 1 h 10"/>
                  <a:gd name="T60" fmla="*/ 6 w 9"/>
                  <a:gd name="T61" fmla="*/ 2 h 10"/>
                  <a:gd name="T62" fmla="*/ 6 w 9"/>
                  <a:gd name="T63" fmla="*/ 2 h 10"/>
                  <a:gd name="T64" fmla="*/ 7 w 9"/>
                  <a:gd name="T65" fmla="*/ 2 h 10"/>
                  <a:gd name="T66" fmla="*/ 7 w 9"/>
                  <a:gd name="T67" fmla="*/ 3 h 10"/>
                  <a:gd name="T68" fmla="*/ 8 w 9"/>
                  <a:gd name="T69" fmla="*/ 3 h 10"/>
                  <a:gd name="T70" fmla="*/ 8 w 9"/>
                  <a:gd name="T71" fmla="*/ 4 h 10"/>
                  <a:gd name="T72" fmla="*/ 8 w 9"/>
                  <a:gd name="T73" fmla="*/ 4 h 10"/>
                  <a:gd name="T74" fmla="*/ 9 w 9"/>
                  <a:gd name="T75" fmla="*/ 5 h 10"/>
                  <a:gd name="T76" fmla="*/ 8 w 9"/>
                  <a:gd name="T77" fmla="*/ 5 h 10"/>
                  <a:gd name="T78" fmla="*/ 9 w 9"/>
                  <a:gd name="T79" fmla="*/ 5 h 10"/>
                  <a:gd name="T80" fmla="*/ 8 w 9"/>
                  <a:gd name="T81" fmla="*/ 6 h 10"/>
                  <a:gd name="T82" fmla="*/ 8 w 9"/>
                  <a:gd name="T83" fmla="*/ 7 h 10"/>
                  <a:gd name="T84" fmla="*/ 8 w 9"/>
                  <a:gd name="T8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0">
                    <a:moveTo>
                      <a:pt x="4" y="0"/>
                    </a:moveTo>
                    <a:cubicBezTo>
                      <a:pt x="2" y="1"/>
                      <a:pt x="0" y="3"/>
                      <a:pt x="0" y="5"/>
                    </a:cubicBezTo>
                    <a:cubicBezTo>
                      <a:pt x="0" y="8"/>
                      <a:pt x="2" y="10"/>
                      <a:pt x="5" y="10"/>
                    </a:cubicBezTo>
                    <a:cubicBezTo>
                      <a:pt x="7" y="10"/>
                      <a:pt x="9" y="8"/>
                      <a:pt x="9" y="5"/>
                    </a:cubicBezTo>
                    <a:cubicBezTo>
                      <a:pt x="9" y="2"/>
                      <a:pt x="7" y="0"/>
                      <a:pt x="4" y="0"/>
                    </a:cubicBezTo>
                    <a:close/>
                    <a:moveTo>
                      <a:pt x="8" y="8"/>
                    </a:move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9"/>
                      <a:pt x="6" y="9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8"/>
                      <a:pt x="4" y="8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4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2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1" y="8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9" y="4"/>
                      <a:pt x="9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6" name="Freeform 118"/>
              <p:cNvSpPr/>
              <p:nvPr/>
            </p:nvSpPr>
            <p:spPr bwMode="auto">
              <a:xfrm>
                <a:off x="3816" y="1368"/>
                <a:ext cx="3" cy="10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1 h 4"/>
                  <a:gd name="T4" fmla="*/ 0 w 1"/>
                  <a:gd name="T5" fmla="*/ 0 h 4"/>
                  <a:gd name="T6" fmla="*/ 0 w 1"/>
                  <a:gd name="T7" fmla="*/ 1 h 4"/>
                  <a:gd name="T8" fmla="*/ 0 w 1"/>
                  <a:gd name="T9" fmla="*/ 3 h 4"/>
                  <a:gd name="T10" fmla="*/ 0 w 1"/>
                  <a:gd name="T11" fmla="*/ 3 h 4"/>
                  <a:gd name="T12" fmla="*/ 1 w 1"/>
                  <a:gd name="T13" fmla="*/ 4 h 4"/>
                  <a:gd name="T14" fmla="*/ 1 w 1"/>
                  <a:gd name="T15" fmla="*/ 3 h 4"/>
                  <a:gd name="T16" fmla="*/ 1 w 1"/>
                  <a:gd name="T1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1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7" name="Freeform 119"/>
              <p:cNvSpPr/>
              <p:nvPr/>
            </p:nvSpPr>
            <p:spPr bwMode="auto">
              <a:xfrm>
                <a:off x="3816" y="1378"/>
                <a:ext cx="3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1 h 2"/>
                  <a:gd name="T4" fmla="*/ 1 w 1"/>
                  <a:gd name="T5" fmla="*/ 2 h 2"/>
                  <a:gd name="T6" fmla="*/ 1 w 1"/>
                  <a:gd name="T7" fmla="*/ 1 h 2"/>
                  <a:gd name="T8" fmla="*/ 1 w 1"/>
                  <a:gd name="T9" fmla="*/ 0 h 2"/>
                  <a:gd name="T10" fmla="*/ 1 w 1"/>
                  <a:gd name="T11" fmla="*/ 0 h 2"/>
                  <a:gd name="T12" fmla="*/ 0 w 1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8" name="Freeform 120"/>
              <p:cNvSpPr>
                <a:spLocks noEditPoints="1"/>
              </p:cNvSpPr>
              <p:nvPr/>
            </p:nvSpPr>
            <p:spPr bwMode="auto">
              <a:xfrm>
                <a:off x="3868" y="1596"/>
                <a:ext cx="22" cy="24"/>
              </a:xfrm>
              <a:custGeom>
                <a:avLst/>
                <a:gdLst>
                  <a:gd name="T0" fmla="*/ 0 w 9"/>
                  <a:gd name="T1" fmla="*/ 5 h 10"/>
                  <a:gd name="T2" fmla="*/ 9 w 9"/>
                  <a:gd name="T3" fmla="*/ 5 h 10"/>
                  <a:gd name="T4" fmla="*/ 8 w 9"/>
                  <a:gd name="T5" fmla="*/ 8 h 10"/>
                  <a:gd name="T6" fmla="*/ 7 w 9"/>
                  <a:gd name="T7" fmla="*/ 7 h 10"/>
                  <a:gd name="T8" fmla="*/ 7 w 9"/>
                  <a:gd name="T9" fmla="*/ 8 h 10"/>
                  <a:gd name="T10" fmla="*/ 6 w 9"/>
                  <a:gd name="T11" fmla="*/ 8 h 10"/>
                  <a:gd name="T12" fmla="*/ 6 w 9"/>
                  <a:gd name="T13" fmla="*/ 8 h 10"/>
                  <a:gd name="T14" fmla="*/ 5 w 9"/>
                  <a:gd name="T15" fmla="*/ 9 h 10"/>
                  <a:gd name="T16" fmla="*/ 5 w 9"/>
                  <a:gd name="T17" fmla="*/ 8 h 10"/>
                  <a:gd name="T18" fmla="*/ 4 w 9"/>
                  <a:gd name="T19" fmla="*/ 9 h 10"/>
                  <a:gd name="T20" fmla="*/ 3 w 9"/>
                  <a:gd name="T21" fmla="*/ 8 h 10"/>
                  <a:gd name="T22" fmla="*/ 3 w 9"/>
                  <a:gd name="T23" fmla="*/ 8 h 10"/>
                  <a:gd name="T24" fmla="*/ 2 w 9"/>
                  <a:gd name="T25" fmla="*/ 8 h 10"/>
                  <a:gd name="T26" fmla="*/ 2 w 9"/>
                  <a:gd name="T27" fmla="*/ 7 h 10"/>
                  <a:gd name="T28" fmla="*/ 2 w 9"/>
                  <a:gd name="T29" fmla="*/ 8 h 10"/>
                  <a:gd name="T30" fmla="*/ 1 w 9"/>
                  <a:gd name="T31" fmla="*/ 7 h 10"/>
                  <a:gd name="T32" fmla="*/ 1 w 9"/>
                  <a:gd name="T33" fmla="*/ 6 h 10"/>
                  <a:gd name="T34" fmla="*/ 1 w 9"/>
                  <a:gd name="T35" fmla="*/ 5 h 10"/>
                  <a:gd name="T36" fmla="*/ 1 w 9"/>
                  <a:gd name="T37" fmla="*/ 5 h 10"/>
                  <a:gd name="T38" fmla="*/ 1 w 9"/>
                  <a:gd name="T39" fmla="*/ 5 h 10"/>
                  <a:gd name="T40" fmla="*/ 1 w 9"/>
                  <a:gd name="T41" fmla="*/ 4 h 10"/>
                  <a:gd name="T42" fmla="*/ 1 w 9"/>
                  <a:gd name="T43" fmla="*/ 4 h 10"/>
                  <a:gd name="T44" fmla="*/ 1 w 9"/>
                  <a:gd name="T45" fmla="*/ 2 h 10"/>
                  <a:gd name="T46" fmla="*/ 2 w 9"/>
                  <a:gd name="T47" fmla="*/ 3 h 10"/>
                  <a:gd name="T48" fmla="*/ 2 w 9"/>
                  <a:gd name="T49" fmla="*/ 2 h 10"/>
                  <a:gd name="T50" fmla="*/ 3 w 9"/>
                  <a:gd name="T51" fmla="*/ 2 h 10"/>
                  <a:gd name="T52" fmla="*/ 3 w 9"/>
                  <a:gd name="T53" fmla="*/ 2 h 10"/>
                  <a:gd name="T54" fmla="*/ 4 w 9"/>
                  <a:gd name="T55" fmla="*/ 1 h 10"/>
                  <a:gd name="T56" fmla="*/ 5 w 9"/>
                  <a:gd name="T57" fmla="*/ 2 h 10"/>
                  <a:gd name="T58" fmla="*/ 5 w 9"/>
                  <a:gd name="T59" fmla="*/ 1 h 10"/>
                  <a:gd name="T60" fmla="*/ 6 w 9"/>
                  <a:gd name="T61" fmla="*/ 2 h 10"/>
                  <a:gd name="T62" fmla="*/ 6 w 9"/>
                  <a:gd name="T63" fmla="*/ 2 h 10"/>
                  <a:gd name="T64" fmla="*/ 7 w 9"/>
                  <a:gd name="T65" fmla="*/ 2 h 10"/>
                  <a:gd name="T66" fmla="*/ 7 w 9"/>
                  <a:gd name="T67" fmla="*/ 3 h 10"/>
                  <a:gd name="T68" fmla="*/ 8 w 9"/>
                  <a:gd name="T69" fmla="*/ 2 h 10"/>
                  <a:gd name="T70" fmla="*/ 8 w 9"/>
                  <a:gd name="T71" fmla="*/ 3 h 10"/>
                  <a:gd name="T72" fmla="*/ 8 w 9"/>
                  <a:gd name="T73" fmla="*/ 4 h 10"/>
                  <a:gd name="T74" fmla="*/ 9 w 9"/>
                  <a:gd name="T75" fmla="*/ 5 h 10"/>
                  <a:gd name="T76" fmla="*/ 8 w 9"/>
                  <a:gd name="T77" fmla="*/ 5 h 10"/>
                  <a:gd name="T78" fmla="*/ 9 w 9"/>
                  <a:gd name="T79" fmla="*/ 5 h 10"/>
                  <a:gd name="T80" fmla="*/ 8 w 9"/>
                  <a:gd name="T81" fmla="*/ 6 h 10"/>
                  <a:gd name="T82" fmla="*/ 8 w 9"/>
                  <a:gd name="T83" fmla="*/ 6 h 10"/>
                  <a:gd name="T84" fmla="*/ 8 w 9"/>
                  <a:gd name="T8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0">
                    <a:moveTo>
                      <a:pt x="4" y="0"/>
                    </a:moveTo>
                    <a:cubicBezTo>
                      <a:pt x="2" y="0"/>
                      <a:pt x="0" y="2"/>
                      <a:pt x="0" y="5"/>
                    </a:cubicBezTo>
                    <a:cubicBezTo>
                      <a:pt x="0" y="8"/>
                      <a:pt x="2" y="10"/>
                      <a:pt x="5" y="10"/>
                    </a:cubicBezTo>
                    <a:cubicBezTo>
                      <a:pt x="7" y="10"/>
                      <a:pt x="9" y="7"/>
                      <a:pt x="9" y="5"/>
                    </a:cubicBezTo>
                    <a:cubicBezTo>
                      <a:pt x="9" y="2"/>
                      <a:pt x="7" y="0"/>
                      <a:pt x="4" y="0"/>
                    </a:cubicBezTo>
                    <a:close/>
                    <a:moveTo>
                      <a:pt x="8" y="8"/>
                    </a:move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6" y="9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5" y="9"/>
                      <a:pt x="5" y="9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2" y="6"/>
                      <a:pt x="2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9" y="4"/>
                      <a:pt x="9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6"/>
                      <a:pt x="9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79" name="Freeform 121"/>
              <p:cNvSpPr/>
              <p:nvPr/>
            </p:nvSpPr>
            <p:spPr bwMode="auto">
              <a:xfrm>
                <a:off x="3878" y="1601"/>
                <a:ext cx="2" cy="10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0 h 4"/>
                  <a:gd name="T6" fmla="*/ 0 w 1"/>
                  <a:gd name="T7" fmla="*/ 0 h 4"/>
                  <a:gd name="T8" fmla="*/ 0 w 1"/>
                  <a:gd name="T9" fmla="*/ 2 h 4"/>
                  <a:gd name="T10" fmla="*/ 0 w 1"/>
                  <a:gd name="T11" fmla="*/ 3 h 4"/>
                  <a:gd name="T12" fmla="*/ 1 w 1"/>
                  <a:gd name="T13" fmla="*/ 4 h 4"/>
                  <a:gd name="T14" fmla="*/ 1 w 1"/>
                  <a:gd name="T15" fmla="*/ 3 h 4"/>
                  <a:gd name="T16" fmla="*/ 1 w 1"/>
                  <a:gd name="T1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0" name="Freeform 122"/>
              <p:cNvSpPr/>
              <p:nvPr/>
            </p:nvSpPr>
            <p:spPr bwMode="auto">
              <a:xfrm>
                <a:off x="3878" y="1611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1 h 2"/>
                  <a:gd name="T4" fmla="*/ 1 w 1"/>
                  <a:gd name="T5" fmla="*/ 2 h 2"/>
                  <a:gd name="T6" fmla="*/ 1 w 1"/>
                  <a:gd name="T7" fmla="*/ 1 h 2"/>
                  <a:gd name="T8" fmla="*/ 1 w 1"/>
                  <a:gd name="T9" fmla="*/ 0 h 2"/>
                  <a:gd name="T10" fmla="*/ 1 w 1"/>
                  <a:gd name="T11" fmla="*/ 0 h 2"/>
                  <a:gd name="T12" fmla="*/ 0 w 1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1" name="Freeform 123"/>
              <p:cNvSpPr>
                <a:spLocks noEditPoints="1"/>
              </p:cNvSpPr>
              <p:nvPr/>
            </p:nvSpPr>
            <p:spPr bwMode="auto">
              <a:xfrm>
                <a:off x="3501" y="1872"/>
                <a:ext cx="43" cy="45"/>
              </a:xfrm>
              <a:custGeom>
                <a:avLst/>
                <a:gdLst>
                  <a:gd name="T0" fmla="*/ 0 w 18"/>
                  <a:gd name="T1" fmla="*/ 10 h 19"/>
                  <a:gd name="T2" fmla="*/ 18 w 18"/>
                  <a:gd name="T3" fmla="*/ 10 h 19"/>
                  <a:gd name="T4" fmla="*/ 15 w 18"/>
                  <a:gd name="T5" fmla="*/ 15 h 19"/>
                  <a:gd name="T6" fmla="*/ 13 w 18"/>
                  <a:gd name="T7" fmla="*/ 14 h 19"/>
                  <a:gd name="T8" fmla="*/ 14 w 18"/>
                  <a:gd name="T9" fmla="*/ 16 h 19"/>
                  <a:gd name="T10" fmla="*/ 12 w 18"/>
                  <a:gd name="T11" fmla="*/ 16 h 19"/>
                  <a:gd name="T12" fmla="*/ 11 w 18"/>
                  <a:gd name="T13" fmla="*/ 16 h 19"/>
                  <a:gd name="T14" fmla="*/ 10 w 18"/>
                  <a:gd name="T15" fmla="*/ 18 h 19"/>
                  <a:gd name="T16" fmla="*/ 9 w 18"/>
                  <a:gd name="T17" fmla="*/ 16 h 19"/>
                  <a:gd name="T18" fmla="*/ 9 w 18"/>
                  <a:gd name="T19" fmla="*/ 18 h 19"/>
                  <a:gd name="T20" fmla="*/ 7 w 18"/>
                  <a:gd name="T21" fmla="*/ 16 h 19"/>
                  <a:gd name="T22" fmla="*/ 6 w 18"/>
                  <a:gd name="T23" fmla="*/ 16 h 19"/>
                  <a:gd name="T24" fmla="*/ 4 w 18"/>
                  <a:gd name="T25" fmla="*/ 16 h 19"/>
                  <a:gd name="T26" fmla="*/ 5 w 18"/>
                  <a:gd name="T27" fmla="*/ 14 h 19"/>
                  <a:gd name="T28" fmla="*/ 3 w 18"/>
                  <a:gd name="T29" fmla="*/ 15 h 19"/>
                  <a:gd name="T30" fmla="*/ 3 w 18"/>
                  <a:gd name="T31" fmla="*/ 13 h 19"/>
                  <a:gd name="T32" fmla="*/ 2 w 18"/>
                  <a:gd name="T33" fmla="*/ 12 h 19"/>
                  <a:gd name="T34" fmla="*/ 1 w 18"/>
                  <a:gd name="T35" fmla="*/ 11 h 19"/>
                  <a:gd name="T36" fmla="*/ 3 w 18"/>
                  <a:gd name="T37" fmla="*/ 10 h 19"/>
                  <a:gd name="T38" fmla="*/ 1 w 18"/>
                  <a:gd name="T39" fmla="*/ 9 h 19"/>
                  <a:gd name="T40" fmla="*/ 2 w 18"/>
                  <a:gd name="T41" fmla="*/ 8 h 19"/>
                  <a:gd name="T42" fmla="*/ 3 w 18"/>
                  <a:gd name="T43" fmla="*/ 7 h 19"/>
                  <a:gd name="T44" fmla="*/ 3 w 18"/>
                  <a:gd name="T45" fmla="*/ 5 h 19"/>
                  <a:gd name="T46" fmla="*/ 5 w 18"/>
                  <a:gd name="T47" fmla="*/ 6 h 19"/>
                  <a:gd name="T48" fmla="*/ 4 w 18"/>
                  <a:gd name="T49" fmla="*/ 4 h 19"/>
                  <a:gd name="T50" fmla="*/ 6 w 18"/>
                  <a:gd name="T51" fmla="*/ 4 h 19"/>
                  <a:gd name="T52" fmla="*/ 7 w 18"/>
                  <a:gd name="T53" fmla="*/ 3 h 19"/>
                  <a:gd name="T54" fmla="*/ 8 w 18"/>
                  <a:gd name="T55" fmla="*/ 2 h 19"/>
                  <a:gd name="T56" fmla="*/ 9 w 18"/>
                  <a:gd name="T57" fmla="*/ 4 h 19"/>
                  <a:gd name="T58" fmla="*/ 9 w 18"/>
                  <a:gd name="T59" fmla="*/ 2 h 19"/>
                  <a:gd name="T60" fmla="*/ 11 w 18"/>
                  <a:gd name="T61" fmla="*/ 3 h 19"/>
                  <a:gd name="T62" fmla="*/ 12 w 18"/>
                  <a:gd name="T63" fmla="*/ 4 h 19"/>
                  <a:gd name="T64" fmla="*/ 14 w 18"/>
                  <a:gd name="T65" fmla="*/ 4 h 19"/>
                  <a:gd name="T66" fmla="*/ 13 w 18"/>
                  <a:gd name="T67" fmla="*/ 5 h 19"/>
                  <a:gd name="T68" fmla="*/ 15 w 18"/>
                  <a:gd name="T69" fmla="*/ 5 h 19"/>
                  <a:gd name="T70" fmla="*/ 15 w 18"/>
                  <a:gd name="T71" fmla="*/ 7 h 19"/>
                  <a:gd name="T72" fmla="*/ 15 w 18"/>
                  <a:gd name="T73" fmla="*/ 8 h 19"/>
                  <a:gd name="T74" fmla="*/ 17 w 18"/>
                  <a:gd name="T75" fmla="*/ 9 h 19"/>
                  <a:gd name="T76" fmla="*/ 15 w 18"/>
                  <a:gd name="T77" fmla="*/ 10 h 19"/>
                  <a:gd name="T78" fmla="*/ 17 w 18"/>
                  <a:gd name="T79" fmla="*/ 10 h 19"/>
                  <a:gd name="T80" fmla="*/ 16 w 18"/>
                  <a:gd name="T81" fmla="*/ 12 h 19"/>
                  <a:gd name="T82" fmla="*/ 15 w 18"/>
                  <a:gd name="T83" fmla="*/ 13 h 19"/>
                  <a:gd name="T84" fmla="*/ 15 w 18"/>
                  <a:gd name="T85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" h="19">
                    <a:moveTo>
                      <a:pt x="9" y="1"/>
                    </a:moveTo>
                    <a:cubicBezTo>
                      <a:pt x="4" y="1"/>
                      <a:pt x="0" y="5"/>
                      <a:pt x="0" y="10"/>
                    </a:cubicBezTo>
                    <a:cubicBezTo>
                      <a:pt x="0" y="15"/>
                      <a:pt x="4" y="19"/>
                      <a:pt x="9" y="19"/>
                    </a:cubicBezTo>
                    <a:cubicBezTo>
                      <a:pt x="14" y="19"/>
                      <a:pt x="18" y="15"/>
                      <a:pt x="18" y="10"/>
                    </a:cubicBezTo>
                    <a:cubicBezTo>
                      <a:pt x="18" y="4"/>
                      <a:pt x="14" y="0"/>
                      <a:pt x="9" y="1"/>
                    </a:cubicBezTo>
                    <a:close/>
                    <a:moveTo>
                      <a:pt x="15" y="15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4"/>
                      <a:pt x="14" y="14"/>
                      <a:pt x="13" y="14"/>
                    </a:cubicBezTo>
                    <a:cubicBezTo>
                      <a:pt x="13" y="14"/>
                      <a:pt x="13" y="15"/>
                      <a:pt x="13" y="15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4" y="16"/>
                      <a:pt x="13" y="17"/>
                      <a:pt x="13" y="17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1" y="17"/>
                      <a:pt x="10" y="18"/>
                      <a:pt x="10" y="18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6"/>
                      <a:pt x="9" y="16"/>
                      <a:pt x="9" y="16"/>
                    </a:cubicBezTo>
                    <a:cubicBezTo>
                      <a:pt x="9" y="16"/>
                      <a:pt x="8" y="16"/>
                      <a:pt x="8" y="17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8" y="18"/>
                      <a:pt x="7" y="18"/>
                      <a:pt x="7" y="17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5" y="16"/>
                      <a:pt x="4" y="16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4"/>
                      <a:pt x="5" y="14"/>
                    </a:cubicBezTo>
                    <a:cubicBezTo>
                      <a:pt x="5" y="14"/>
                      <a:pt x="4" y="14"/>
                      <a:pt x="4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2" y="14"/>
                      <a:pt x="2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3" y="13"/>
                      <a:pt x="3" y="12"/>
                    </a:cubicBezTo>
                    <a:cubicBezTo>
                      <a:pt x="3" y="12"/>
                      <a:pt x="3" y="12"/>
                      <a:pt x="2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3" y="11"/>
                      <a:pt x="3" y="10"/>
                      <a:pt x="3" y="10"/>
                    </a:cubicBezTo>
                    <a:cubicBezTo>
                      <a:pt x="3" y="10"/>
                      <a:pt x="3" y="9"/>
                      <a:pt x="2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8"/>
                      <a:pt x="1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6"/>
                      <a:pt x="2" y="5"/>
                      <a:pt x="3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5" y="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5" y="3"/>
                      <a:pt x="5" y="3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7" y="4"/>
                      <a:pt x="7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7" y="2"/>
                      <a:pt x="7" y="2"/>
                      <a:pt x="8" y="2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4"/>
                      <a:pt x="9" y="4"/>
                    </a:cubicBezTo>
                    <a:cubicBezTo>
                      <a:pt x="9" y="4"/>
                      <a:pt x="9" y="3"/>
                      <a:pt x="9" y="3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2"/>
                      <a:pt x="11" y="2"/>
                      <a:pt x="11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3"/>
                      <a:pt x="13" y="3"/>
                      <a:pt x="14" y="4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6"/>
                      <a:pt x="14" y="6"/>
                      <a:pt x="14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7" y="8"/>
                      <a:pt x="17" y="8"/>
                      <a:pt x="17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9"/>
                      <a:pt x="15" y="9"/>
                      <a:pt x="15" y="10"/>
                    </a:cubicBezTo>
                    <a:cubicBezTo>
                      <a:pt x="15" y="10"/>
                      <a:pt x="15" y="10"/>
                      <a:pt x="16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1"/>
                      <a:pt x="17" y="12"/>
                      <a:pt x="16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2"/>
                      <a:pt x="15" y="13"/>
                      <a:pt x="15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4"/>
                      <a:pt x="16" y="14"/>
                      <a:pt x="1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2" name="Freeform 124"/>
              <p:cNvSpPr/>
              <p:nvPr/>
            </p:nvSpPr>
            <p:spPr bwMode="auto">
              <a:xfrm>
                <a:off x="3520" y="1881"/>
                <a:ext cx="5" cy="17"/>
              </a:xfrm>
              <a:custGeom>
                <a:avLst/>
                <a:gdLst>
                  <a:gd name="T0" fmla="*/ 1 w 2"/>
                  <a:gd name="T1" fmla="*/ 4 h 7"/>
                  <a:gd name="T2" fmla="*/ 1 w 2"/>
                  <a:gd name="T3" fmla="*/ 1 h 7"/>
                  <a:gd name="T4" fmla="*/ 1 w 2"/>
                  <a:gd name="T5" fmla="*/ 0 h 7"/>
                  <a:gd name="T6" fmla="*/ 0 w 2"/>
                  <a:gd name="T7" fmla="*/ 1 h 7"/>
                  <a:gd name="T8" fmla="*/ 0 w 2"/>
                  <a:gd name="T9" fmla="*/ 4 h 7"/>
                  <a:gd name="T10" fmla="*/ 0 w 2"/>
                  <a:gd name="T11" fmla="*/ 6 h 7"/>
                  <a:gd name="T12" fmla="*/ 1 w 2"/>
                  <a:gd name="T13" fmla="*/ 7 h 7"/>
                  <a:gd name="T14" fmla="*/ 2 w 2"/>
                  <a:gd name="T15" fmla="*/ 6 h 7"/>
                  <a:gd name="T16" fmla="*/ 1 w 2"/>
                  <a:gd name="T1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7">
                    <a:moveTo>
                      <a:pt x="1" y="4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2" y="7"/>
                      <a:pt x="2" y="6"/>
                      <a:pt x="2" y="6"/>
                    </a:cubicBezTo>
                    <a:cubicBezTo>
                      <a:pt x="2" y="5"/>
                      <a:pt x="2" y="5"/>
                      <a:pt x="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3" name="Freeform 125"/>
              <p:cNvSpPr/>
              <p:nvPr/>
            </p:nvSpPr>
            <p:spPr bwMode="auto">
              <a:xfrm>
                <a:off x="3520" y="1898"/>
                <a:ext cx="5" cy="9"/>
              </a:xfrm>
              <a:custGeom>
                <a:avLst/>
                <a:gdLst>
                  <a:gd name="T0" fmla="*/ 0 w 2"/>
                  <a:gd name="T1" fmla="*/ 1 h 4"/>
                  <a:gd name="T2" fmla="*/ 0 w 2"/>
                  <a:gd name="T3" fmla="*/ 3 h 4"/>
                  <a:gd name="T4" fmla="*/ 1 w 2"/>
                  <a:gd name="T5" fmla="*/ 4 h 4"/>
                  <a:gd name="T6" fmla="*/ 2 w 2"/>
                  <a:gd name="T7" fmla="*/ 3 h 4"/>
                  <a:gd name="T8" fmla="*/ 2 w 2"/>
                  <a:gd name="T9" fmla="*/ 0 h 4"/>
                  <a:gd name="T10" fmla="*/ 1 w 2"/>
                  <a:gd name="T11" fmla="*/ 1 h 4"/>
                  <a:gd name="T12" fmla="*/ 0 w 2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1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4" name="Freeform 126"/>
              <p:cNvSpPr>
                <a:spLocks noEditPoints="1"/>
              </p:cNvSpPr>
              <p:nvPr/>
            </p:nvSpPr>
            <p:spPr bwMode="auto">
              <a:xfrm>
                <a:off x="3866" y="2349"/>
                <a:ext cx="50" cy="102"/>
              </a:xfrm>
              <a:custGeom>
                <a:avLst/>
                <a:gdLst>
                  <a:gd name="T0" fmla="*/ 15 w 21"/>
                  <a:gd name="T1" fmla="*/ 19 h 43"/>
                  <a:gd name="T2" fmla="*/ 15 w 21"/>
                  <a:gd name="T3" fmla="*/ 10 h 43"/>
                  <a:gd name="T4" fmla="*/ 15 w 21"/>
                  <a:gd name="T5" fmla="*/ 10 h 43"/>
                  <a:gd name="T6" fmla="*/ 18 w 21"/>
                  <a:gd name="T7" fmla="*/ 11 h 43"/>
                  <a:gd name="T8" fmla="*/ 19 w 21"/>
                  <a:gd name="T9" fmla="*/ 10 h 43"/>
                  <a:gd name="T10" fmla="*/ 19 w 21"/>
                  <a:gd name="T11" fmla="*/ 9 h 43"/>
                  <a:gd name="T12" fmla="*/ 20 w 21"/>
                  <a:gd name="T13" fmla="*/ 7 h 43"/>
                  <a:gd name="T14" fmla="*/ 19 w 21"/>
                  <a:gd name="T15" fmla="*/ 6 h 43"/>
                  <a:gd name="T16" fmla="*/ 18 w 21"/>
                  <a:gd name="T17" fmla="*/ 6 h 43"/>
                  <a:gd name="T18" fmla="*/ 17 w 21"/>
                  <a:gd name="T19" fmla="*/ 5 h 43"/>
                  <a:gd name="T20" fmla="*/ 15 w 21"/>
                  <a:gd name="T21" fmla="*/ 5 h 43"/>
                  <a:gd name="T22" fmla="*/ 15 w 21"/>
                  <a:gd name="T23" fmla="*/ 1 h 43"/>
                  <a:gd name="T24" fmla="*/ 13 w 21"/>
                  <a:gd name="T25" fmla="*/ 0 h 43"/>
                  <a:gd name="T26" fmla="*/ 12 w 21"/>
                  <a:gd name="T27" fmla="*/ 1 h 43"/>
                  <a:gd name="T28" fmla="*/ 12 w 21"/>
                  <a:gd name="T29" fmla="*/ 5 h 43"/>
                  <a:gd name="T30" fmla="*/ 12 w 21"/>
                  <a:gd name="T31" fmla="*/ 5 h 43"/>
                  <a:gd name="T32" fmla="*/ 9 w 21"/>
                  <a:gd name="T33" fmla="*/ 5 h 43"/>
                  <a:gd name="T34" fmla="*/ 9 w 21"/>
                  <a:gd name="T35" fmla="*/ 1 h 43"/>
                  <a:gd name="T36" fmla="*/ 8 w 21"/>
                  <a:gd name="T37" fmla="*/ 0 h 43"/>
                  <a:gd name="T38" fmla="*/ 6 w 21"/>
                  <a:gd name="T39" fmla="*/ 1 h 43"/>
                  <a:gd name="T40" fmla="*/ 6 w 21"/>
                  <a:gd name="T41" fmla="*/ 6 h 43"/>
                  <a:gd name="T42" fmla="*/ 3 w 21"/>
                  <a:gd name="T43" fmla="*/ 8 h 43"/>
                  <a:gd name="T44" fmla="*/ 1 w 21"/>
                  <a:gd name="T45" fmla="*/ 10 h 43"/>
                  <a:gd name="T46" fmla="*/ 1 w 21"/>
                  <a:gd name="T47" fmla="*/ 14 h 43"/>
                  <a:gd name="T48" fmla="*/ 1 w 21"/>
                  <a:gd name="T49" fmla="*/ 17 h 43"/>
                  <a:gd name="T50" fmla="*/ 3 w 21"/>
                  <a:gd name="T51" fmla="*/ 20 h 43"/>
                  <a:gd name="T52" fmla="*/ 6 w 21"/>
                  <a:gd name="T53" fmla="*/ 22 h 43"/>
                  <a:gd name="T54" fmla="*/ 7 w 21"/>
                  <a:gd name="T55" fmla="*/ 22 h 43"/>
                  <a:gd name="T56" fmla="*/ 7 w 21"/>
                  <a:gd name="T57" fmla="*/ 32 h 43"/>
                  <a:gd name="T58" fmla="*/ 4 w 21"/>
                  <a:gd name="T59" fmla="*/ 31 h 43"/>
                  <a:gd name="T60" fmla="*/ 1 w 21"/>
                  <a:gd name="T61" fmla="*/ 31 h 43"/>
                  <a:gd name="T62" fmla="*/ 1 w 21"/>
                  <a:gd name="T63" fmla="*/ 31 h 43"/>
                  <a:gd name="T64" fmla="*/ 0 w 21"/>
                  <a:gd name="T65" fmla="*/ 33 h 43"/>
                  <a:gd name="T66" fmla="*/ 0 w 21"/>
                  <a:gd name="T67" fmla="*/ 34 h 43"/>
                  <a:gd name="T68" fmla="*/ 0 w 21"/>
                  <a:gd name="T69" fmla="*/ 35 h 43"/>
                  <a:gd name="T70" fmla="*/ 3 w 21"/>
                  <a:gd name="T71" fmla="*/ 37 h 43"/>
                  <a:gd name="T72" fmla="*/ 7 w 21"/>
                  <a:gd name="T73" fmla="*/ 37 h 43"/>
                  <a:gd name="T74" fmla="*/ 7 w 21"/>
                  <a:gd name="T75" fmla="*/ 42 h 43"/>
                  <a:gd name="T76" fmla="*/ 9 w 21"/>
                  <a:gd name="T77" fmla="*/ 43 h 43"/>
                  <a:gd name="T78" fmla="*/ 10 w 21"/>
                  <a:gd name="T79" fmla="*/ 42 h 43"/>
                  <a:gd name="T80" fmla="*/ 10 w 21"/>
                  <a:gd name="T81" fmla="*/ 37 h 43"/>
                  <a:gd name="T82" fmla="*/ 13 w 21"/>
                  <a:gd name="T83" fmla="*/ 37 h 43"/>
                  <a:gd name="T84" fmla="*/ 13 w 21"/>
                  <a:gd name="T85" fmla="*/ 42 h 43"/>
                  <a:gd name="T86" fmla="*/ 14 w 21"/>
                  <a:gd name="T87" fmla="*/ 43 h 43"/>
                  <a:gd name="T88" fmla="*/ 16 w 21"/>
                  <a:gd name="T89" fmla="*/ 42 h 43"/>
                  <a:gd name="T90" fmla="*/ 15 w 21"/>
                  <a:gd name="T91" fmla="*/ 36 h 43"/>
                  <a:gd name="T92" fmla="*/ 18 w 21"/>
                  <a:gd name="T93" fmla="*/ 35 h 43"/>
                  <a:gd name="T94" fmla="*/ 20 w 21"/>
                  <a:gd name="T95" fmla="*/ 32 h 43"/>
                  <a:gd name="T96" fmla="*/ 21 w 21"/>
                  <a:gd name="T97" fmla="*/ 28 h 43"/>
                  <a:gd name="T98" fmla="*/ 19 w 21"/>
                  <a:gd name="T99" fmla="*/ 22 h 43"/>
                  <a:gd name="T100" fmla="*/ 15 w 21"/>
                  <a:gd name="T101" fmla="*/ 19 h 43"/>
                  <a:gd name="T102" fmla="*/ 13 w 21"/>
                  <a:gd name="T103" fmla="*/ 31 h 43"/>
                  <a:gd name="T104" fmla="*/ 10 w 21"/>
                  <a:gd name="T105" fmla="*/ 32 h 43"/>
                  <a:gd name="T106" fmla="*/ 10 w 21"/>
                  <a:gd name="T107" fmla="*/ 23 h 43"/>
                  <a:gd name="T108" fmla="*/ 12 w 21"/>
                  <a:gd name="T109" fmla="*/ 24 h 43"/>
                  <a:gd name="T110" fmla="*/ 13 w 21"/>
                  <a:gd name="T111" fmla="*/ 31 h 43"/>
                  <a:gd name="T112" fmla="*/ 12 w 21"/>
                  <a:gd name="T113" fmla="*/ 18 h 43"/>
                  <a:gd name="T114" fmla="*/ 9 w 21"/>
                  <a:gd name="T115" fmla="*/ 17 h 43"/>
                  <a:gd name="T116" fmla="*/ 9 w 21"/>
                  <a:gd name="T117" fmla="*/ 10 h 43"/>
                  <a:gd name="T118" fmla="*/ 12 w 21"/>
                  <a:gd name="T119" fmla="*/ 10 h 43"/>
                  <a:gd name="T120" fmla="*/ 12 w 21"/>
                  <a:gd name="T121" fmla="*/ 1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1" h="43">
                    <a:moveTo>
                      <a:pt x="15" y="19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6" y="11"/>
                      <a:pt x="17" y="11"/>
                      <a:pt x="18" y="11"/>
                    </a:cubicBezTo>
                    <a:cubicBezTo>
                      <a:pt x="18" y="11"/>
                      <a:pt x="19" y="11"/>
                      <a:pt x="19" y="10"/>
                    </a:cubicBezTo>
                    <a:cubicBezTo>
                      <a:pt x="19" y="10"/>
                      <a:pt x="19" y="9"/>
                      <a:pt x="19" y="9"/>
                    </a:cubicBezTo>
                    <a:cubicBezTo>
                      <a:pt x="19" y="8"/>
                      <a:pt x="20" y="8"/>
                      <a:pt x="20" y="7"/>
                    </a:cubicBezTo>
                    <a:cubicBezTo>
                      <a:pt x="20" y="6"/>
                      <a:pt x="19" y="6"/>
                      <a:pt x="19" y="6"/>
                    </a:cubicBezTo>
                    <a:cubicBezTo>
                      <a:pt x="19" y="6"/>
                      <a:pt x="18" y="6"/>
                      <a:pt x="18" y="6"/>
                    </a:cubicBezTo>
                    <a:cubicBezTo>
                      <a:pt x="18" y="6"/>
                      <a:pt x="17" y="6"/>
                      <a:pt x="17" y="5"/>
                    </a:cubicBezTo>
                    <a:cubicBezTo>
                      <a:pt x="16" y="5"/>
                      <a:pt x="16" y="5"/>
                      <a:pt x="15" y="5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4" y="0"/>
                      <a:pt x="13" y="0"/>
                    </a:cubicBezTo>
                    <a:cubicBezTo>
                      <a:pt x="12" y="0"/>
                      <a:pt x="12" y="1"/>
                      <a:pt x="12" y="1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5"/>
                      <a:pt x="10" y="5"/>
                      <a:pt x="9" y="5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0"/>
                      <a:pt x="8" y="0"/>
                    </a:cubicBezTo>
                    <a:cubicBezTo>
                      <a:pt x="7" y="0"/>
                      <a:pt x="6" y="1"/>
                      <a:pt x="6" y="1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7"/>
                      <a:pt x="4" y="7"/>
                      <a:pt x="3" y="8"/>
                    </a:cubicBezTo>
                    <a:cubicBezTo>
                      <a:pt x="2" y="9"/>
                      <a:pt x="2" y="9"/>
                      <a:pt x="1" y="10"/>
                    </a:cubicBezTo>
                    <a:cubicBezTo>
                      <a:pt x="1" y="12"/>
                      <a:pt x="1" y="13"/>
                      <a:pt x="1" y="14"/>
                    </a:cubicBezTo>
                    <a:cubicBezTo>
                      <a:pt x="1" y="15"/>
                      <a:pt x="1" y="16"/>
                      <a:pt x="1" y="17"/>
                    </a:cubicBezTo>
                    <a:cubicBezTo>
                      <a:pt x="2" y="18"/>
                      <a:pt x="3" y="19"/>
                      <a:pt x="3" y="20"/>
                    </a:cubicBezTo>
                    <a:cubicBezTo>
                      <a:pt x="4" y="21"/>
                      <a:pt x="5" y="21"/>
                      <a:pt x="6" y="22"/>
                    </a:cubicBezTo>
                    <a:cubicBezTo>
                      <a:pt x="6" y="22"/>
                      <a:pt x="7" y="22"/>
                      <a:pt x="7" y="2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6" y="32"/>
                      <a:pt x="5" y="32"/>
                      <a:pt x="4" y="31"/>
                    </a:cubicBezTo>
                    <a:cubicBezTo>
                      <a:pt x="3" y="31"/>
                      <a:pt x="2" y="31"/>
                      <a:pt x="1" y="31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1" y="32"/>
                      <a:pt x="0" y="32"/>
                      <a:pt x="0" y="33"/>
                    </a:cubicBezTo>
                    <a:cubicBezTo>
                      <a:pt x="0" y="33"/>
                      <a:pt x="0" y="34"/>
                      <a:pt x="0" y="34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" y="36"/>
                      <a:pt x="2" y="36"/>
                      <a:pt x="3" y="37"/>
                    </a:cubicBezTo>
                    <a:cubicBezTo>
                      <a:pt x="4" y="37"/>
                      <a:pt x="6" y="37"/>
                      <a:pt x="7" y="37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7" y="43"/>
                      <a:pt x="8" y="43"/>
                      <a:pt x="9" y="43"/>
                    </a:cubicBezTo>
                    <a:cubicBezTo>
                      <a:pt x="9" y="43"/>
                      <a:pt x="10" y="43"/>
                      <a:pt x="10" y="42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1" y="37"/>
                      <a:pt x="12" y="37"/>
                      <a:pt x="13" y="37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3"/>
                      <a:pt x="13" y="43"/>
                      <a:pt x="14" y="43"/>
                    </a:cubicBezTo>
                    <a:cubicBezTo>
                      <a:pt x="15" y="43"/>
                      <a:pt x="16" y="42"/>
                      <a:pt x="16" y="42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6" y="36"/>
                      <a:pt x="17" y="35"/>
                      <a:pt x="18" y="35"/>
                    </a:cubicBezTo>
                    <a:cubicBezTo>
                      <a:pt x="19" y="34"/>
                      <a:pt x="20" y="33"/>
                      <a:pt x="20" y="32"/>
                    </a:cubicBezTo>
                    <a:cubicBezTo>
                      <a:pt x="21" y="31"/>
                      <a:pt x="21" y="30"/>
                      <a:pt x="21" y="28"/>
                    </a:cubicBezTo>
                    <a:cubicBezTo>
                      <a:pt x="21" y="25"/>
                      <a:pt x="21" y="24"/>
                      <a:pt x="19" y="22"/>
                    </a:cubicBezTo>
                    <a:cubicBezTo>
                      <a:pt x="18" y="21"/>
                      <a:pt x="17" y="20"/>
                      <a:pt x="15" y="19"/>
                    </a:cubicBezTo>
                    <a:close/>
                    <a:moveTo>
                      <a:pt x="13" y="31"/>
                    </a:moveTo>
                    <a:cubicBezTo>
                      <a:pt x="12" y="32"/>
                      <a:pt x="11" y="32"/>
                      <a:pt x="10" y="32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4"/>
                      <a:pt x="12" y="24"/>
                      <a:pt x="12" y="24"/>
                    </a:cubicBezTo>
                    <a:lnTo>
                      <a:pt x="13" y="31"/>
                    </a:lnTo>
                    <a:close/>
                    <a:moveTo>
                      <a:pt x="12" y="18"/>
                    </a:moveTo>
                    <a:cubicBezTo>
                      <a:pt x="11" y="18"/>
                      <a:pt x="10" y="17"/>
                      <a:pt x="9" y="17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0" y="10"/>
                      <a:pt x="11" y="10"/>
                      <a:pt x="12" y="10"/>
                    </a:cubicBezTo>
                    <a:lnTo>
                      <a:pt x="12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5" name="Freeform 127"/>
              <p:cNvSpPr/>
              <p:nvPr/>
            </p:nvSpPr>
            <p:spPr bwMode="auto">
              <a:xfrm>
                <a:off x="3793" y="1798"/>
                <a:ext cx="11" cy="31"/>
              </a:xfrm>
              <a:custGeom>
                <a:avLst/>
                <a:gdLst>
                  <a:gd name="T0" fmla="*/ 0 w 5"/>
                  <a:gd name="T1" fmla="*/ 11 h 13"/>
                  <a:gd name="T2" fmla="*/ 2 w 5"/>
                  <a:gd name="T3" fmla="*/ 13 h 13"/>
                  <a:gd name="T4" fmla="*/ 3 w 5"/>
                  <a:gd name="T5" fmla="*/ 13 h 13"/>
                  <a:gd name="T6" fmla="*/ 5 w 5"/>
                  <a:gd name="T7" fmla="*/ 11 h 13"/>
                  <a:gd name="T8" fmla="*/ 5 w 5"/>
                  <a:gd name="T9" fmla="*/ 2 h 13"/>
                  <a:gd name="T10" fmla="*/ 3 w 5"/>
                  <a:gd name="T11" fmla="*/ 0 h 13"/>
                  <a:gd name="T12" fmla="*/ 2 w 5"/>
                  <a:gd name="T13" fmla="*/ 0 h 13"/>
                  <a:gd name="T14" fmla="*/ 0 w 5"/>
                  <a:gd name="T15" fmla="*/ 2 h 13"/>
                  <a:gd name="T16" fmla="*/ 0 w 5"/>
                  <a:gd name="T17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13">
                    <a:moveTo>
                      <a:pt x="0" y="11"/>
                    </a:moveTo>
                    <a:cubicBezTo>
                      <a:pt x="0" y="12"/>
                      <a:pt x="1" y="13"/>
                      <a:pt x="2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6" name="Freeform 128"/>
              <p:cNvSpPr/>
              <p:nvPr/>
            </p:nvSpPr>
            <p:spPr bwMode="auto">
              <a:xfrm>
                <a:off x="3774" y="1791"/>
                <a:ext cx="14" cy="38"/>
              </a:xfrm>
              <a:custGeom>
                <a:avLst/>
                <a:gdLst>
                  <a:gd name="T0" fmla="*/ 0 w 6"/>
                  <a:gd name="T1" fmla="*/ 14 h 16"/>
                  <a:gd name="T2" fmla="*/ 2 w 6"/>
                  <a:gd name="T3" fmla="*/ 16 h 16"/>
                  <a:gd name="T4" fmla="*/ 4 w 6"/>
                  <a:gd name="T5" fmla="*/ 16 h 16"/>
                  <a:gd name="T6" fmla="*/ 6 w 6"/>
                  <a:gd name="T7" fmla="*/ 14 h 16"/>
                  <a:gd name="T8" fmla="*/ 6 w 6"/>
                  <a:gd name="T9" fmla="*/ 1 h 16"/>
                  <a:gd name="T10" fmla="*/ 4 w 6"/>
                  <a:gd name="T11" fmla="*/ 0 h 16"/>
                  <a:gd name="T12" fmla="*/ 2 w 6"/>
                  <a:gd name="T13" fmla="*/ 0 h 16"/>
                  <a:gd name="T14" fmla="*/ 0 w 6"/>
                  <a:gd name="T15" fmla="*/ 1 h 16"/>
                  <a:gd name="T16" fmla="*/ 0 w 6"/>
                  <a:gd name="T17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6">
                    <a:moveTo>
                      <a:pt x="0" y="14"/>
                    </a:moveTo>
                    <a:cubicBezTo>
                      <a:pt x="0" y="15"/>
                      <a:pt x="1" y="16"/>
                      <a:pt x="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5" y="16"/>
                      <a:pt x="6" y="15"/>
                      <a:pt x="6" y="14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1"/>
                    </a:cubicBezTo>
                    <a:lnTo>
                      <a:pt x="0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7" name="Freeform 129"/>
              <p:cNvSpPr/>
              <p:nvPr/>
            </p:nvSpPr>
            <p:spPr bwMode="auto">
              <a:xfrm>
                <a:off x="3755" y="1779"/>
                <a:ext cx="14" cy="50"/>
              </a:xfrm>
              <a:custGeom>
                <a:avLst/>
                <a:gdLst>
                  <a:gd name="T0" fmla="*/ 0 w 6"/>
                  <a:gd name="T1" fmla="*/ 19 h 21"/>
                  <a:gd name="T2" fmla="*/ 2 w 6"/>
                  <a:gd name="T3" fmla="*/ 21 h 21"/>
                  <a:gd name="T4" fmla="*/ 4 w 6"/>
                  <a:gd name="T5" fmla="*/ 21 h 21"/>
                  <a:gd name="T6" fmla="*/ 6 w 6"/>
                  <a:gd name="T7" fmla="*/ 19 h 21"/>
                  <a:gd name="T8" fmla="*/ 6 w 6"/>
                  <a:gd name="T9" fmla="*/ 2 h 21"/>
                  <a:gd name="T10" fmla="*/ 4 w 6"/>
                  <a:gd name="T11" fmla="*/ 0 h 21"/>
                  <a:gd name="T12" fmla="*/ 2 w 6"/>
                  <a:gd name="T13" fmla="*/ 0 h 21"/>
                  <a:gd name="T14" fmla="*/ 0 w 6"/>
                  <a:gd name="T15" fmla="*/ 2 h 21"/>
                  <a:gd name="T16" fmla="*/ 0 w 6"/>
                  <a:gd name="T17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21">
                    <a:moveTo>
                      <a:pt x="0" y="19"/>
                    </a:moveTo>
                    <a:cubicBezTo>
                      <a:pt x="0" y="20"/>
                      <a:pt x="1" y="21"/>
                      <a:pt x="2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6" y="20"/>
                      <a:pt x="6" y="19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lnTo>
                      <a:pt x="0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8" name="Freeform 130"/>
              <p:cNvSpPr/>
              <p:nvPr/>
            </p:nvSpPr>
            <p:spPr bwMode="auto">
              <a:xfrm>
                <a:off x="3909" y="1539"/>
                <a:ext cx="7" cy="12"/>
              </a:xfrm>
              <a:custGeom>
                <a:avLst/>
                <a:gdLst>
                  <a:gd name="T0" fmla="*/ 0 w 3"/>
                  <a:gd name="T1" fmla="*/ 5 h 5"/>
                  <a:gd name="T2" fmla="*/ 1 w 3"/>
                  <a:gd name="T3" fmla="*/ 5 h 5"/>
                  <a:gd name="T4" fmla="*/ 2 w 3"/>
                  <a:gd name="T5" fmla="*/ 5 h 5"/>
                  <a:gd name="T6" fmla="*/ 3 w 3"/>
                  <a:gd name="T7" fmla="*/ 5 h 5"/>
                  <a:gd name="T8" fmla="*/ 3 w 3"/>
                  <a:gd name="T9" fmla="*/ 0 h 5"/>
                  <a:gd name="T10" fmla="*/ 2 w 3"/>
                  <a:gd name="T11" fmla="*/ 0 h 5"/>
                  <a:gd name="T12" fmla="*/ 1 w 3"/>
                  <a:gd name="T13" fmla="*/ 0 h 5"/>
                  <a:gd name="T14" fmla="*/ 0 w 3"/>
                  <a:gd name="T15" fmla="*/ 0 h 5"/>
                  <a:gd name="T16" fmla="*/ 0 w 3"/>
                  <a:gd name="T1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5">
                    <a:moveTo>
                      <a:pt x="0" y="5"/>
                    </a:moveTo>
                    <a:cubicBezTo>
                      <a:pt x="0" y="5"/>
                      <a:pt x="1" y="5"/>
                      <a:pt x="1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3" y="5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89" name="Freeform 131"/>
              <p:cNvSpPr/>
              <p:nvPr/>
            </p:nvSpPr>
            <p:spPr bwMode="auto">
              <a:xfrm>
                <a:off x="3902" y="1535"/>
                <a:ext cx="4" cy="16"/>
              </a:xfrm>
              <a:custGeom>
                <a:avLst/>
                <a:gdLst>
                  <a:gd name="T0" fmla="*/ 0 w 2"/>
                  <a:gd name="T1" fmla="*/ 7 h 7"/>
                  <a:gd name="T2" fmla="*/ 1 w 2"/>
                  <a:gd name="T3" fmla="*/ 7 h 7"/>
                  <a:gd name="T4" fmla="*/ 1 w 2"/>
                  <a:gd name="T5" fmla="*/ 7 h 7"/>
                  <a:gd name="T6" fmla="*/ 2 w 2"/>
                  <a:gd name="T7" fmla="*/ 7 h 7"/>
                  <a:gd name="T8" fmla="*/ 2 w 2"/>
                  <a:gd name="T9" fmla="*/ 1 h 7"/>
                  <a:gd name="T10" fmla="*/ 1 w 2"/>
                  <a:gd name="T11" fmla="*/ 0 h 7"/>
                  <a:gd name="T12" fmla="*/ 1 w 2"/>
                  <a:gd name="T13" fmla="*/ 0 h 7"/>
                  <a:gd name="T14" fmla="*/ 0 w 2"/>
                  <a:gd name="T15" fmla="*/ 1 h 7"/>
                  <a:gd name="T16" fmla="*/ 0 w 2"/>
                  <a:gd name="T1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7">
                    <a:moveTo>
                      <a:pt x="0" y="7"/>
                    </a:moveTo>
                    <a:cubicBezTo>
                      <a:pt x="0" y="7"/>
                      <a:pt x="0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0" name="Freeform 132"/>
              <p:cNvSpPr/>
              <p:nvPr/>
            </p:nvSpPr>
            <p:spPr bwMode="auto">
              <a:xfrm>
                <a:off x="3892" y="1530"/>
                <a:ext cx="7" cy="21"/>
              </a:xfrm>
              <a:custGeom>
                <a:avLst/>
                <a:gdLst>
                  <a:gd name="T0" fmla="*/ 0 w 3"/>
                  <a:gd name="T1" fmla="*/ 9 h 9"/>
                  <a:gd name="T2" fmla="*/ 1 w 3"/>
                  <a:gd name="T3" fmla="*/ 9 h 9"/>
                  <a:gd name="T4" fmla="*/ 2 w 3"/>
                  <a:gd name="T5" fmla="*/ 9 h 9"/>
                  <a:gd name="T6" fmla="*/ 3 w 3"/>
                  <a:gd name="T7" fmla="*/ 9 h 9"/>
                  <a:gd name="T8" fmla="*/ 3 w 3"/>
                  <a:gd name="T9" fmla="*/ 1 h 9"/>
                  <a:gd name="T10" fmla="*/ 2 w 3"/>
                  <a:gd name="T11" fmla="*/ 0 h 9"/>
                  <a:gd name="T12" fmla="*/ 1 w 3"/>
                  <a:gd name="T13" fmla="*/ 0 h 9"/>
                  <a:gd name="T14" fmla="*/ 0 w 3"/>
                  <a:gd name="T15" fmla="*/ 1 h 9"/>
                  <a:gd name="T16" fmla="*/ 0 w 3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9">
                    <a:moveTo>
                      <a:pt x="0" y="9"/>
                    </a:moveTo>
                    <a:cubicBezTo>
                      <a:pt x="0" y="9"/>
                      <a:pt x="1" y="9"/>
                      <a:pt x="1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3" y="9"/>
                      <a:pt x="3" y="9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1" name="Freeform 133"/>
              <p:cNvSpPr/>
              <p:nvPr/>
            </p:nvSpPr>
            <p:spPr bwMode="auto">
              <a:xfrm>
                <a:off x="3757" y="2161"/>
                <a:ext cx="17" cy="36"/>
              </a:xfrm>
              <a:custGeom>
                <a:avLst/>
                <a:gdLst>
                  <a:gd name="T0" fmla="*/ 0 w 7"/>
                  <a:gd name="T1" fmla="*/ 13 h 15"/>
                  <a:gd name="T2" fmla="*/ 2 w 7"/>
                  <a:gd name="T3" fmla="*/ 15 h 15"/>
                  <a:gd name="T4" fmla="*/ 5 w 7"/>
                  <a:gd name="T5" fmla="*/ 15 h 15"/>
                  <a:gd name="T6" fmla="*/ 7 w 7"/>
                  <a:gd name="T7" fmla="*/ 13 h 15"/>
                  <a:gd name="T8" fmla="*/ 7 w 7"/>
                  <a:gd name="T9" fmla="*/ 2 h 15"/>
                  <a:gd name="T10" fmla="*/ 5 w 7"/>
                  <a:gd name="T11" fmla="*/ 0 h 15"/>
                  <a:gd name="T12" fmla="*/ 2 w 7"/>
                  <a:gd name="T13" fmla="*/ 0 h 15"/>
                  <a:gd name="T14" fmla="*/ 0 w 7"/>
                  <a:gd name="T15" fmla="*/ 2 h 15"/>
                  <a:gd name="T16" fmla="*/ 0 w 7"/>
                  <a:gd name="T17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5">
                    <a:moveTo>
                      <a:pt x="0" y="13"/>
                    </a:moveTo>
                    <a:cubicBezTo>
                      <a:pt x="0" y="14"/>
                      <a:pt x="1" y="15"/>
                      <a:pt x="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5"/>
                      <a:pt x="7" y="14"/>
                      <a:pt x="7" y="1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6" y="0"/>
                      <a:pt x="5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2" name="Freeform 134"/>
              <p:cNvSpPr/>
              <p:nvPr/>
            </p:nvSpPr>
            <p:spPr bwMode="auto">
              <a:xfrm>
                <a:off x="3736" y="2152"/>
                <a:ext cx="14" cy="45"/>
              </a:xfrm>
              <a:custGeom>
                <a:avLst/>
                <a:gdLst>
                  <a:gd name="T0" fmla="*/ 0 w 6"/>
                  <a:gd name="T1" fmla="*/ 17 h 19"/>
                  <a:gd name="T2" fmla="*/ 2 w 6"/>
                  <a:gd name="T3" fmla="*/ 19 h 19"/>
                  <a:gd name="T4" fmla="*/ 4 w 6"/>
                  <a:gd name="T5" fmla="*/ 19 h 19"/>
                  <a:gd name="T6" fmla="*/ 6 w 6"/>
                  <a:gd name="T7" fmla="*/ 17 h 19"/>
                  <a:gd name="T8" fmla="*/ 6 w 6"/>
                  <a:gd name="T9" fmla="*/ 2 h 19"/>
                  <a:gd name="T10" fmla="*/ 4 w 6"/>
                  <a:gd name="T11" fmla="*/ 0 h 19"/>
                  <a:gd name="T12" fmla="*/ 2 w 6"/>
                  <a:gd name="T13" fmla="*/ 0 h 19"/>
                  <a:gd name="T14" fmla="*/ 0 w 6"/>
                  <a:gd name="T15" fmla="*/ 2 h 19"/>
                  <a:gd name="T16" fmla="*/ 0 w 6"/>
                  <a:gd name="T17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9">
                    <a:moveTo>
                      <a:pt x="0" y="17"/>
                    </a:moveTo>
                    <a:cubicBezTo>
                      <a:pt x="0" y="18"/>
                      <a:pt x="1" y="19"/>
                      <a:pt x="2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6" y="19"/>
                      <a:pt x="6" y="18"/>
                      <a:pt x="6" y="17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0"/>
                      <a:pt x="6" y="0"/>
                      <a:pt x="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2"/>
                    </a:cubicBezTo>
                    <a:lnTo>
                      <a:pt x="0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3" name="Freeform 135"/>
              <p:cNvSpPr/>
              <p:nvPr/>
            </p:nvSpPr>
            <p:spPr bwMode="auto">
              <a:xfrm>
                <a:off x="3712" y="2137"/>
                <a:ext cx="17" cy="60"/>
              </a:xfrm>
              <a:custGeom>
                <a:avLst/>
                <a:gdLst>
                  <a:gd name="T0" fmla="*/ 1 w 7"/>
                  <a:gd name="T1" fmla="*/ 23 h 25"/>
                  <a:gd name="T2" fmla="*/ 3 w 7"/>
                  <a:gd name="T3" fmla="*/ 25 h 25"/>
                  <a:gd name="T4" fmla="*/ 5 w 7"/>
                  <a:gd name="T5" fmla="*/ 25 h 25"/>
                  <a:gd name="T6" fmla="*/ 7 w 7"/>
                  <a:gd name="T7" fmla="*/ 23 h 25"/>
                  <a:gd name="T8" fmla="*/ 7 w 7"/>
                  <a:gd name="T9" fmla="*/ 2 h 25"/>
                  <a:gd name="T10" fmla="*/ 5 w 7"/>
                  <a:gd name="T11" fmla="*/ 0 h 25"/>
                  <a:gd name="T12" fmla="*/ 3 w 7"/>
                  <a:gd name="T13" fmla="*/ 0 h 25"/>
                  <a:gd name="T14" fmla="*/ 0 w 7"/>
                  <a:gd name="T15" fmla="*/ 2 h 25"/>
                  <a:gd name="T16" fmla="*/ 1 w 7"/>
                  <a:gd name="T17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25">
                    <a:moveTo>
                      <a:pt x="1" y="23"/>
                    </a:moveTo>
                    <a:cubicBezTo>
                      <a:pt x="1" y="24"/>
                      <a:pt x="1" y="25"/>
                      <a:pt x="3" y="25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6" y="25"/>
                      <a:pt x="7" y="24"/>
                      <a:pt x="7" y="2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6" y="0"/>
                      <a:pt x="5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lnTo>
                      <a:pt x="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4" name="Freeform 136"/>
              <p:cNvSpPr>
                <a:spLocks noEditPoints="1"/>
              </p:cNvSpPr>
              <p:nvPr/>
            </p:nvSpPr>
            <p:spPr bwMode="auto">
              <a:xfrm>
                <a:off x="4089" y="2612"/>
                <a:ext cx="78" cy="78"/>
              </a:xfrm>
              <a:custGeom>
                <a:avLst/>
                <a:gdLst>
                  <a:gd name="T0" fmla="*/ 16 w 33"/>
                  <a:gd name="T1" fmla="*/ 0 h 33"/>
                  <a:gd name="T2" fmla="*/ 0 w 33"/>
                  <a:gd name="T3" fmla="*/ 17 h 33"/>
                  <a:gd name="T4" fmla="*/ 17 w 33"/>
                  <a:gd name="T5" fmla="*/ 33 h 33"/>
                  <a:gd name="T6" fmla="*/ 32 w 33"/>
                  <a:gd name="T7" fmla="*/ 16 h 33"/>
                  <a:gd name="T8" fmla="*/ 16 w 33"/>
                  <a:gd name="T9" fmla="*/ 0 h 33"/>
                  <a:gd name="T10" fmla="*/ 17 w 33"/>
                  <a:gd name="T11" fmla="*/ 29 h 33"/>
                  <a:gd name="T12" fmla="*/ 3 w 33"/>
                  <a:gd name="T13" fmla="*/ 17 h 33"/>
                  <a:gd name="T14" fmla="*/ 16 w 33"/>
                  <a:gd name="T15" fmla="*/ 4 h 33"/>
                  <a:gd name="T16" fmla="*/ 29 w 33"/>
                  <a:gd name="T17" fmla="*/ 16 h 33"/>
                  <a:gd name="T18" fmla="*/ 17 w 33"/>
                  <a:gd name="T19" fmla="*/ 2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" h="33">
                    <a:moveTo>
                      <a:pt x="16" y="0"/>
                    </a:moveTo>
                    <a:cubicBezTo>
                      <a:pt x="7" y="1"/>
                      <a:pt x="0" y="8"/>
                      <a:pt x="0" y="17"/>
                    </a:cubicBezTo>
                    <a:cubicBezTo>
                      <a:pt x="0" y="26"/>
                      <a:pt x="8" y="33"/>
                      <a:pt x="17" y="33"/>
                    </a:cubicBezTo>
                    <a:cubicBezTo>
                      <a:pt x="26" y="32"/>
                      <a:pt x="33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7" y="29"/>
                    </a:moveTo>
                    <a:cubicBezTo>
                      <a:pt x="10" y="30"/>
                      <a:pt x="4" y="24"/>
                      <a:pt x="3" y="17"/>
                    </a:cubicBezTo>
                    <a:cubicBezTo>
                      <a:pt x="3" y="10"/>
                      <a:pt x="9" y="4"/>
                      <a:pt x="16" y="4"/>
                    </a:cubicBezTo>
                    <a:cubicBezTo>
                      <a:pt x="23" y="3"/>
                      <a:pt x="29" y="9"/>
                      <a:pt x="29" y="16"/>
                    </a:cubicBezTo>
                    <a:cubicBezTo>
                      <a:pt x="29" y="23"/>
                      <a:pt x="24" y="29"/>
                      <a:pt x="17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5" name="Freeform 137"/>
              <p:cNvSpPr/>
              <p:nvPr/>
            </p:nvSpPr>
            <p:spPr bwMode="auto">
              <a:xfrm>
                <a:off x="4108" y="2633"/>
                <a:ext cx="40" cy="36"/>
              </a:xfrm>
              <a:custGeom>
                <a:avLst/>
                <a:gdLst>
                  <a:gd name="T0" fmla="*/ 11 w 17"/>
                  <a:gd name="T1" fmla="*/ 13 h 15"/>
                  <a:gd name="T2" fmla="*/ 6 w 17"/>
                  <a:gd name="T3" fmla="*/ 10 h 15"/>
                  <a:gd name="T4" fmla="*/ 10 w 17"/>
                  <a:gd name="T5" fmla="*/ 10 h 15"/>
                  <a:gd name="T6" fmla="*/ 11 w 17"/>
                  <a:gd name="T7" fmla="*/ 9 h 15"/>
                  <a:gd name="T8" fmla="*/ 10 w 17"/>
                  <a:gd name="T9" fmla="*/ 8 h 15"/>
                  <a:gd name="T10" fmla="*/ 5 w 17"/>
                  <a:gd name="T11" fmla="*/ 8 h 15"/>
                  <a:gd name="T12" fmla="*/ 5 w 17"/>
                  <a:gd name="T13" fmla="*/ 8 h 15"/>
                  <a:gd name="T14" fmla="*/ 5 w 17"/>
                  <a:gd name="T15" fmla="*/ 7 h 15"/>
                  <a:gd name="T16" fmla="*/ 10 w 17"/>
                  <a:gd name="T17" fmla="*/ 7 h 15"/>
                  <a:gd name="T18" fmla="*/ 11 w 17"/>
                  <a:gd name="T19" fmla="*/ 6 h 15"/>
                  <a:gd name="T20" fmla="*/ 10 w 17"/>
                  <a:gd name="T21" fmla="*/ 5 h 15"/>
                  <a:gd name="T22" fmla="*/ 6 w 17"/>
                  <a:gd name="T23" fmla="*/ 5 h 15"/>
                  <a:gd name="T24" fmla="*/ 10 w 17"/>
                  <a:gd name="T25" fmla="*/ 2 h 15"/>
                  <a:gd name="T26" fmla="*/ 14 w 17"/>
                  <a:gd name="T27" fmla="*/ 3 h 15"/>
                  <a:gd name="T28" fmla="*/ 17 w 17"/>
                  <a:gd name="T29" fmla="*/ 3 h 15"/>
                  <a:gd name="T30" fmla="*/ 10 w 17"/>
                  <a:gd name="T31" fmla="*/ 0 h 15"/>
                  <a:gd name="T32" fmla="*/ 3 w 17"/>
                  <a:gd name="T33" fmla="*/ 5 h 15"/>
                  <a:gd name="T34" fmla="*/ 1 w 17"/>
                  <a:gd name="T35" fmla="*/ 5 h 15"/>
                  <a:gd name="T36" fmla="*/ 0 w 17"/>
                  <a:gd name="T37" fmla="*/ 6 h 15"/>
                  <a:gd name="T38" fmla="*/ 1 w 17"/>
                  <a:gd name="T39" fmla="*/ 7 h 15"/>
                  <a:gd name="T40" fmla="*/ 3 w 17"/>
                  <a:gd name="T41" fmla="*/ 7 h 15"/>
                  <a:gd name="T42" fmla="*/ 3 w 17"/>
                  <a:gd name="T43" fmla="*/ 8 h 15"/>
                  <a:gd name="T44" fmla="*/ 3 w 17"/>
                  <a:gd name="T45" fmla="*/ 8 h 15"/>
                  <a:gd name="T46" fmla="*/ 1 w 17"/>
                  <a:gd name="T47" fmla="*/ 8 h 15"/>
                  <a:gd name="T48" fmla="*/ 0 w 17"/>
                  <a:gd name="T49" fmla="*/ 9 h 15"/>
                  <a:gd name="T50" fmla="*/ 1 w 17"/>
                  <a:gd name="T51" fmla="*/ 10 h 15"/>
                  <a:gd name="T52" fmla="*/ 4 w 17"/>
                  <a:gd name="T53" fmla="*/ 10 h 15"/>
                  <a:gd name="T54" fmla="*/ 11 w 17"/>
                  <a:gd name="T55" fmla="*/ 15 h 15"/>
                  <a:gd name="T56" fmla="*/ 17 w 17"/>
                  <a:gd name="T57" fmla="*/ 11 h 15"/>
                  <a:gd name="T58" fmla="*/ 14 w 17"/>
                  <a:gd name="T59" fmla="*/ 11 h 15"/>
                  <a:gd name="T60" fmla="*/ 11 w 17"/>
                  <a:gd name="T61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" h="15">
                    <a:moveTo>
                      <a:pt x="11" y="13"/>
                    </a:moveTo>
                    <a:cubicBezTo>
                      <a:pt x="9" y="13"/>
                      <a:pt x="7" y="12"/>
                      <a:pt x="6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1" y="10"/>
                      <a:pt x="11" y="9"/>
                    </a:cubicBezTo>
                    <a:cubicBezTo>
                      <a:pt x="11" y="9"/>
                      <a:pt x="10" y="8"/>
                      <a:pt x="1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11" y="6"/>
                      <a:pt x="11" y="6"/>
                    </a:cubicBezTo>
                    <a:cubicBezTo>
                      <a:pt x="11" y="5"/>
                      <a:pt x="10" y="5"/>
                      <a:pt x="10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7" y="3"/>
                      <a:pt x="9" y="2"/>
                      <a:pt x="10" y="2"/>
                    </a:cubicBezTo>
                    <a:cubicBezTo>
                      <a:pt x="12" y="2"/>
                      <a:pt x="13" y="3"/>
                      <a:pt x="14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5" y="1"/>
                      <a:pt x="13" y="0"/>
                      <a:pt x="10" y="0"/>
                    </a:cubicBezTo>
                    <a:cubicBezTo>
                      <a:pt x="7" y="0"/>
                      <a:pt x="4" y="2"/>
                      <a:pt x="3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0" y="7"/>
                      <a:pt x="1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8"/>
                      <a:pt x="0" y="9"/>
                      <a:pt x="0" y="9"/>
                    </a:cubicBezTo>
                    <a:cubicBezTo>
                      <a:pt x="0" y="10"/>
                      <a:pt x="0" y="11"/>
                      <a:pt x="1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3"/>
                      <a:pt x="7" y="15"/>
                      <a:pt x="11" y="15"/>
                    </a:cubicBezTo>
                    <a:cubicBezTo>
                      <a:pt x="13" y="15"/>
                      <a:pt x="16" y="14"/>
                      <a:pt x="17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3" y="12"/>
                      <a:pt x="12" y="13"/>
                      <a:pt x="1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6" name="Freeform 138"/>
              <p:cNvSpPr>
                <a:spLocks noEditPoints="1"/>
              </p:cNvSpPr>
              <p:nvPr/>
            </p:nvSpPr>
            <p:spPr bwMode="auto">
              <a:xfrm>
                <a:off x="3767" y="2199"/>
                <a:ext cx="35" cy="36"/>
              </a:xfrm>
              <a:custGeom>
                <a:avLst/>
                <a:gdLst>
                  <a:gd name="T0" fmla="*/ 7 w 15"/>
                  <a:gd name="T1" fmla="*/ 0 h 15"/>
                  <a:gd name="T2" fmla="*/ 0 w 15"/>
                  <a:gd name="T3" fmla="*/ 7 h 15"/>
                  <a:gd name="T4" fmla="*/ 8 w 15"/>
                  <a:gd name="T5" fmla="*/ 15 h 15"/>
                  <a:gd name="T6" fmla="*/ 15 w 15"/>
                  <a:gd name="T7" fmla="*/ 7 h 15"/>
                  <a:gd name="T8" fmla="*/ 7 w 15"/>
                  <a:gd name="T9" fmla="*/ 0 h 15"/>
                  <a:gd name="T10" fmla="*/ 8 w 15"/>
                  <a:gd name="T11" fmla="*/ 13 h 15"/>
                  <a:gd name="T12" fmla="*/ 2 w 15"/>
                  <a:gd name="T13" fmla="*/ 7 h 15"/>
                  <a:gd name="T14" fmla="*/ 7 w 15"/>
                  <a:gd name="T15" fmla="*/ 1 h 15"/>
                  <a:gd name="T16" fmla="*/ 13 w 15"/>
                  <a:gd name="T17" fmla="*/ 7 h 15"/>
                  <a:gd name="T18" fmla="*/ 8 w 15"/>
                  <a:gd name="T19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5">
                    <a:moveTo>
                      <a:pt x="7" y="0"/>
                    </a:move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lose/>
                    <a:moveTo>
                      <a:pt x="8" y="13"/>
                    </a:moveTo>
                    <a:cubicBezTo>
                      <a:pt x="4" y="13"/>
                      <a:pt x="2" y="11"/>
                      <a:pt x="2" y="7"/>
                    </a:cubicBezTo>
                    <a:cubicBezTo>
                      <a:pt x="2" y="4"/>
                      <a:pt x="4" y="2"/>
                      <a:pt x="7" y="1"/>
                    </a:cubicBezTo>
                    <a:cubicBezTo>
                      <a:pt x="11" y="1"/>
                      <a:pt x="13" y="4"/>
                      <a:pt x="13" y="7"/>
                    </a:cubicBezTo>
                    <a:cubicBezTo>
                      <a:pt x="13" y="10"/>
                      <a:pt x="11" y="13"/>
                      <a:pt x="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7" name="Freeform 139"/>
              <p:cNvSpPr/>
              <p:nvPr/>
            </p:nvSpPr>
            <p:spPr bwMode="auto">
              <a:xfrm>
                <a:off x="3776" y="2209"/>
                <a:ext cx="17" cy="16"/>
              </a:xfrm>
              <a:custGeom>
                <a:avLst/>
                <a:gdLst>
                  <a:gd name="T0" fmla="*/ 4 w 7"/>
                  <a:gd name="T1" fmla="*/ 6 h 7"/>
                  <a:gd name="T2" fmla="*/ 3 w 7"/>
                  <a:gd name="T3" fmla="*/ 5 h 7"/>
                  <a:gd name="T4" fmla="*/ 4 w 7"/>
                  <a:gd name="T5" fmla="*/ 5 h 7"/>
                  <a:gd name="T6" fmla="*/ 5 w 7"/>
                  <a:gd name="T7" fmla="*/ 4 h 7"/>
                  <a:gd name="T8" fmla="*/ 4 w 7"/>
                  <a:gd name="T9" fmla="*/ 4 h 7"/>
                  <a:gd name="T10" fmla="*/ 2 w 7"/>
                  <a:gd name="T11" fmla="*/ 4 h 7"/>
                  <a:gd name="T12" fmla="*/ 2 w 7"/>
                  <a:gd name="T13" fmla="*/ 3 h 7"/>
                  <a:gd name="T14" fmla="*/ 2 w 7"/>
                  <a:gd name="T15" fmla="*/ 3 h 7"/>
                  <a:gd name="T16" fmla="*/ 4 w 7"/>
                  <a:gd name="T17" fmla="*/ 3 h 7"/>
                  <a:gd name="T18" fmla="*/ 5 w 7"/>
                  <a:gd name="T19" fmla="*/ 2 h 7"/>
                  <a:gd name="T20" fmla="*/ 4 w 7"/>
                  <a:gd name="T21" fmla="*/ 2 h 7"/>
                  <a:gd name="T22" fmla="*/ 2 w 7"/>
                  <a:gd name="T23" fmla="*/ 2 h 7"/>
                  <a:gd name="T24" fmla="*/ 4 w 7"/>
                  <a:gd name="T25" fmla="*/ 1 h 7"/>
                  <a:gd name="T26" fmla="*/ 6 w 7"/>
                  <a:gd name="T27" fmla="*/ 1 h 7"/>
                  <a:gd name="T28" fmla="*/ 7 w 7"/>
                  <a:gd name="T29" fmla="*/ 1 h 7"/>
                  <a:gd name="T30" fmla="*/ 4 w 7"/>
                  <a:gd name="T31" fmla="*/ 0 h 7"/>
                  <a:gd name="T32" fmla="*/ 1 w 7"/>
                  <a:gd name="T33" fmla="*/ 2 h 7"/>
                  <a:gd name="T34" fmla="*/ 0 w 7"/>
                  <a:gd name="T35" fmla="*/ 2 h 7"/>
                  <a:gd name="T36" fmla="*/ 0 w 7"/>
                  <a:gd name="T37" fmla="*/ 3 h 7"/>
                  <a:gd name="T38" fmla="*/ 0 w 7"/>
                  <a:gd name="T39" fmla="*/ 3 h 7"/>
                  <a:gd name="T40" fmla="*/ 1 w 7"/>
                  <a:gd name="T41" fmla="*/ 3 h 7"/>
                  <a:gd name="T42" fmla="*/ 1 w 7"/>
                  <a:gd name="T43" fmla="*/ 3 h 7"/>
                  <a:gd name="T44" fmla="*/ 1 w 7"/>
                  <a:gd name="T45" fmla="*/ 4 h 7"/>
                  <a:gd name="T46" fmla="*/ 0 w 7"/>
                  <a:gd name="T47" fmla="*/ 4 h 7"/>
                  <a:gd name="T48" fmla="*/ 0 w 7"/>
                  <a:gd name="T49" fmla="*/ 4 h 7"/>
                  <a:gd name="T50" fmla="*/ 0 w 7"/>
                  <a:gd name="T51" fmla="*/ 5 h 7"/>
                  <a:gd name="T52" fmla="*/ 1 w 7"/>
                  <a:gd name="T53" fmla="*/ 5 h 7"/>
                  <a:gd name="T54" fmla="*/ 5 w 7"/>
                  <a:gd name="T55" fmla="*/ 7 h 7"/>
                  <a:gd name="T56" fmla="*/ 7 w 7"/>
                  <a:gd name="T57" fmla="*/ 5 h 7"/>
                  <a:gd name="T58" fmla="*/ 6 w 7"/>
                  <a:gd name="T59" fmla="*/ 5 h 7"/>
                  <a:gd name="T60" fmla="*/ 4 w 7"/>
                  <a:gd name="T6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" h="7">
                    <a:moveTo>
                      <a:pt x="4" y="6"/>
                    </a:moveTo>
                    <a:cubicBezTo>
                      <a:pt x="4" y="6"/>
                      <a:pt x="3" y="5"/>
                      <a:pt x="3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5" y="4"/>
                      <a:pt x="5" y="4"/>
                    </a:cubicBezTo>
                    <a:cubicBezTo>
                      <a:pt x="5" y="4"/>
                      <a:pt x="4" y="4"/>
                      <a:pt x="4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2"/>
                    </a:cubicBezTo>
                    <a:cubicBezTo>
                      <a:pt x="5" y="2"/>
                      <a:pt x="4" y="2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5" y="1"/>
                      <a:pt x="5" y="1"/>
                      <a:pt x="6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0"/>
                      <a:pt x="4" y="0"/>
                    </a:cubicBezTo>
                    <a:cubicBezTo>
                      <a:pt x="3" y="0"/>
                      <a:pt x="2" y="1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4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6"/>
                      <a:pt x="3" y="7"/>
                      <a:pt x="5" y="7"/>
                    </a:cubicBezTo>
                    <a:cubicBezTo>
                      <a:pt x="6" y="7"/>
                      <a:pt x="7" y="6"/>
                      <a:pt x="7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5" y="6"/>
                      <a:pt x="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8" name="Freeform 140"/>
              <p:cNvSpPr>
                <a:spLocks noEditPoints="1"/>
              </p:cNvSpPr>
              <p:nvPr/>
            </p:nvSpPr>
            <p:spPr bwMode="auto">
              <a:xfrm>
                <a:off x="4129" y="2007"/>
                <a:ext cx="36" cy="35"/>
              </a:xfrm>
              <a:custGeom>
                <a:avLst/>
                <a:gdLst>
                  <a:gd name="T0" fmla="*/ 7 w 15"/>
                  <a:gd name="T1" fmla="*/ 0 h 15"/>
                  <a:gd name="T2" fmla="*/ 0 w 15"/>
                  <a:gd name="T3" fmla="*/ 8 h 15"/>
                  <a:gd name="T4" fmla="*/ 8 w 15"/>
                  <a:gd name="T5" fmla="*/ 15 h 15"/>
                  <a:gd name="T6" fmla="*/ 15 w 15"/>
                  <a:gd name="T7" fmla="*/ 7 h 15"/>
                  <a:gd name="T8" fmla="*/ 7 w 15"/>
                  <a:gd name="T9" fmla="*/ 0 h 15"/>
                  <a:gd name="T10" fmla="*/ 8 w 15"/>
                  <a:gd name="T11" fmla="*/ 13 h 15"/>
                  <a:gd name="T12" fmla="*/ 2 w 15"/>
                  <a:gd name="T13" fmla="*/ 8 h 15"/>
                  <a:gd name="T14" fmla="*/ 7 w 15"/>
                  <a:gd name="T15" fmla="*/ 2 h 15"/>
                  <a:gd name="T16" fmla="*/ 13 w 15"/>
                  <a:gd name="T17" fmla="*/ 7 h 15"/>
                  <a:gd name="T18" fmla="*/ 8 w 15"/>
                  <a:gd name="T19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5">
                    <a:moveTo>
                      <a:pt x="7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lose/>
                    <a:moveTo>
                      <a:pt x="8" y="13"/>
                    </a:moveTo>
                    <a:cubicBezTo>
                      <a:pt x="4" y="13"/>
                      <a:pt x="2" y="11"/>
                      <a:pt x="2" y="8"/>
                    </a:cubicBezTo>
                    <a:cubicBezTo>
                      <a:pt x="2" y="4"/>
                      <a:pt x="4" y="2"/>
                      <a:pt x="7" y="2"/>
                    </a:cubicBezTo>
                    <a:cubicBezTo>
                      <a:pt x="11" y="2"/>
                      <a:pt x="13" y="4"/>
                      <a:pt x="13" y="7"/>
                    </a:cubicBezTo>
                    <a:cubicBezTo>
                      <a:pt x="13" y="11"/>
                      <a:pt x="11" y="13"/>
                      <a:pt x="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199" name="Freeform 141"/>
              <p:cNvSpPr/>
              <p:nvPr/>
            </p:nvSpPr>
            <p:spPr bwMode="auto">
              <a:xfrm>
                <a:off x="4139" y="2016"/>
                <a:ext cx="16" cy="17"/>
              </a:xfrm>
              <a:custGeom>
                <a:avLst/>
                <a:gdLst>
                  <a:gd name="T0" fmla="*/ 5 w 7"/>
                  <a:gd name="T1" fmla="*/ 6 h 7"/>
                  <a:gd name="T2" fmla="*/ 3 w 7"/>
                  <a:gd name="T3" fmla="*/ 5 h 7"/>
                  <a:gd name="T4" fmla="*/ 4 w 7"/>
                  <a:gd name="T5" fmla="*/ 5 h 7"/>
                  <a:gd name="T6" fmla="*/ 5 w 7"/>
                  <a:gd name="T7" fmla="*/ 4 h 7"/>
                  <a:gd name="T8" fmla="*/ 4 w 7"/>
                  <a:gd name="T9" fmla="*/ 4 h 7"/>
                  <a:gd name="T10" fmla="*/ 2 w 7"/>
                  <a:gd name="T11" fmla="*/ 4 h 7"/>
                  <a:gd name="T12" fmla="*/ 2 w 7"/>
                  <a:gd name="T13" fmla="*/ 4 h 7"/>
                  <a:gd name="T14" fmla="*/ 2 w 7"/>
                  <a:gd name="T15" fmla="*/ 3 h 7"/>
                  <a:gd name="T16" fmla="*/ 4 w 7"/>
                  <a:gd name="T17" fmla="*/ 3 h 7"/>
                  <a:gd name="T18" fmla="*/ 5 w 7"/>
                  <a:gd name="T19" fmla="*/ 3 h 7"/>
                  <a:gd name="T20" fmla="*/ 4 w 7"/>
                  <a:gd name="T21" fmla="*/ 2 h 7"/>
                  <a:gd name="T22" fmla="*/ 3 w 7"/>
                  <a:gd name="T23" fmla="*/ 2 h 7"/>
                  <a:gd name="T24" fmla="*/ 4 w 7"/>
                  <a:gd name="T25" fmla="*/ 1 h 7"/>
                  <a:gd name="T26" fmla="*/ 6 w 7"/>
                  <a:gd name="T27" fmla="*/ 2 h 7"/>
                  <a:gd name="T28" fmla="*/ 7 w 7"/>
                  <a:gd name="T29" fmla="*/ 2 h 7"/>
                  <a:gd name="T30" fmla="*/ 4 w 7"/>
                  <a:gd name="T31" fmla="*/ 0 h 7"/>
                  <a:gd name="T32" fmla="*/ 1 w 7"/>
                  <a:gd name="T33" fmla="*/ 2 h 7"/>
                  <a:gd name="T34" fmla="*/ 0 w 7"/>
                  <a:gd name="T35" fmla="*/ 2 h 7"/>
                  <a:gd name="T36" fmla="*/ 0 w 7"/>
                  <a:gd name="T37" fmla="*/ 3 h 7"/>
                  <a:gd name="T38" fmla="*/ 0 w 7"/>
                  <a:gd name="T39" fmla="*/ 3 h 7"/>
                  <a:gd name="T40" fmla="*/ 1 w 7"/>
                  <a:gd name="T41" fmla="*/ 3 h 7"/>
                  <a:gd name="T42" fmla="*/ 1 w 7"/>
                  <a:gd name="T43" fmla="*/ 4 h 7"/>
                  <a:gd name="T44" fmla="*/ 1 w 7"/>
                  <a:gd name="T45" fmla="*/ 4 h 7"/>
                  <a:gd name="T46" fmla="*/ 0 w 7"/>
                  <a:gd name="T47" fmla="*/ 4 h 7"/>
                  <a:gd name="T48" fmla="*/ 0 w 7"/>
                  <a:gd name="T49" fmla="*/ 4 h 7"/>
                  <a:gd name="T50" fmla="*/ 0 w 7"/>
                  <a:gd name="T51" fmla="*/ 5 h 7"/>
                  <a:gd name="T52" fmla="*/ 1 w 7"/>
                  <a:gd name="T53" fmla="*/ 5 h 7"/>
                  <a:gd name="T54" fmla="*/ 5 w 7"/>
                  <a:gd name="T55" fmla="*/ 7 h 7"/>
                  <a:gd name="T56" fmla="*/ 7 w 7"/>
                  <a:gd name="T57" fmla="*/ 5 h 7"/>
                  <a:gd name="T58" fmla="*/ 6 w 7"/>
                  <a:gd name="T59" fmla="*/ 5 h 7"/>
                  <a:gd name="T60" fmla="*/ 5 w 7"/>
                  <a:gd name="T6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" h="7">
                    <a:moveTo>
                      <a:pt x="5" y="6"/>
                    </a:moveTo>
                    <a:cubicBezTo>
                      <a:pt x="4" y="6"/>
                      <a:pt x="3" y="5"/>
                      <a:pt x="3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5" y="5"/>
                      <a:pt x="5" y="4"/>
                    </a:cubicBezTo>
                    <a:cubicBezTo>
                      <a:pt x="5" y="4"/>
                      <a:pt x="4" y="4"/>
                      <a:pt x="4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3"/>
                    </a:cubicBezTo>
                    <a:cubicBezTo>
                      <a:pt x="5" y="2"/>
                      <a:pt x="4" y="2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4" y="1"/>
                      <a:pt x="4" y="1"/>
                    </a:cubicBezTo>
                    <a:cubicBezTo>
                      <a:pt x="5" y="1"/>
                      <a:pt x="6" y="1"/>
                      <a:pt x="6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6" y="0"/>
                      <a:pt x="4" y="0"/>
                    </a:cubicBezTo>
                    <a:cubicBezTo>
                      <a:pt x="3" y="0"/>
                      <a:pt x="2" y="1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6"/>
                      <a:pt x="3" y="7"/>
                      <a:pt x="5" y="7"/>
                    </a:cubicBezTo>
                    <a:cubicBezTo>
                      <a:pt x="6" y="7"/>
                      <a:pt x="7" y="6"/>
                      <a:pt x="7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6"/>
                      <a:pt x="5" y="6"/>
                      <a:pt x="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0" name="Freeform 142"/>
              <p:cNvSpPr>
                <a:spLocks noEditPoints="1"/>
              </p:cNvSpPr>
              <p:nvPr/>
            </p:nvSpPr>
            <p:spPr bwMode="auto">
              <a:xfrm>
                <a:off x="3764" y="2289"/>
                <a:ext cx="45" cy="76"/>
              </a:xfrm>
              <a:custGeom>
                <a:avLst/>
                <a:gdLst>
                  <a:gd name="T0" fmla="*/ 9 w 19"/>
                  <a:gd name="T1" fmla="*/ 0 h 32"/>
                  <a:gd name="T2" fmla="*/ 1 w 19"/>
                  <a:gd name="T3" fmla="*/ 23 h 32"/>
                  <a:gd name="T4" fmla="*/ 10 w 19"/>
                  <a:gd name="T5" fmla="*/ 32 h 32"/>
                  <a:gd name="T6" fmla="*/ 19 w 19"/>
                  <a:gd name="T7" fmla="*/ 23 h 32"/>
                  <a:gd name="T8" fmla="*/ 9 w 19"/>
                  <a:gd name="T9" fmla="*/ 0 h 32"/>
                  <a:gd name="T10" fmla="*/ 10 w 19"/>
                  <a:gd name="T11" fmla="*/ 28 h 32"/>
                  <a:gd name="T12" fmla="*/ 15 w 19"/>
                  <a:gd name="T13" fmla="*/ 21 h 32"/>
                  <a:gd name="T14" fmla="*/ 10 w 19"/>
                  <a:gd name="T15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32">
                    <a:moveTo>
                      <a:pt x="9" y="0"/>
                    </a:moveTo>
                    <a:cubicBezTo>
                      <a:pt x="9" y="0"/>
                      <a:pt x="0" y="14"/>
                      <a:pt x="1" y="23"/>
                    </a:cubicBezTo>
                    <a:cubicBezTo>
                      <a:pt x="1" y="28"/>
                      <a:pt x="5" y="32"/>
                      <a:pt x="10" y="32"/>
                    </a:cubicBezTo>
                    <a:cubicBezTo>
                      <a:pt x="15" y="32"/>
                      <a:pt x="19" y="28"/>
                      <a:pt x="19" y="23"/>
                    </a:cubicBezTo>
                    <a:cubicBezTo>
                      <a:pt x="19" y="13"/>
                      <a:pt x="9" y="0"/>
                      <a:pt x="9" y="0"/>
                    </a:cubicBezTo>
                    <a:close/>
                    <a:moveTo>
                      <a:pt x="10" y="28"/>
                    </a:move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1"/>
                      <a:pt x="16" y="28"/>
                      <a:pt x="1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1" name="Freeform 143"/>
              <p:cNvSpPr>
                <a:spLocks noEditPoints="1"/>
              </p:cNvSpPr>
              <p:nvPr/>
            </p:nvSpPr>
            <p:spPr bwMode="auto">
              <a:xfrm>
                <a:off x="3778" y="1371"/>
                <a:ext cx="19" cy="33"/>
              </a:xfrm>
              <a:custGeom>
                <a:avLst/>
                <a:gdLst>
                  <a:gd name="T0" fmla="*/ 5 w 8"/>
                  <a:gd name="T1" fmla="*/ 0 h 14"/>
                  <a:gd name="T2" fmla="*/ 0 w 8"/>
                  <a:gd name="T3" fmla="*/ 9 h 14"/>
                  <a:gd name="T4" fmla="*/ 3 w 8"/>
                  <a:gd name="T5" fmla="*/ 13 h 14"/>
                  <a:gd name="T6" fmla="*/ 8 w 8"/>
                  <a:gd name="T7" fmla="*/ 10 h 14"/>
                  <a:gd name="T8" fmla="*/ 5 w 8"/>
                  <a:gd name="T9" fmla="*/ 0 h 14"/>
                  <a:gd name="T10" fmla="*/ 3 w 8"/>
                  <a:gd name="T11" fmla="*/ 12 h 14"/>
                  <a:gd name="T12" fmla="*/ 6 w 8"/>
                  <a:gd name="T13" fmla="*/ 9 h 14"/>
                  <a:gd name="T14" fmla="*/ 3 w 8"/>
                  <a:gd name="T15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14">
                    <a:moveTo>
                      <a:pt x="5" y="0"/>
                    </a:moveTo>
                    <a:cubicBezTo>
                      <a:pt x="5" y="0"/>
                      <a:pt x="1" y="5"/>
                      <a:pt x="0" y="9"/>
                    </a:cubicBezTo>
                    <a:cubicBezTo>
                      <a:pt x="0" y="11"/>
                      <a:pt x="1" y="13"/>
                      <a:pt x="3" y="13"/>
                    </a:cubicBezTo>
                    <a:cubicBezTo>
                      <a:pt x="5" y="14"/>
                      <a:pt x="7" y="12"/>
                      <a:pt x="8" y="10"/>
                    </a:cubicBezTo>
                    <a:cubicBezTo>
                      <a:pt x="8" y="6"/>
                      <a:pt x="5" y="0"/>
                      <a:pt x="5" y="0"/>
                    </a:cubicBezTo>
                    <a:close/>
                    <a:moveTo>
                      <a:pt x="3" y="12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12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2" name="Freeform 144"/>
              <p:cNvSpPr>
                <a:spLocks noEditPoints="1"/>
              </p:cNvSpPr>
              <p:nvPr/>
            </p:nvSpPr>
            <p:spPr bwMode="auto">
              <a:xfrm>
                <a:off x="3921" y="1511"/>
                <a:ext cx="28" cy="50"/>
              </a:xfrm>
              <a:custGeom>
                <a:avLst/>
                <a:gdLst>
                  <a:gd name="T0" fmla="*/ 5 w 12"/>
                  <a:gd name="T1" fmla="*/ 0 h 21"/>
                  <a:gd name="T2" fmla="*/ 0 w 12"/>
                  <a:gd name="T3" fmla="*/ 15 h 21"/>
                  <a:gd name="T4" fmla="*/ 6 w 12"/>
                  <a:gd name="T5" fmla="*/ 20 h 21"/>
                  <a:gd name="T6" fmla="*/ 12 w 12"/>
                  <a:gd name="T7" fmla="*/ 15 h 21"/>
                  <a:gd name="T8" fmla="*/ 5 w 12"/>
                  <a:gd name="T9" fmla="*/ 0 h 21"/>
                  <a:gd name="T10" fmla="*/ 6 w 12"/>
                  <a:gd name="T11" fmla="*/ 18 h 21"/>
                  <a:gd name="T12" fmla="*/ 9 w 12"/>
                  <a:gd name="T13" fmla="*/ 13 h 21"/>
                  <a:gd name="T14" fmla="*/ 6 w 12"/>
                  <a:gd name="T15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21">
                    <a:moveTo>
                      <a:pt x="5" y="0"/>
                    </a:moveTo>
                    <a:cubicBezTo>
                      <a:pt x="5" y="0"/>
                      <a:pt x="0" y="9"/>
                      <a:pt x="0" y="15"/>
                    </a:cubicBezTo>
                    <a:cubicBezTo>
                      <a:pt x="0" y="18"/>
                      <a:pt x="3" y="21"/>
                      <a:pt x="6" y="20"/>
                    </a:cubicBezTo>
                    <a:cubicBezTo>
                      <a:pt x="9" y="20"/>
                      <a:pt x="12" y="18"/>
                      <a:pt x="12" y="15"/>
                    </a:cubicBezTo>
                    <a:cubicBezTo>
                      <a:pt x="11" y="8"/>
                      <a:pt x="5" y="0"/>
                      <a:pt x="5" y="0"/>
                    </a:cubicBezTo>
                    <a:close/>
                    <a:moveTo>
                      <a:pt x="6" y="18"/>
                    </a:moveTo>
                    <a:cubicBezTo>
                      <a:pt x="9" y="13"/>
                      <a:pt x="9" y="13"/>
                      <a:pt x="9" y="13"/>
                    </a:cubicBezTo>
                    <a:cubicBezTo>
                      <a:pt x="9" y="13"/>
                      <a:pt x="10" y="18"/>
                      <a:pt x="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3" name="Freeform 145"/>
              <p:cNvSpPr/>
              <p:nvPr/>
            </p:nvSpPr>
            <p:spPr bwMode="auto">
              <a:xfrm>
                <a:off x="3823" y="1520"/>
                <a:ext cx="43" cy="91"/>
              </a:xfrm>
              <a:custGeom>
                <a:avLst/>
                <a:gdLst>
                  <a:gd name="T0" fmla="*/ 18 w 18"/>
                  <a:gd name="T1" fmla="*/ 4 h 38"/>
                  <a:gd name="T2" fmla="*/ 18 w 18"/>
                  <a:gd name="T3" fmla="*/ 4 h 38"/>
                  <a:gd name="T4" fmla="*/ 18 w 18"/>
                  <a:gd name="T5" fmla="*/ 4 h 38"/>
                  <a:gd name="T6" fmla="*/ 11 w 18"/>
                  <a:gd name="T7" fmla="*/ 0 h 38"/>
                  <a:gd name="T8" fmla="*/ 10 w 18"/>
                  <a:gd name="T9" fmla="*/ 0 h 38"/>
                  <a:gd name="T10" fmla="*/ 8 w 18"/>
                  <a:gd name="T11" fmla="*/ 0 h 38"/>
                  <a:gd name="T12" fmla="*/ 0 w 18"/>
                  <a:gd name="T13" fmla="*/ 5 h 38"/>
                  <a:gd name="T14" fmla="*/ 0 w 18"/>
                  <a:gd name="T15" fmla="*/ 17 h 38"/>
                  <a:gd name="T16" fmla="*/ 2 w 18"/>
                  <a:gd name="T17" fmla="*/ 19 h 38"/>
                  <a:gd name="T18" fmla="*/ 4 w 18"/>
                  <a:gd name="T19" fmla="*/ 17 h 38"/>
                  <a:gd name="T20" fmla="*/ 3 w 18"/>
                  <a:gd name="T21" fmla="*/ 8 h 38"/>
                  <a:gd name="T22" fmla="*/ 4 w 18"/>
                  <a:gd name="T23" fmla="*/ 8 h 38"/>
                  <a:gd name="T24" fmla="*/ 4 w 18"/>
                  <a:gd name="T25" fmla="*/ 13 h 38"/>
                  <a:gd name="T26" fmla="*/ 4 w 18"/>
                  <a:gd name="T27" fmla="*/ 18 h 38"/>
                  <a:gd name="T28" fmla="*/ 5 w 18"/>
                  <a:gd name="T29" fmla="*/ 36 h 38"/>
                  <a:gd name="T30" fmla="*/ 7 w 18"/>
                  <a:gd name="T31" fmla="*/ 38 h 38"/>
                  <a:gd name="T32" fmla="*/ 9 w 18"/>
                  <a:gd name="T33" fmla="*/ 36 h 38"/>
                  <a:gd name="T34" fmla="*/ 9 w 18"/>
                  <a:gd name="T35" fmla="*/ 19 h 38"/>
                  <a:gd name="T36" fmla="*/ 9 w 18"/>
                  <a:gd name="T37" fmla="*/ 19 h 38"/>
                  <a:gd name="T38" fmla="*/ 10 w 18"/>
                  <a:gd name="T39" fmla="*/ 36 h 38"/>
                  <a:gd name="T40" fmla="*/ 12 w 18"/>
                  <a:gd name="T41" fmla="*/ 38 h 38"/>
                  <a:gd name="T42" fmla="*/ 14 w 18"/>
                  <a:gd name="T43" fmla="*/ 36 h 38"/>
                  <a:gd name="T44" fmla="*/ 14 w 18"/>
                  <a:gd name="T45" fmla="*/ 18 h 38"/>
                  <a:gd name="T46" fmla="*/ 14 w 18"/>
                  <a:gd name="T47" fmla="*/ 13 h 38"/>
                  <a:gd name="T48" fmla="*/ 13 w 18"/>
                  <a:gd name="T49" fmla="*/ 7 h 38"/>
                  <a:gd name="T50" fmla="*/ 14 w 18"/>
                  <a:gd name="T51" fmla="*/ 7 h 38"/>
                  <a:gd name="T52" fmla="*/ 14 w 18"/>
                  <a:gd name="T53" fmla="*/ 16 h 38"/>
                  <a:gd name="T54" fmla="*/ 16 w 18"/>
                  <a:gd name="T55" fmla="*/ 18 h 38"/>
                  <a:gd name="T56" fmla="*/ 18 w 18"/>
                  <a:gd name="T57" fmla="*/ 16 h 38"/>
                  <a:gd name="T58" fmla="*/ 18 w 18"/>
                  <a:gd name="T59" fmla="*/ 5 h 38"/>
                  <a:gd name="T60" fmla="*/ 18 w 18"/>
                  <a:gd name="T61" fmla="*/ 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" h="38">
                    <a:moveTo>
                      <a:pt x="18" y="4"/>
                    </a:move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1"/>
                      <a:pt x="13" y="1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0" y="0"/>
                      <a:pt x="0" y="5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1" y="19"/>
                      <a:pt x="2" y="19"/>
                    </a:cubicBezTo>
                    <a:cubicBezTo>
                      <a:pt x="3" y="19"/>
                      <a:pt x="4" y="18"/>
                      <a:pt x="4" y="1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7"/>
                      <a:pt x="6" y="38"/>
                      <a:pt x="7" y="38"/>
                    </a:cubicBezTo>
                    <a:cubicBezTo>
                      <a:pt x="8" y="38"/>
                      <a:pt x="9" y="37"/>
                      <a:pt x="9" y="36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0" y="37"/>
                      <a:pt x="11" y="38"/>
                      <a:pt x="12" y="38"/>
                    </a:cubicBezTo>
                    <a:cubicBezTo>
                      <a:pt x="13" y="38"/>
                      <a:pt x="14" y="37"/>
                      <a:pt x="14" y="3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4" y="17"/>
                      <a:pt x="15" y="18"/>
                      <a:pt x="16" y="18"/>
                    </a:cubicBezTo>
                    <a:cubicBezTo>
                      <a:pt x="17" y="18"/>
                      <a:pt x="18" y="17"/>
                      <a:pt x="18" y="1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5"/>
                      <a:pt x="1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4" name="Freeform 146"/>
              <p:cNvSpPr/>
              <p:nvPr/>
            </p:nvSpPr>
            <p:spPr bwMode="auto">
              <a:xfrm>
                <a:off x="3833" y="1501"/>
                <a:ext cx="21" cy="19"/>
              </a:xfrm>
              <a:custGeom>
                <a:avLst/>
                <a:gdLst>
                  <a:gd name="T0" fmla="*/ 5 w 9"/>
                  <a:gd name="T1" fmla="*/ 8 h 8"/>
                  <a:gd name="T2" fmla="*/ 9 w 9"/>
                  <a:gd name="T3" fmla="*/ 4 h 8"/>
                  <a:gd name="T4" fmla="*/ 4 w 9"/>
                  <a:gd name="T5" fmla="*/ 0 h 8"/>
                  <a:gd name="T6" fmla="*/ 0 w 9"/>
                  <a:gd name="T7" fmla="*/ 4 h 8"/>
                  <a:gd name="T8" fmla="*/ 5 w 9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8">
                    <a:moveTo>
                      <a:pt x="5" y="8"/>
                    </a:moveTo>
                    <a:cubicBezTo>
                      <a:pt x="7" y="8"/>
                      <a:pt x="9" y="6"/>
                      <a:pt x="9" y="4"/>
                    </a:cubicBezTo>
                    <a:cubicBezTo>
                      <a:pt x="9" y="1"/>
                      <a:pt x="7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1" y="6"/>
                      <a:pt x="2" y="8"/>
                      <a:pt x="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5" name="Freeform 147"/>
              <p:cNvSpPr/>
              <p:nvPr/>
            </p:nvSpPr>
            <p:spPr bwMode="auto">
              <a:xfrm>
                <a:off x="3819" y="2040"/>
                <a:ext cx="42" cy="90"/>
              </a:xfrm>
              <a:custGeom>
                <a:avLst/>
                <a:gdLst>
                  <a:gd name="T0" fmla="*/ 18 w 18"/>
                  <a:gd name="T1" fmla="*/ 5 h 38"/>
                  <a:gd name="T2" fmla="*/ 18 w 18"/>
                  <a:gd name="T3" fmla="*/ 4 h 38"/>
                  <a:gd name="T4" fmla="*/ 18 w 18"/>
                  <a:gd name="T5" fmla="*/ 4 h 38"/>
                  <a:gd name="T6" fmla="*/ 11 w 18"/>
                  <a:gd name="T7" fmla="*/ 1 h 38"/>
                  <a:gd name="T8" fmla="*/ 10 w 18"/>
                  <a:gd name="T9" fmla="*/ 1 h 38"/>
                  <a:gd name="T10" fmla="*/ 8 w 18"/>
                  <a:gd name="T11" fmla="*/ 1 h 38"/>
                  <a:gd name="T12" fmla="*/ 0 w 18"/>
                  <a:gd name="T13" fmla="*/ 5 h 38"/>
                  <a:gd name="T14" fmla="*/ 0 w 18"/>
                  <a:gd name="T15" fmla="*/ 17 h 38"/>
                  <a:gd name="T16" fmla="*/ 2 w 18"/>
                  <a:gd name="T17" fmla="*/ 18 h 38"/>
                  <a:gd name="T18" fmla="*/ 4 w 18"/>
                  <a:gd name="T19" fmla="*/ 17 h 38"/>
                  <a:gd name="T20" fmla="*/ 4 w 18"/>
                  <a:gd name="T21" fmla="*/ 8 h 38"/>
                  <a:gd name="T22" fmla="*/ 4 w 18"/>
                  <a:gd name="T23" fmla="*/ 8 h 38"/>
                  <a:gd name="T24" fmla="*/ 5 w 18"/>
                  <a:gd name="T25" fmla="*/ 13 h 38"/>
                  <a:gd name="T26" fmla="*/ 5 w 18"/>
                  <a:gd name="T27" fmla="*/ 18 h 38"/>
                  <a:gd name="T28" fmla="*/ 5 w 18"/>
                  <a:gd name="T29" fmla="*/ 35 h 38"/>
                  <a:gd name="T30" fmla="*/ 7 w 18"/>
                  <a:gd name="T31" fmla="*/ 37 h 38"/>
                  <a:gd name="T32" fmla="*/ 9 w 18"/>
                  <a:gd name="T33" fmla="*/ 35 h 38"/>
                  <a:gd name="T34" fmla="*/ 9 w 18"/>
                  <a:gd name="T35" fmla="*/ 19 h 38"/>
                  <a:gd name="T36" fmla="*/ 10 w 18"/>
                  <a:gd name="T37" fmla="*/ 19 h 38"/>
                  <a:gd name="T38" fmla="*/ 10 w 18"/>
                  <a:gd name="T39" fmla="*/ 35 h 38"/>
                  <a:gd name="T40" fmla="*/ 12 w 18"/>
                  <a:gd name="T41" fmla="*/ 37 h 38"/>
                  <a:gd name="T42" fmla="*/ 14 w 18"/>
                  <a:gd name="T43" fmla="*/ 35 h 38"/>
                  <a:gd name="T44" fmla="*/ 14 w 18"/>
                  <a:gd name="T45" fmla="*/ 18 h 38"/>
                  <a:gd name="T46" fmla="*/ 14 w 18"/>
                  <a:gd name="T47" fmla="*/ 13 h 38"/>
                  <a:gd name="T48" fmla="*/ 14 w 18"/>
                  <a:gd name="T49" fmla="*/ 7 h 38"/>
                  <a:gd name="T50" fmla="*/ 14 w 18"/>
                  <a:gd name="T51" fmla="*/ 7 h 38"/>
                  <a:gd name="T52" fmla="*/ 14 w 18"/>
                  <a:gd name="T53" fmla="*/ 16 h 38"/>
                  <a:gd name="T54" fmla="*/ 16 w 18"/>
                  <a:gd name="T55" fmla="*/ 18 h 38"/>
                  <a:gd name="T56" fmla="*/ 18 w 18"/>
                  <a:gd name="T57" fmla="*/ 16 h 38"/>
                  <a:gd name="T58" fmla="*/ 18 w 18"/>
                  <a:gd name="T59" fmla="*/ 5 h 38"/>
                  <a:gd name="T60" fmla="*/ 18 w 18"/>
                  <a:gd name="T6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" h="38">
                    <a:moveTo>
                      <a:pt x="18" y="5"/>
                    </a:move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1"/>
                      <a:pt x="13" y="1"/>
                      <a:pt x="11" y="1"/>
                    </a:cubicBezTo>
                    <a:cubicBezTo>
                      <a:pt x="11" y="1"/>
                      <a:pt x="11" y="1"/>
                      <a:pt x="10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0" y="0"/>
                      <a:pt x="0" y="5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1" y="18"/>
                      <a:pt x="2" y="18"/>
                    </a:cubicBezTo>
                    <a:cubicBezTo>
                      <a:pt x="3" y="18"/>
                      <a:pt x="4" y="18"/>
                      <a:pt x="4" y="1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7"/>
                      <a:pt x="6" y="38"/>
                      <a:pt x="7" y="37"/>
                    </a:cubicBezTo>
                    <a:cubicBezTo>
                      <a:pt x="8" y="37"/>
                      <a:pt x="9" y="36"/>
                      <a:pt x="9" y="35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10" y="36"/>
                      <a:pt x="11" y="37"/>
                      <a:pt x="12" y="37"/>
                    </a:cubicBezTo>
                    <a:cubicBezTo>
                      <a:pt x="13" y="37"/>
                      <a:pt x="14" y="36"/>
                      <a:pt x="14" y="35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4" y="17"/>
                      <a:pt x="15" y="18"/>
                      <a:pt x="16" y="18"/>
                    </a:cubicBezTo>
                    <a:cubicBezTo>
                      <a:pt x="17" y="18"/>
                      <a:pt x="18" y="17"/>
                      <a:pt x="18" y="1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6" name="Freeform 148"/>
              <p:cNvSpPr/>
              <p:nvPr/>
            </p:nvSpPr>
            <p:spPr bwMode="auto">
              <a:xfrm>
                <a:off x="3831" y="2021"/>
                <a:ext cx="18" cy="19"/>
              </a:xfrm>
              <a:custGeom>
                <a:avLst/>
                <a:gdLst>
                  <a:gd name="T0" fmla="*/ 4 w 8"/>
                  <a:gd name="T1" fmla="*/ 8 h 8"/>
                  <a:gd name="T2" fmla="*/ 8 w 8"/>
                  <a:gd name="T3" fmla="*/ 4 h 8"/>
                  <a:gd name="T4" fmla="*/ 4 w 8"/>
                  <a:gd name="T5" fmla="*/ 0 h 8"/>
                  <a:gd name="T6" fmla="*/ 0 w 8"/>
                  <a:gd name="T7" fmla="*/ 4 h 8"/>
                  <a:gd name="T8" fmla="*/ 4 w 8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4" y="8"/>
                    </a:moveTo>
                    <a:cubicBezTo>
                      <a:pt x="6" y="8"/>
                      <a:pt x="8" y="6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7" name="Freeform 149"/>
              <p:cNvSpPr/>
              <p:nvPr/>
            </p:nvSpPr>
            <p:spPr bwMode="auto">
              <a:xfrm>
                <a:off x="3935" y="2154"/>
                <a:ext cx="47" cy="100"/>
              </a:xfrm>
              <a:custGeom>
                <a:avLst/>
                <a:gdLst>
                  <a:gd name="T0" fmla="*/ 20 w 20"/>
                  <a:gd name="T1" fmla="*/ 5 h 42"/>
                  <a:gd name="T2" fmla="*/ 20 w 20"/>
                  <a:gd name="T3" fmla="*/ 5 h 42"/>
                  <a:gd name="T4" fmla="*/ 20 w 20"/>
                  <a:gd name="T5" fmla="*/ 5 h 42"/>
                  <a:gd name="T6" fmla="*/ 13 w 20"/>
                  <a:gd name="T7" fmla="*/ 1 h 42"/>
                  <a:gd name="T8" fmla="*/ 12 w 20"/>
                  <a:gd name="T9" fmla="*/ 1 h 42"/>
                  <a:gd name="T10" fmla="*/ 9 w 20"/>
                  <a:gd name="T11" fmla="*/ 1 h 42"/>
                  <a:gd name="T12" fmla="*/ 1 w 20"/>
                  <a:gd name="T13" fmla="*/ 5 h 42"/>
                  <a:gd name="T14" fmla="*/ 0 w 20"/>
                  <a:gd name="T15" fmla="*/ 18 h 42"/>
                  <a:gd name="T16" fmla="*/ 2 w 20"/>
                  <a:gd name="T17" fmla="*/ 20 h 42"/>
                  <a:gd name="T18" fmla="*/ 4 w 20"/>
                  <a:gd name="T19" fmla="*/ 18 h 42"/>
                  <a:gd name="T20" fmla="*/ 5 w 20"/>
                  <a:gd name="T21" fmla="*/ 8 h 42"/>
                  <a:gd name="T22" fmla="*/ 5 w 20"/>
                  <a:gd name="T23" fmla="*/ 8 h 42"/>
                  <a:gd name="T24" fmla="*/ 5 w 20"/>
                  <a:gd name="T25" fmla="*/ 14 h 42"/>
                  <a:gd name="T26" fmla="*/ 5 w 20"/>
                  <a:gd name="T27" fmla="*/ 20 h 42"/>
                  <a:gd name="T28" fmla="*/ 5 w 20"/>
                  <a:gd name="T29" fmla="*/ 40 h 42"/>
                  <a:gd name="T30" fmla="*/ 7 w 20"/>
                  <a:gd name="T31" fmla="*/ 42 h 42"/>
                  <a:gd name="T32" fmla="*/ 10 w 20"/>
                  <a:gd name="T33" fmla="*/ 40 h 42"/>
                  <a:gd name="T34" fmla="*/ 10 w 20"/>
                  <a:gd name="T35" fmla="*/ 22 h 42"/>
                  <a:gd name="T36" fmla="*/ 11 w 20"/>
                  <a:gd name="T37" fmla="*/ 22 h 42"/>
                  <a:gd name="T38" fmla="*/ 10 w 20"/>
                  <a:gd name="T39" fmla="*/ 40 h 42"/>
                  <a:gd name="T40" fmla="*/ 13 w 20"/>
                  <a:gd name="T41" fmla="*/ 42 h 42"/>
                  <a:gd name="T42" fmla="*/ 15 w 20"/>
                  <a:gd name="T43" fmla="*/ 40 h 42"/>
                  <a:gd name="T44" fmla="*/ 15 w 20"/>
                  <a:gd name="T45" fmla="*/ 20 h 42"/>
                  <a:gd name="T46" fmla="*/ 16 w 20"/>
                  <a:gd name="T47" fmla="*/ 15 h 42"/>
                  <a:gd name="T48" fmla="*/ 16 w 20"/>
                  <a:gd name="T49" fmla="*/ 9 h 42"/>
                  <a:gd name="T50" fmla="*/ 16 w 20"/>
                  <a:gd name="T51" fmla="*/ 9 h 42"/>
                  <a:gd name="T52" fmla="*/ 16 w 20"/>
                  <a:gd name="T53" fmla="*/ 18 h 42"/>
                  <a:gd name="T54" fmla="*/ 18 w 20"/>
                  <a:gd name="T55" fmla="*/ 20 h 42"/>
                  <a:gd name="T56" fmla="*/ 20 w 20"/>
                  <a:gd name="T57" fmla="*/ 18 h 42"/>
                  <a:gd name="T58" fmla="*/ 20 w 20"/>
                  <a:gd name="T59" fmla="*/ 6 h 42"/>
                  <a:gd name="T60" fmla="*/ 20 w 20"/>
                  <a:gd name="T61" fmla="*/ 5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" h="42">
                    <a:moveTo>
                      <a:pt x="20" y="5"/>
                    </a:move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2"/>
                      <a:pt x="15" y="1"/>
                      <a:pt x="13" y="1"/>
                    </a:cubicBezTo>
                    <a:cubicBezTo>
                      <a:pt x="13" y="1"/>
                      <a:pt x="13" y="1"/>
                      <a:pt x="12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1" y="0"/>
                      <a:pt x="1" y="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9"/>
                      <a:pt x="1" y="20"/>
                      <a:pt x="2" y="20"/>
                    </a:cubicBezTo>
                    <a:cubicBezTo>
                      <a:pt x="3" y="20"/>
                      <a:pt x="4" y="19"/>
                      <a:pt x="4" y="1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5" y="41"/>
                      <a:pt x="6" y="42"/>
                      <a:pt x="7" y="42"/>
                    </a:cubicBezTo>
                    <a:cubicBezTo>
                      <a:pt x="8" y="42"/>
                      <a:pt x="10" y="41"/>
                      <a:pt x="10" y="40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1"/>
                      <a:pt x="11" y="42"/>
                      <a:pt x="13" y="42"/>
                    </a:cubicBezTo>
                    <a:cubicBezTo>
                      <a:pt x="14" y="42"/>
                      <a:pt x="15" y="41"/>
                      <a:pt x="15" y="4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9"/>
                      <a:pt x="17" y="20"/>
                      <a:pt x="18" y="20"/>
                    </a:cubicBezTo>
                    <a:cubicBezTo>
                      <a:pt x="19" y="20"/>
                      <a:pt x="20" y="20"/>
                      <a:pt x="20" y="18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5"/>
                      <a:pt x="2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8" name="Oval 150"/>
              <p:cNvSpPr>
                <a:spLocks noChangeArrowheads="1"/>
              </p:cNvSpPr>
              <p:nvPr/>
            </p:nvSpPr>
            <p:spPr bwMode="auto">
              <a:xfrm>
                <a:off x="3949" y="2133"/>
                <a:ext cx="21" cy="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09" name="Freeform 151"/>
              <p:cNvSpPr/>
              <p:nvPr/>
            </p:nvSpPr>
            <p:spPr bwMode="auto">
              <a:xfrm>
                <a:off x="3899" y="1568"/>
                <a:ext cx="22" cy="21"/>
              </a:xfrm>
              <a:custGeom>
                <a:avLst/>
                <a:gdLst>
                  <a:gd name="T0" fmla="*/ 7 w 9"/>
                  <a:gd name="T1" fmla="*/ 8 h 9"/>
                  <a:gd name="T2" fmla="*/ 7 w 9"/>
                  <a:gd name="T3" fmla="*/ 6 h 9"/>
                  <a:gd name="T4" fmla="*/ 7 w 9"/>
                  <a:gd name="T5" fmla="*/ 3 h 9"/>
                  <a:gd name="T6" fmla="*/ 8 w 9"/>
                  <a:gd name="T7" fmla="*/ 3 h 9"/>
                  <a:gd name="T8" fmla="*/ 8 w 9"/>
                  <a:gd name="T9" fmla="*/ 7 h 9"/>
                  <a:gd name="T10" fmla="*/ 9 w 9"/>
                  <a:gd name="T11" fmla="*/ 8 h 9"/>
                  <a:gd name="T12" fmla="*/ 9 w 9"/>
                  <a:gd name="T13" fmla="*/ 7 h 9"/>
                  <a:gd name="T14" fmla="*/ 9 w 9"/>
                  <a:gd name="T15" fmla="*/ 2 h 9"/>
                  <a:gd name="T16" fmla="*/ 9 w 9"/>
                  <a:gd name="T17" fmla="*/ 2 h 9"/>
                  <a:gd name="T18" fmla="*/ 9 w 9"/>
                  <a:gd name="T19" fmla="*/ 2 h 9"/>
                  <a:gd name="T20" fmla="*/ 9 w 9"/>
                  <a:gd name="T21" fmla="*/ 2 h 9"/>
                  <a:gd name="T22" fmla="*/ 6 w 9"/>
                  <a:gd name="T23" fmla="*/ 0 h 9"/>
                  <a:gd name="T24" fmla="*/ 6 w 9"/>
                  <a:gd name="T25" fmla="*/ 0 h 9"/>
                  <a:gd name="T26" fmla="*/ 4 w 9"/>
                  <a:gd name="T27" fmla="*/ 0 h 9"/>
                  <a:gd name="T28" fmla="*/ 0 w 9"/>
                  <a:gd name="T29" fmla="*/ 2 h 9"/>
                  <a:gd name="T30" fmla="*/ 0 w 9"/>
                  <a:gd name="T31" fmla="*/ 8 h 9"/>
                  <a:gd name="T32" fmla="*/ 1 w 9"/>
                  <a:gd name="T33" fmla="*/ 9 h 9"/>
                  <a:gd name="T34" fmla="*/ 2 w 9"/>
                  <a:gd name="T35" fmla="*/ 8 h 9"/>
                  <a:gd name="T36" fmla="*/ 2 w 9"/>
                  <a:gd name="T37" fmla="*/ 3 h 9"/>
                  <a:gd name="T38" fmla="*/ 3 w 9"/>
                  <a:gd name="T39" fmla="*/ 3 h 9"/>
                  <a:gd name="T40" fmla="*/ 3 w 9"/>
                  <a:gd name="T41" fmla="*/ 6 h 9"/>
                  <a:gd name="T42" fmla="*/ 3 w 9"/>
                  <a:gd name="T43" fmla="*/ 9 h 9"/>
                  <a:gd name="T44" fmla="*/ 7 w 9"/>
                  <a:gd name="T4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" h="9">
                    <a:moveTo>
                      <a:pt x="7" y="8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9" y="8"/>
                      <a:pt x="9" y="7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0"/>
                      <a:pt x="7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0" y="0"/>
                      <a:pt x="0" y="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1" y="9"/>
                      <a:pt x="1" y="9"/>
                    </a:cubicBezTo>
                    <a:cubicBezTo>
                      <a:pt x="2" y="9"/>
                      <a:pt x="2" y="8"/>
                      <a:pt x="2" y="8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7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0" name="Oval 152"/>
              <p:cNvSpPr>
                <a:spLocks noChangeArrowheads="1"/>
              </p:cNvSpPr>
              <p:nvPr/>
            </p:nvSpPr>
            <p:spPr bwMode="auto">
              <a:xfrm>
                <a:off x="3906" y="1558"/>
                <a:ext cx="10" cy="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1" name="Freeform 153"/>
              <p:cNvSpPr>
                <a:spLocks noEditPoints="1"/>
              </p:cNvSpPr>
              <p:nvPr/>
            </p:nvSpPr>
            <p:spPr bwMode="auto">
              <a:xfrm>
                <a:off x="3700" y="1786"/>
                <a:ext cx="50" cy="90"/>
              </a:xfrm>
              <a:custGeom>
                <a:avLst/>
                <a:gdLst>
                  <a:gd name="T0" fmla="*/ 14 w 21"/>
                  <a:gd name="T1" fmla="*/ 3 h 38"/>
                  <a:gd name="T2" fmla="*/ 11 w 21"/>
                  <a:gd name="T3" fmla="*/ 0 h 38"/>
                  <a:gd name="T4" fmla="*/ 8 w 21"/>
                  <a:gd name="T5" fmla="*/ 3 h 38"/>
                  <a:gd name="T6" fmla="*/ 11 w 21"/>
                  <a:gd name="T7" fmla="*/ 6 h 38"/>
                  <a:gd name="T8" fmla="*/ 14 w 21"/>
                  <a:gd name="T9" fmla="*/ 3 h 38"/>
                  <a:gd name="T10" fmla="*/ 4 w 21"/>
                  <a:gd name="T11" fmla="*/ 11 h 38"/>
                  <a:gd name="T12" fmla="*/ 5 w 21"/>
                  <a:gd name="T13" fmla="*/ 10 h 38"/>
                  <a:gd name="T14" fmla="*/ 4 w 21"/>
                  <a:gd name="T15" fmla="*/ 17 h 38"/>
                  <a:gd name="T16" fmla="*/ 4 w 21"/>
                  <a:gd name="T17" fmla="*/ 19 h 38"/>
                  <a:gd name="T18" fmla="*/ 0 w 21"/>
                  <a:gd name="T19" fmla="*/ 35 h 38"/>
                  <a:gd name="T20" fmla="*/ 2 w 21"/>
                  <a:gd name="T21" fmla="*/ 38 h 38"/>
                  <a:gd name="T22" fmla="*/ 4 w 21"/>
                  <a:gd name="T23" fmla="*/ 36 h 38"/>
                  <a:gd name="T24" fmla="*/ 7 w 21"/>
                  <a:gd name="T25" fmla="*/ 24 h 38"/>
                  <a:gd name="T26" fmla="*/ 10 w 21"/>
                  <a:gd name="T27" fmla="*/ 28 h 38"/>
                  <a:gd name="T28" fmla="*/ 11 w 21"/>
                  <a:gd name="T29" fmla="*/ 36 h 38"/>
                  <a:gd name="T30" fmla="*/ 13 w 21"/>
                  <a:gd name="T31" fmla="*/ 38 h 38"/>
                  <a:gd name="T32" fmla="*/ 15 w 21"/>
                  <a:gd name="T33" fmla="*/ 36 h 38"/>
                  <a:gd name="T34" fmla="*/ 14 w 21"/>
                  <a:gd name="T35" fmla="*/ 28 h 38"/>
                  <a:gd name="T36" fmla="*/ 14 w 21"/>
                  <a:gd name="T37" fmla="*/ 27 h 38"/>
                  <a:gd name="T38" fmla="*/ 14 w 21"/>
                  <a:gd name="T39" fmla="*/ 27 h 38"/>
                  <a:gd name="T40" fmla="*/ 14 w 21"/>
                  <a:gd name="T41" fmla="*/ 27 h 38"/>
                  <a:gd name="T42" fmla="*/ 11 w 21"/>
                  <a:gd name="T43" fmla="*/ 20 h 38"/>
                  <a:gd name="T44" fmla="*/ 11 w 21"/>
                  <a:gd name="T45" fmla="*/ 18 h 38"/>
                  <a:gd name="T46" fmla="*/ 12 w 21"/>
                  <a:gd name="T47" fmla="*/ 14 h 38"/>
                  <a:gd name="T48" fmla="*/ 13 w 21"/>
                  <a:gd name="T49" fmla="*/ 15 h 38"/>
                  <a:gd name="T50" fmla="*/ 13 w 21"/>
                  <a:gd name="T51" fmla="*/ 15 h 38"/>
                  <a:gd name="T52" fmla="*/ 14 w 21"/>
                  <a:gd name="T53" fmla="*/ 16 h 38"/>
                  <a:gd name="T54" fmla="*/ 18 w 21"/>
                  <a:gd name="T55" fmla="*/ 20 h 38"/>
                  <a:gd name="T56" fmla="*/ 21 w 21"/>
                  <a:gd name="T57" fmla="*/ 20 h 38"/>
                  <a:gd name="T58" fmla="*/ 20 w 21"/>
                  <a:gd name="T59" fmla="*/ 17 h 38"/>
                  <a:gd name="T60" fmla="*/ 16 w 21"/>
                  <a:gd name="T61" fmla="*/ 13 h 38"/>
                  <a:gd name="T62" fmla="*/ 15 w 21"/>
                  <a:gd name="T63" fmla="*/ 13 h 38"/>
                  <a:gd name="T64" fmla="*/ 12 w 21"/>
                  <a:gd name="T65" fmla="*/ 8 h 38"/>
                  <a:gd name="T66" fmla="*/ 12 w 21"/>
                  <a:gd name="T67" fmla="*/ 7 h 38"/>
                  <a:gd name="T68" fmla="*/ 12 w 21"/>
                  <a:gd name="T69" fmla="*/ 7 h 38"/>
                  <a:gd name="T70" fmla="*/ 12 w 21"/>
                  <a:gd name="T71" fmla="*/ 7 h 38"/>
                  <a:gd name="T72" fmla="*/ 10 w 21"/>
                  <a:gd name="T73" fmla="*/ 6 h 38"/>
                  <a:gd name="T74" fmla="*/ 7 w 21"/>
                  <a:gd name="T75" fmla="*/ 7 h 38"/>
                  <a:gd name="T76" fmla="*/ 3 w 21"/>
                  <a:gd name="T77" fmla="*/ 8 h 38"/>
                  <a:gd name="T78" fmla="*/ 1 w 21"/>
                  <a:gd name="T79" fmla="*/ 9 h 38"/>
                  <a:gd name="T80" fmla="*/ 0 w 21"/>
                  <a:gd name="T81" fmla="*/ 15 h 38"/>
                  <a:gd name="T82" fmla="*/ 1 w 21"/>
                  <a:gd name="T83" fmla="*/ 17 h 38"/>
                  <a:gd name="T84" fmla="*/ 3 w 21"/>
                  <a:gd name="T85" fmla="*/ 16 h 38"/>
                  <a:gd name="T86" fmla="*/ 4 w 21"/>
                  <a:gd name="T87" fmla="*/ 1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" h="38">
                    <a:moveTo>
                      <a:pt x="14" y="3"/>
                    </a:moveTo>
                    <a:cubicBezTo>
                      <a:pt x="14" y="1"/>
                      <a:pt x="13" y="0"/>
                      <a:pt x="11" y="0"/>
                    </a:cubicBezTo>
                    <a:cubicBezTo>
                      <a:pt x="9" y="0"/>
                      <a:pt x="8" y="1"/>
                      <a:pt x="8" y="3"/>
                    </a:cubicBezTo>
                    <a:cubicBezTo>
                      <a:pt x="8" y="4"/>
                      <a:pt x="9" y="6"/>
                      <a:pt x="11" y="6"/>
                    </a:cubicBezTo>
                    <a:cubicBezTo>
                      <a:pt x="12" y="6"/>
                      <a:pt x="14" y="4"/>
                      <a:pt x="14" y="3"/>
                    </a:cubicBezTo>
                    <a:close/>
                    <a:moveTo>
                      <a:pt x="4" y="11"/>
                    </a:moveTo>
                    <a:cubicBezTo>
                      <a:pt x="5" y="10"/>
                      <a:pt x="5" y="10"/>
                      <a:pt x="5" y="10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8"/>
                      <a:pt x="4" y="18"/>
                      <a:pt x="4" y="1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7"/>
                      <a:pt x="1" y="38"/>
                      <a:pt x="2" y="38"/>
                    </a:cubicBezTo>
                    <a:cubicBezTo>
                      <a:pt x="3" y="38"/>
                      <a:pt x="4" y="37"/>
                      <a:pt x="4" y="36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7"/>
                      <a:pt x="12" y="38"/>
                      <a:pt x="13" y="38"/>
                    </a:cubicBezTo>
                    <a:cubicBezTo>
                      <a:pt x="14" y="38"/>
                      <a:pt x="15" y="37"/>
                      <a:pt x="15" y="36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4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19"/>
                      <a:pt x="11" y="19"/>
                      <a:pt x="11" y="18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5"/>
                      <a:pt x="13" y="15"/>
                      <a:pt x="14" y="1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9" y="20"/>
                      <a:pt x="20" y="20"/>
                      <a:pt x="21" y="20"/>
                    </a:cubicBezTo>
                    <a:cubicBezTo>
                      <a:pt x="21" y="19"/>
                      <a:pt x="21" y="18"/>
                      <a:pt x="20" y="17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5" y="13"/>
                      <a:pt x="15" y="13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1" y="6"/>
                      <a:pt x="10" y="6"/>
                    </a:cubicBezTo>
                    <a:cubicBezTo>
                      <a:pt x="9" y="6"/>
                      <a:pt x="7" y="6"/>
                      <a:pt x="7" y="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1" y="8"/>
                      <a:pt x="1" y="9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7"/>
                      <a:pt x="3" y="16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2" name="Freeform 154"/>
              <p:cNvSpPr>
                <a:spLocks noEditPoints="1"/>
              </p:cNvSpPr>
              <p:nvPr/>
            </p:nvSpPr>
            <p:spPr bwMode="auto">
              <a:xfrm>
                <a:off x="4037" y="2398"/>
                <a:ext cx="64" cy="119"/>
              </a:xfrm>
              <a:custGeom>
                <a:avLst/>
                <a:gdLst>
                  <a:gd name="T0" fmla="*/ 15 w 27"/>
                  <a:gd name="T1" fmla="*/ 4 h 50"/>
                  <a:gd name="T2" fmla="*/ 11 w 27"/>
                  <a:gd name="T3" fmla="*/ 0 h 50"/>
                  <a:gd name="T4" fmla="*/ 8 w 27"/>
                  <a:gd name="T5" fmla="*/ 5 h 50"/>
                  <a:gd name="T6" fmla="*/ 12 w 27"/>
                  <a:gd name="T7" fmla="*/ 8 h 50"/>
                  <a:gd name="T8" fmla="*/ 15 w 27"/>
                  <a:gd name="T9" fmla="*/ 4 h 50"/>
                  <a:gd name="T10" fmla="*/ 4 w 27"/>
                  <a:gd name="T11" fmla="*/ 16 h 50"/>
                  <a:gd name="T12" fmla="*/ 5 w 27"/>
                  <a:gd name="T13" fmla="*/ 15 h 50"/>
                  <a:gd name="T14" fmla="*/ 5 w 27"/>
                  <a:gd name="T15" fmla="*/ 23 h 50"/>
                  <a:gd name="T16" fmla="*/ 6 w 27"/>
                  <a:gd name="T17" fmla="*/ 26 h 50"/>
                  <a:gd name="T18" fmla="*/ 3 w 27"/>
                  <a:gd name="T19" fmla="*/ 48 h 50"/>
                  <a:gd name="T20" fmla="*/ 6 w 27"/>
                  <a:gd name="T21" fmla="*/ 50 h 50"/>
                  <a:gd name="T22" fmla="*/ 8 w 27"/>
                  <a:gd name="T23" fmla="*/ 48 h 50"/>
                  <a:gd name="T24" fmla="*/ 11 w 27"/>
                  <a:gd name="T25" fmla="*/ 32 h 50"/>
                  <a:gd name="T26" fmla="*/ 15 w 27"/>
                  <a:gd name="T27" fmla="*/ 37 h 50"/>
                  <a:gd name="T28" fmla="*/ 18 w 27"/>
                  <a:gd name="T29" fmla="*/ 47 h 50"/>
                  <a:gd name="T30" fmla="*/ 21 w 27"/>
                  <a:gd name="T31" fmla="*/ 49 h 50"/>
                  <a:gd name="T32" fmla="*/ 23 w 27"/>
                  <a:gd name="T33" fmla="*/ 46 h 50"/>
                  <a:gd name="T34" fmla="*/ 20 w 27"/>
                  <a:gd name="T35" fmla="*/ 36 h 50"/>
                  <a:gd name="T36" fmla="*/ 19 w 27"/>
                  <a:gd name="T37" fmla="*/ 34 h 50"/>
                  <a:gd name="T38" fmla="*/ 19 w 27"/>
                  <a:gd name="T39" fmla="*/ 34 h 50"/>
                  <a:gd name="T40" fmla="*/ 19 w 27"/>
                  <a:gd name="T41" fmla="*/ 34 h 50"/>
                  <a:gd name="T42" fmla="*/ 14 w 27"/>
                  <a:gd name="T43" fmla="*/ 26 h 50"/>
                  <a:gd name="T44" fmla="*/ 15 w 27"/>
                  <a:gd name="T45" fmla="*/ 24 h 50"/>
                  <a:gd name="T46" fmla="*/ 15 w 27"/>
                  <a:gd name="T47" fmla="*/ 18 h 50"/>
                  <a:gd name="T48" fmla="*/ 16 w 27"/>
                  <a:gd name="T49" fmla="*/ 19 h 50"/>
                  <a:gd name="T50" fmla="*/ 17 w 27"/>
                  <a:gd name="T51" fmla="*/ 20 h 50"/>
                  <a:gd name="T52" fmla="*/ 17 w 27"/>
                  <a:gd name="T53" fmla="*/ 20 h 50"/>
                  <a:gd name="T54" fmla="*/ 24 w 27"/>
                  <a:gd name="T55" fmla="*/ 25 h 50"/>
                  <a:gd name="T56" fmla="*/ 27 w 27"/>
                  <a:gd name="T57" fmla="*/ 24 h 50"/>
                  <a:gd name="T58" fmla="*/ 26 w 27"/>
                  <a:gd name="T59" fmla="*/ 21 h 50"/>
                  <a:gd name="T60" fmla="*/ 19 w 27"/>
                  <a:gd name="T61" fmla="*/ 17 h 50"/>
                  <a:gd name="T62" fmla="*/ 19 w 27"/>
                  <a:gd name="T63" fmla="*/ 17 h 50"/>
                  <a:gd name="T64" fmla="*/ 14 w 27"/>
                  <a:gd name="T65" fmla="*/ 10 h 50"/>
                  <a:gd name="T66" fmla="*/ 14 w 27"/>
                  <a:gd name="T67" fmla="*/ 10 h 50"/>
                  <a:gd name="T68" fmla="*/ 14 w 27"/>
                  <a:gd name="T69" fmla="*/ 10 h 50"/>
                  <a:gd name="T70" fmla="*/ 14 w 27"/>
                  <a:gd name="T71" fmla="*/ 10 h 50"/>
                  <a:gd name="T72" fmla="*/ 11 w 27"/>
                  <a:gd name="T73" fmla="*/ 9 h 50"/>
                  <a:gd name="T74" fmla="*/ 7 w 27"/>
                  <a:gd name="T75" fmla="*/ 10 h 50"/>
                  <a:gd name="T76" fmla="*/ 2 w 27"/>
                  <a:gd name="T77" fmla="*/ 12 h 50"/>
                  <a:gd name="T78" fmla="*/ 1 w 27"/>
                  <a:gd name="T79" fmla="*/ 14 h 50"/>
                  <a:gd name="T80" fmla="*/ 0 w 27"/>
                  <a:gd name="T81" fmla="*/ 22 h 50"/>
                  <a:gd name="T82" fmla="*/ 1 w 27"/>
                  <a:gd name="T83" fmla="*/ 24 h 50"/>
                  <a:gd name="T84" fmla="*/ 4 w 27"/>
                  <a:gd name="T85" fmla="*/ 23 h 50"/>
                  <a:gd name="T86" fmla="*/ 4 w 27"/>
                  <a:gd name="T87" fmla="*/ 1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7" h="50">
                    <a:moveTo>
                      <a:pt x="15" y="4"/>
                    </a:moveTo>
                    <a:cubicBezTo>
                      <a:pt x="15" y="2"/>
                      <a:pt x="13" y="0"/>
                      <a:pt x="11" y="0"/>
                    </a:cubicBezTo>
                    <a:cubicBezTo>
                      <a:pt x="9" y="1"/>
                      <a:pt x="7" y="2"/>
                      <a:pt x="8" y="5"/>
                    </a:cubicBezTo>
                    <a:cubicBezTo>
                      <a:pt x="8" y="7"/>
                      <a:pt x="10" y="8"/>
                      <a:pt x="12" y="8"/>
                    </a:cubicBezTo>
                    <a:cubicBezTo>
                      <a:pt x="14" y="8"/>
                      <a:pt x="16" y="6"/>
                      <a:pt x="15" y="4"/>
                    </a:cubicBezTo>
                    <a:close/>
                    <a:moveTo>
                      <a:pt x="4" y="16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5" y="24"/>
                      <a:pt x="5" y="25"/>
                      <a:pt x="6" y="2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4" y="50"/>
                      <a:pt x="6" y="50"/>
                    </a:cubicBezTo>
                    <a:cubicBezTo>
                      <a:pt x="7" y="50"/>
                      <a:pt x="8" y="49"/>
                      <a:pt x="8" y="48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8"/>
                      <a:pt x="19" y="49"/>
                      <a:pt x="21" y="49"/>
                    </a:cubicBezTo>
                    <a:cubicBezTo>
                      <a:pt x="22" y="49"/>
                      <a:pt x="23" y="48"/>
                      <a:pt x="23" y="4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35"/>
                      <a:pt x="20" y="35"/>
                      <a:pt x="19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5" y="25"/>
                      <a:pt x="15" y="25"/>
                      <a:pt x="15" y="24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5"/>
                      <a:pt x="26" y="25"/>
                      <a:pt x="27" y="24"/>
                    </a:cubicBezTo>
                    <a:cubicBezTo>
                      <a:pt x="27" y="23"/>
                      <a:pt x="27" y="22"/>
                      <a:pt x="26" y="21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3" y="9"/>
                      <a:pt x="12" y="9"/>
                      <a:pt x="11" y="9"/>
                    </a:cubicBezTo>
                    <a:cubicBezTo>
                      <a:pt x="9" y="8"/>
                      <a:pt x="8" y="9"/>
                      <a:pt x="7" y="10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1" y="13"/>
                      <a:pt x="1" y="13"/>
                      <a:pt x="1" y="1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3"/>
                      <a:pt x="0" y="24"/>
                      <a:pt x="1" y="24"/>
                    </a:cubicBezTo>
                    <a:cubicBezTo>
                      <a:pt x="2" y="24"/>
                      <a:pt x="3" y="24"/>
                      <a:pt x="4" y="23"/>
                    </a:cubicBezTo>
                    <a:lnTo>
                      <a:pt x="4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3" name="Freeform 155"/>
              <p:cNvSpPr/>
              <p:nvPr/>
            </p:nvSpPr>
            <p:spPr bwMode="auto">
              <a:xfrm>
                <a:off x="3485" y="1926"/>
                <a:ext cx="47" cy="33"/>
              </a:xfrm>
              <a:custGeom>
                <a:avLst/>
                <a:gdLst>
                  <a:gd name="T0" fmla="*/ 12 w 20"/>
                  <a:gd name="T1" fmla="*/ 2 h 14"/>
                  <a:gd name="T2" fmla="*/ 19 w 20"/>
                  <a:gd name="T3" fmla="*/ 10 h 14"/>
                  <a:gd name="T4" fmla="*/ 17 w 20"/>
                  <a:gd name="T5" fmla="*/ 14 h 14"/>
                  <a:gd name="T6" fmla="*/ 3 w 20"/>
                  <a:gd name="T7" fmla="*/ 14 h 14"/>
                  <a:gd name="T8" fmla="*/ 1 w 20"/>
                  <a:gd name="T9" fmla="*/ 11 h 14"/>
                  <a:gd name="T10" fmla="*/ 8 w 20"/>
                  <a:gd name="T11" fmla="*/ 2 h 14"/>
                  <a:gd name="T12" fmla="*/ 12 w 20"/>
                  <a:gd name="T13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4">
                    <a:moveTo>
                      <a:pt x="12" y="2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0" y="12"/>
                      <a:pt x="19" y="14"/>
                      <a:pt x="17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1" y="14"/>
                      <a:pt x="0" y="13"/>
                      <a:pt x="1" y="11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9" y="0"/>
                      <a:pt x="11" y="0"/>
                      <a:pt x="1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4" name="Freeform 156"/>
              <p:cNvSpPr/>
              <p:nvPr/>
            </p:nvSpPr>
            <p:spPr bwMode="auto">
              <a:xfrm>
                <a:off x="3485" y="1976"/>
                <a:ext cx="47" cy="33"/>
              </a:xfrm>
              <a:custGeom>
                <a:avLst/>
                <a:gdLst>
                  <a:gd name="T0" fmla="*/ 8 w 20"/>
                  <a:gd name="T1" fmla="*/ 12 h 14"/>
                  <a:gd name="T2" fmla="*/ 1 w 20"/>
                  <a:gd name="T3" fmla="*/ 3 h 14"/>
                  <a:gd name="T4" fmla="*/ 3 w 20"/>
                  <a:gd name="T5" fmla="*/ 0 h 14"/>
                  <a:gd name="T6" fmla="*/ 17 w 20"/>
                  <a:gd name="T7" fmla="*/ 0 h 14"/>
                  <a:gd name="T8" fmla="*/ 19 w 20"/>
                  <a:gd name="T9" fmla="*/ 3 h 14"/>
                  <a:gd name="T10" fmla="*/ 12 w 20"/>
                  <a:gd name="T11" fmla="*/ 12 h 14"/>
                  <a:gd name="T12" fmla="*/ 8 w 20"/>
                  <a:gd name="T13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4">
                    <a:moveTo>
                      <a:pt x="8" y="12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20" y="1"/>
                      <a:pt x="19" y="3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1" y="14"/>
                      <a:pt x="9" y="14"/>
                      <a:pt x="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5" name="Freeform 157"/>
              <p:cNvSpPr/>
              <p:nvPr/>
            </p:nvSpPr>
            <p:spPr bwMode="auto">
              <a:xfrm>
                <a:off x="3904" y="1907"/>
                <a:ext cx="43" cy="62"/>
              </a:xfrm>
              <a:custGeom>
                <a:avLst/>
                <a:gdLst>
                  <a:gd name="T0" fmla="*/ 16 w 18"/>
                  <a:gd name="T1" fmla="*/ 0 h 26"/>
                  <a:gd name="T2" fmla="*/ 2 w 18"/>
                  <a:gd name="T3" fmla="*/ 0 h 26"/>
                  <a:gd name="T4" fmla="*/ 0 w 18"/>
                  <a:gd name="T5" fmla="*/ 2 h 26"/>
                  <a:gd name="T6" fmla="*/ 0 w 18"/>
                  <a:gd name="T7" fmla="*/ 6 h 26"/>
                  <a:gd name="T8" fmla="*/ 2 w 18"/>
                  <a:gd name="T9" fmla="*/ 9 h 26"/>
                  <a:gd name="T10" fmla="*/ 7 w 18"/>
                  <a:gd name="T11" fmla="*/ 9 h 26"/>
                  <a:gd name="T12" fmla="*/ 7 w 18"/>
                  <a:gd name="T13" fmla="*/ 24 h 26"/>
                  <a:gd name="T14" fmla="*/ 9 w 18"/>
                  <a:gd name="T15" fmla="*/ 26 h 26"/>
                  <a:gd name="T16" fmla="*/ 9 w 18"/>
                  <a:gd name="T17" fmla="*/ 26 h 26"/>
                  <a:gd name="T18" fmla="*/ 11 w 18"/>
                  <a:gd name="T19" fmla="*/ 24 h 26"/>
                  <a:gd name="T20" fmla="*/ 11 w 18"/>
                  <a:gd name="T21" fmla="*/ 9 h 26"/>
                  <a:gd name="T22" fmla="*/ 16 w 18"/>
                  <a:gd name="T23" fmla="*/ 9 h 26"/>
                  <a:gd name="T24" fmla="*/ 18 w 18"/>
                  <a:gd name="T25" fmla="*/ 6 h 26"/>
                  <a:gd name="T26" fmla="*/ 18 w 18"/>
                  <a:gd name="T27" fmla="*/ 2 h 26"/>
                  <a:gd name="T28" fmla="*/ 16 w 18"/>
                  <a:gd name="T2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6">
                    <a:moveTo>
                      <a:pt x="1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25"/>
                      <a:pt x="8" y="26"/>
                      <a:pt x="9" y="26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1" y="25"/>
                      <a:pt x="11" y="2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7" y="9"/>
                      <a:pt x="18" y="8"/>
                      <a:pt x="18" y="6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1"/>
                      <a:pt x="17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6" name="Freeform 158"/>
              <p:cNvSpPr/>
              <p:nvPr/>
            </p:nvSpPr>
            <p:spPr bwMode="auto">
              <a:xfrm>
                <a:off x="3530" y="1921"/>
                <a:ext cx="42" cy="62"/>
              </a:xfrm>
              <a:custGeom>
                <a:avLst/>
                <a:gdLst>
                  <a:gd name="T0" fmla="*/ 16 w 18"/>
                  <a:gd name="T1" fmla="*/ 0 h 26"/>
                  <a:gd name="T2" fmla="*/ 2 w 18"/>
                  <a:gd name="T3" fmla="*/ 0 h 26"/>
                  <a:gd name="T4" fmla="*/ 0 w 18"/>
                  <a:gd name="T5" fmla="*/ 2 h 26"/>
                  <a:gd name="T6" fmla="*/ 0 w 18"/>
                  <a:gd name="T7" fmla="*/ 6 h 26"/>
                  <a:gd name="T8" fmla="*/ 2 w 18"/>
                  <a:gd name="T9" fmla="*/ 9 h 26"/>
                  <a:gd name="T10" fmla="*/ 7 w 18"/>
                  <a:gd name="T11" fmla="*/ 9 h 26"/>
                  <a:gd name="T12" fmla="*/ 7 w 18"/>
                  <a:gd name="T13" fmla="*/ 24 h 26"/>
                  <a:gd name="T14" fmla="*/ 9 w 18"/>
                  <a:gd name="T15" fmla="*/ 26 h 26"/>
                  <a:gd name="T16" fmla="*/ 9 w 18"/>
                  <a:gd name="T17" fmla="*/ 26 h 26"/>
                  <a:gd name="T18" fmla="*/ 11 w 18"/>
                  <a:gd name="T19" fmla="*/ 24 h 26"/>
                  <a:gd name="T20" fmla="*/ 11 w 18"/>
                  <a:gd name="T21" fmla="*/ 9 h 26"/>
                  <a:gd name="T22" fmla="*/ 16 w 18"/>
                  <a:gd name="T23" fmla="*/ 9 h 26"/>
                  <a:gd name="T24" fmla="*/ 18 w 18"/>
                  <a:gd name="T25" fmla="*/ 6 h 26"/>
                  <a:gd name="T26" fmla="*/ 18 w 18"/>
                  <a:gd name="T27" fmla="*/ 2 h 26"/>
                  <a:gd name="T28" fmla="*/ 16 w 18"/>
                  <a:gd name="T2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6">
                    <a:moveTo>
                      <a:pt x="1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25"/>
                      <a:pt x="8" y="26"/>
                      <a:pt x="9" y="26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1" y="25"/>
                      <a:pt x="11" y="2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7" y="9"/>
                      <a:pt x="18" y="8"/>
                      <a:pt x="18" y="6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1"/>
                      <a:pt x="17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7" name="Freeform 159"/>
              <p:cNvSpPr/>
              <p:nvPr/>
            </p:nvSpPr>
            <p:spPr bwMode="auto">
              <a:xfrm>
                <a:off x="4150" y="2690"/>
                <a:ext cx="43" cy="62"/>
              </a:xfrm>
              <a:custGeom>
                <a:avLst/>
                <a:gdLst>
                  <a:gd name="T0" fmla="*/ 16 w 18"/>
                  <a:gd name="T1" fmla="*/ 0 h 26"/>
                  <a:gd name="T2" fmla="*/ 2 w 18"/>
                  <a:gd name="T3" fmla="*/ 0 h 26"/>
                  <a:gd name="T4" fmla="*/ 0 w 18"/>
                  <a:gd name="T5" fmla="*/ 2 h 26"/>
                  <a:gd name="T6" fmla="*/ 0 w 18"/>
                  <a:gd name="T7" fmla="*/ 7 h 26"/>
                  <a:gd name="T8" fmla="*/ 2 w 18"/>
                  <a:gd name="T9" fmla="*/ 9 h 26"/>
                  <a:gd name="T10" fmla="*/ 7 w 18"/>
                  <a:gd name="T11" fmla="*/ 9 h 26"/>
                  <a:gd name="T12" fmla="*/ 7 w 18"/>
                  <a:gd name="T13" fmla="*/ 24 h 26"/>
                  <a:gd name="T14" fmla="*/ 8 w 18"/>
                  <a:gd name="T15" fmla="*/ 26 h 26"/>
                  <a:gd name="T16" fmla="*/ 9 w 18"/>
                  <a:gd name="T17" fmla="*/ 26 h 26"/>
                  <a:gd name="T18" fmla="*/ 11 w 18"/>
                  <a:gd name="T19" fmla="*/ 24 h 26"/>
                  <a:gd name="T20" fmla="*/ 11 w 18"/>
                  <a:gd name="T21" fmla="*/ 9 h 26"/>
                  <a:gd name="T22" fmla="*/ 16 w 18"/>
                  <a:gd name="T23" fmla="*/ 9 h 26"/>
                  <a:gd name="T24" fmla="*/ 18 w 18"/>
                  <a:gd name="T25" fmla="*/ 7 h 26"/>
                  <a:gd name="T26" fmla="*/ 18 w 18"/>
                  <a:gd name="T27" fmla="*/ 3 h 26"/>
                  <a:gd name="T28" fmla="*/ 16 w 18"/>
                  <a:gd name="T2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6">
                    <a:moveTo>
                      <a:pt x="16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25"/>
                      <a:pt x="8" y="26"/>
                      <a:pt x="8" y="26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1" y="25"/>
                      <a:pt x="11" y="24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7" y="9"/>
                      <a:pt x="18" y="8"/>
                      <a:pt x="18" y="7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1"/>
                      <a:pt x="17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8" name="Freeform 160"/>
              <p:cNvSpPr>
                <a:spLocks noEditPoints="1"/>
              </p:cNvSpPr>
              <p:nvPr/>
            </p:nvSpPr>
            <p:spPr bwMode="auto">
              <a:xfrm>
                <a:off x="3769" y="1879"/>
                <a:ext cx="135" cy="130"/>
              </a:xfrm>
              <a:custGeom>
                <a:avLst/>
                <a:gdLst>
                  <a:gd name="T0" fmla="*/ 54 w 57"/>
                  <a:gd name="T1" fmla="*/ 22 h 55"/>
                  <a:gd name="T2" fmla="*/ 53 w 57"/>
                  <a:gd name="T3" fmla="*/ 21 h 55"/>
                  <a:gd name="T4" fmla="*/ 53 w 57"/>
                  <a:gd name="T5" fmla="*/ 4 h 55"/>
                  <a:gd name="T6" fmla="*/ 50 w 57"/>
                  <a:gd name="T7" fmla="*/ 1 h 55"/>
                  <a:gd name="T8" fmla="*/ 41 w 57"/>
                  <a:gd name="T9" fmla="*/ 1 h 55"/>
                  <a:gd name="T10" fmla="*/ 38 w 57"/>
                  <a:gd name="T11" fmla="*/ 4 h 55"/>
                  <a:gd name="T12" fmla="*/ 38 w 57"/>
                  <a:gd name="T13" fmla="*/ 7 h 55"/>
                  <a:gd name="T14" fmla="*/ 34 w 57"/>
                  <a:gd name="T15" fmla="*/ 3 h 55"/>
                  <a:gd name="T16" fmla="*/ 23 w 57"/>
                  <a:gd name="T17" fmla="*/ 3 h 55"/>
                  <a:gd name="T18" fmla="*/ 3 w 57"/>
                  <a:gd name="T19" fmla="*/ 22 h 55"/>
                  <a:gd name="T20" fmla="*/ 5 w 57"/>
                  <a:gd name="T21" fmla="*/ 27 h 55"/>
                  <a:gd name="T22" fmla="*/ 5 w 57"/>
                  <a:gd name="T23" fmla="*/ 52 h 55"/>
                  <a:gd name="T24" fmla="*/ 7 w 57"/>
                  <a:gd name="T25" fmla="*/ 55 h 55"/>
                  <a:gd name="T26" fmla="*/ 50 w 57"/>
                  <a:gd name="T27" fmla="*/ 55 h 55"/>
                  <a:gd name="T28" fmla="*/ 53 w 57"/>
                  <a:gd name="T29" fmla="*/ 52 h 55"/>
                  <a:gd name="T30" fmla="*/ 53 w 57"/>
                  <a:gd name="T31" fmla="*/ 27 h 55"/>
                  <a:gd name="T32" fmla="*/ 54 w 57"/>
                  <a:gd name="T33" fmla="*/ 22 h 55"/>
                  <a:gd name="T34" fmla="*/ 25 w 57"/>
                  <a:gd name="T35" fmla="*/ 50 h 55"/>
                  <a:gd name="T36" fmla="*/ 10 w 57"/>
                  <a:gd name="T37" fmla="*/ 50 h 55"/>
                  <a:gd name="T38" fmla="*/ 10 w 57"/>
                  <a:gd name="T39" fmla="*/ 34 h 55"/>
                  <a:gd name="T40" fmla="*/ 13 w 57"/>
                  <a:gd name="T41" fmla="*/ 31 h 55"/>
                  <a:gd name="T42" fmla="*/ 22 w 57"/>
                  <a:gd name="T43" fmla="*/ 31 h 55"/>
                  <a:gd name="T44" fmla="*/ 25 w 57"/>
                  <a:gd name="T45" fmla="*/ 34 h 55"/>
                  <a:gd name="T46" fmla="*/ 25 w 57"/>
                  <a:gd name="T47" fmla="*/ 50 h 55"/>
                  <a:gd name="T48" fmla="*/ 38 w 57"/>
                  <a:gd name="T49" fmla="*/ 45 h 55"/>
                  <a:gd name="T50" fmla="*/ 35 w 57"/>
                  <a:gd name="T51" fmla="*/ 45 h 55"/>
                  <a:gd name="T52" fmla="*/ 32 w 57"/>
                  <a:gd name="T53" fmla="*/ 42 h 55"/>
                  <a:gd name="T54" fmla="*/ 32 w 57"/>
                  <a:gd name="T55" fmla="*/ 40 h 55"/>
                  <a:gd name="T56" fmla="*/ 38 w 57"/>
                  <a:gd name="T57" fmla="*/ 40 h 55"/>
                  <a:gd name="T58" fmla="*/ 38 w 57"/>
                  <a:gd name="T59" fmla="*/ 45 h 55"/>
                  <a:gd name="T60" fmla="*/ 38 w 57"/>
                  <a:gd name="T61" fmla="*/ 37 h 55"/>
                  <a:gd name="T62" fmla="*/ 32 w 57"/>
                  <a:gd name="T63" fmla="*/ 37 h 55"/>
                  <a:gd name="T64" fmla="*/ 32 w 57"/>
                  <a:gd name="T65" fmla="*/ 34 h 55"/>
                  <a:gd name="T66" fmla="*/ 35 w 57"/>
                  <a:gd name="T67" fmla="*/ 31 h 55"/>
                  <a:gd name="T68" fmla="*/ 38 w 57"/>
                  <a:gd name="T69" fmla="*/ 31 h 55"/>
                  <a:gd name="T70" fmla="*/ 38 w 57"/>
                  <a:gd name="T71" fmla="*/ 37 h 55"/>
                  <a:gd name="T72" fmla="*/ 47 w 57"/>
                  <a:gd name="T73" fmla="*/ 42 h 55"/>
                  <a:gd name="T74" fmla="*/ 44 w 57"/>
                  <a:gd name="T75" fmla="*/ 45 h 55"/>
                  <a:gd name="T76" fmla="*/ 41 w 57"/>
                  <a:gd name="T77" fmla="*/ 45 h 55"/>
                  <a:gd name="T78" fmla="*/ 41 w 57"/>
                  <a:gd name="T79" fmla="*/ 40 h 55"/>
                  <a:gd name="T80" fmla="*/ 47 w 57"/>
                  <a:gd name="T81" fmla="*/ 40 h 55"/>
                  <a:gd name="T82" fmla="*/ 47 w 57"/>
                  <a:gd name="T83" fmla="*/ 42 h 55"/>
                  <a:gd name="T84" fmla="*/ 47 w 57"/>
                  <a:gd name="T85" fmla="*/ 37 h 55"/>
                  <a:gd name="T86" fmla="*/ 41 w 57"/>
                  <a:gd name="T87" fmla="*/ 37 h 55"/>
                  <a:gd name="T88" fmla="*/ 41 w 57"/>
                  <a:gd name="T89" fmla="*/ 31 h 55"/>
                  <a:gd name="T90" fmla="*/ 44 w 57"/>
                  <a:gd name="T91" fmla="*/ 31 h 55"/>
                  <a:gd name="T92" fmla="*/ 47 w 57"/>
                  <a:gd name="T93" fmla="*/ 34 h 55"/>
                  <a:gd name="T94" fmla="*/ 47 w 57"/>
                  <a:gd name="T95" fmla="*/ 3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7" h="55">
                    <a:moveTo>
                      <a:pt x="54" y="22"/>
                    </a:moveTo>
                    <a:cubicBezTo>
                      <a:pt x="53" y="21"/>
                      <a:pt x="53" y="21"/>
                      <a:pt x="53" y="21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2"/>
                      <a:pt x="51" y="1"/>
                      <a:pt x="50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39" y="1"/>
                      <a:pt x="38" y="2"/>
                      <a:pt x="38" y="4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1" y="0"/>
                      <a:pt x="26" y="0"/>
                      <a:pt x="23" y="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0" y="25"/>
                      <a:pt x="1" y="27"/>
                      <a:pt x="5" y="27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5" y="53"/>
                      <a:pt x="6" y="55"/>
                      <a:pt x="7" y="55"/>
                    </a:cubicBezTo>
                    <a:cubicBezTo>
                      <a:pt x="50" y="55"/>
                      <a:pt x="50" y="55"/>
                      <a:pt x="50" y="55"/>
                    </a:cubicBezTo>
                    <a:cubicBezTo>
                      <a:pt x="52" y="55"/>
                      <a:pt x="53" y="53"/>
                      <a:pt x="53" y="52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6" y="27"/>
                      <a:pt x="57" y="25"/>
                      <a:pt x="54" y="22"/>
                    </a:cubicBezTo>
                    <a:close/>
                    <a:moveTo>
                      <a:pt x="25" y="50"/>
                    </a:moveTo>
                    <a:cubicBezTo>
                      <a:pt x="10" y="50"/>
                      <a:pt x="10" y="50"/>
                      <a:pt x="10" y="50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2" y="31"/>
                      <a:pt x="13" y="31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3" y="31"/>
                      <a:pt x="25" y="33"/>
                      <a:pt x="25" y="34"/>
                    </a:cubicBezTo>
                    <a:lnTo>
                      <a:pt x="25" y="50"/>
                    </a:lnTo>
                    <a:close/>
                    <a:moveTo>
                      <a:pt x="38" y="45"/>
                    </a:moveTo>
                    <a:cubicBezTo>
                      <a:pt x="35" y="45"/>
                      <a:pt x="35" y="45"/>
                      <a:pt x="35" y="45"/>
                    </a:cubicBezTo>
                    <a:cubicBezTo>
                      <a:pt x="33" y="45"/>
                      <a:pt x="32" y="44"/>
                      <a:pt x="32" y="42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8" y="40"/>
                      <a:pt x="38" y="40"/>
                      <a:pt x="38" y="40"/>
                    </a:cubicBezTo>
                    <a:lnTo>
                      <a:pt x="38" y="45"/>
                    </a:lnTo>
                    <a:close/>
                    <a:moveTo>
                      <a:pt x="38" y="37"/>
                    </a:moveTo>
                    <a:cubicBezTo>
                      <a:pt x="32" y="37"/>
                      <a:pt x="32" y="37"/>
                      <a:pt x="32" y="3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3"/>
                      <a:pt x="33" y="31"/>
                      <a:pt x="35" y="31"/>
                    </a:cubicBezTo>
                    <a:cubicBezTo>
                      <a:pt x="38" y="31"/>
                      <a:pt x="38" y="31"/>
                      <a:pt x="38" y="31"/>
                    </a:cubicBezTo>
                    <a:lnTo>
                      <a:pt x="38" y="37"/>
                    </a:lnTo>
                    <a:close/>
                    <a:moveTo>
                      <a:pt x="47" y="42"/>
                    </a:moveTo>
                    <a:cubicBezTo>
                      <a:pt x="47" y="44"/>
                      <a:pt x="45" y="45"/>
                      <a:pt x="44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7" y="40"/>
                      <a:pt x="47" y="40"/>
                      <a:pt x="47" y="40"/>
                    </a:cubicBezTo>
                    <a:lnTo>
                      <a:pt x="47" y="42"/>
                    </a:lnTo>
                    <a:close/>
                    <a:moveTo>
                      <a:pt x="47" y="37"/>
                    </a:move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5" y="31"/>
                      <a:pt x="47" y="33"/>
                      <a:pt x="47" y="34"/>
                    </a:cubicBezTo>
                    <a:lnTo>
                      <a:pt x="47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19" name="Freeform 161"/>
              <p:cNvSpPr>
                <a:spLocks noEditPoints="1"/>
              </p:cNvSpPr>
              <p:nvPr/>
            </p:nvSpPr>
            <p:spPr bwMode="auto">
              <a:xfrm>
                <a:off x="3909" y="1808"/>
                <a:ext cx="16" cy="35"/>
              </a:xfrm>
              <a:custGeom>
                <a:avLst/>
                <a:gdLst>
                  <a:gd name="T0" fmla="*/ 0 w 7"/>
                  <a:gd name="T1" fmla="*/ 6 h 15"/>
                  <a:gd name="T2" fmla="*/ 1 w 7"/>
                  <a:gd name="T3" fmla="*/ 7 h 15"/>
                  <a:gd name="T4" fmla="*/ 2 w 7"/>
                  <a:gd name="T5" fmla="*/ 7 h 15"/>
                  <a:gd name="T6" fmla="*/ 2 w 7"/>
                  <a:gd name="T7" fmla="*/ 7 h 15"/>
                  <a:gd name="T8" fmla="*/ 2 w 7"/>
                  <a:gd name="T9" fmla="*/ 11 h 15"/>
                  <a:gd name="T10" fmla="*/ 1 w 7"/>
                  <a:gd name="T11" fmla="*/ 11 h 15"/>
                  <a:gd name="T12" fmla="*/ 0 w 7"/>
                  <a:gd name="T13" fmla="*/ 10 h 15"/>
                  <a:gd name="T14" fmla="*/ 0 w 7"/>
                  <a:gd name="T15" fmla="*/ 11 h 15"/>
                  <a:gd name="T16" fmla="*/ 0 w 7"/>
                  <a:gd name="T17" fmla="*/ 11 h 15"/>
                  <a:gd name="T18" fmla="*/ 0 w 7"/>
                  <a:gd name="T19" fmla="*/ 12 h 15"/>
                  <a:gd name="T20" fmla="*/ 0 w 7"/>
                  <a:gd name="T21" fmla="*/ 12 h 15"/>
                  <a:gd name="T22" fmla="*/ 1 w 7"/>
                  <a:gd name="T23" fmla="*/ 13 h 15"/>
                  <a:gd name="T24" fmla="*/ 2 w 7"/>
                  <a:gd name="T25" fmla="*/ 13 h 15"/>
                  <a:gd name="T26" fmla="*/ 2 w 7"/>
                  <a:gd name="T27" fmla="*/ 14 h 15"/>
                  <a:gd name="T28" fmla="*/ 3 w 7"/>
                  <a:gd name="T29" fmla="*/ 15 h 15"/>
                  <a:gd name="T30" fmla="*/ 3 w 7"/>
                  <a:gd name="T31" fmla="*/ 14 h 15"/>
                  <a:gd name="T32" fmla="*/ 3 w 7"/>
                  <a:gd name="T33" fmla="*/ 13 h 15"/>
                  <a:gd name="T34" fmla="*/ 4 w 7"/>
                  <a:gd name="T35" fmla="*/ 13 h 15"/>
                  <a:gd name="T36" fmla="*/ 4 w 7"/>
                  <a:gd name="T37" fmla="*/ 14 h 15"/>
                  <a:gd name="T38" fmla="*/ 5 w 7"/>
                  <a:gd name="T39" fmla="*/ 15 h 15"/>
                  <a:gd name="T40" fmla="*/ 5 w 7"/>
                  <a:gd name="T41" fmla="*/ 14 h 15"/>
                  <a:gd name="T42" fmla="*/ 5 w 7"/>
                  <a:gd name="T43" fmla="*/ 12 h 15"/>
                  <a:gd name="T44" fmla="*/ 6 w 7"/>
                  <a:gd name="T45" fmla="*/ 12 h 15"/>
                  <a:gd name="T46" fmla="*/ 7 w 7"/>
                  <a:gd name="T47" fmla="*/ 11 h 15"/>
                  <a:gd name="T48" fmla="*/ 7 w 7"/>
                  <a:gd name="T49" fmla="*/ 10 h 15"/>
                  <a:gd name="T50" fmla="*/ 6 w 7"/>
                  <a:gd name="T51" fmla="*/ 8 h 15"/>
                  <a:gd name="T52" fmla="*/ 5 w 7"/>
                  <a:gd name="T53" fmla="*/ 7 h 15"/>
                  <a:gd name="T54" fmla="*/ 5 w 7"/>
                  <a:gd name="T55" fmla="*/ 3 h 15"/>
                  <a:gd name="T56" fmla="*/ 5 w 7"/>
                  <a:gd name="T57" fmla="*/ 3 h 15"/>
                  <a:gd name="T58" fmla="*/ 6 w 7"/>
                  <a:gd name="T59" fmla="*/ 4 h 15"/>
                  <a:gd name="T60" fmla="*/ 6 w 7"/>
                  <a:gd name="T61" fmla="*/ 3 h 15"/>
                  <a:gd name="T62" fmla="*/ 7 w 7"/>
                  <a:gd name="T63" fmla="*/ 3 h 15"/>
                  <a:gd name="T64" fmla="*/ 7 w 7"/>
                  <a:gd name="T65" fmla="*/ 2 h 15"/>
                  <a:gd name="T66" fmla="*/ 7 w 7"/>
                  <a:gd name="T67" fmla="*/ 2 h 15"/>
                  <a:gd name="T68" fmla="*/ 6 w 7"/>
                  <a:gd name="T69" fmla="*/ 2 h 15"/>
                  <a:gd name="T70" fmla="*/ 6 w 7"/>
                  <a:gd name="T71" fmla="*/ 2 h 15"/>
                  <a:gd name="T72" fmla="*/ 5 w 7"/>
                  <a:gd name="T73" fmla="*/ 2 h 15"/>
                  <a:gd name="T74" fmla="*/ 5 w 7"/>
                  <a:gd name="T75" fmla="*/ 0 h 15"/>
                  <a:gd name="T76" fmla="*/ 5 w 7"/>
                  <a:gd name="T77" fmla="*/ 0 h 15"/>
                  <a:gd name="T78" fmla="*/ 4 w 7"/>
                  <a:gd name="T79" fmla="*/ 0 h 15"/>
                  <a:gd name="T80" fmla="*/ 4 w 7"/>
                  <a:gd name="T81" fmla="*/ 2 h 15"/>
                  <a:gd name="T82" fmla="*/ 4 w 7"/>
                  <a:gd name="T83" fmla="*/ 2 h 15"/>
                  <a:gd name="T84" fmla="*/ 3 w 7"/>
                  <a:gd name="T85" fmla="*/ 2 h 15"/>
                  <a:gd name="T86" fmla="*/ 3 w 7"/>
                  <a:gd name="T87" fmla="*/ 0 h 15"/>
                  <a:gd name="T88" fmla="*/ 3 w 7"/>
                  <a:gd name="T89" fmla="*/ 0 h 15"/>
                  <a:gd name="T90" fmla="*/ 2 w 7"/>
                  <a:gd name="T91" fmla="*/ 0 h 15"/>
                  <a:gd name="T92" fmla="*/ 2 w 7"/>
                  <a:gd name="T93" fmla="*/ 2 h 15"/>
                  <a:gd name="T94" fmla="*/ 1 w 7"/>
                  <a:gd name="T95" fmla="*/ 2 h 15"/>
                  <a:gd name="T96" fmla="*/ 0 w 7"/>
                  <a:gd name="T97" fmla="*/ 3 h 15"/>
                  <a:gd name="T98" fmla="*/ 0 w 7"/>
                  <a:gd name="T99" fmla="*/ 5 h 15"/>
                  <a:gd name="T100" fmla="*/ 0 w 7"/>
                  <a:gd name="T101" fmla="*/ 6 h 15"/>
                  <a:gd name="T102" fmla="*/ 4 w 7"/>
                  <a:gd name="T103" fmla="*/ 8 h 15"/>
                  <a:gd name="T104" fmla="*/ 4 w 7"/>
                  <a:gd name="T105" fmla="*/ 11 h 15"/>
                  <a:gd name="T106" fmla="*/ 3 w 7"/>
                  <a:gd name="T107" fmla="*/ 11 h 15"/>
                  <a:gd name="T108" fmla="*/ 3 w 7"/>
                  <a:gd name="T109" fmla="*/ 8 h 15"/>
                  <a:gd name="T110" fmla="*/ 4 w 7"/>
                  <a:gd name="T111" fmla="*/ 8 h 15"/>
                  <a:gd name="T112" fmla="*/ 4 w 7"/>
                  <a:gd name="T113" fmla="*/ 3 h 15"/>
                  <a:gd name="T114" fmla="*/ 4 w 7"/>
                  <a:gd name="T115" fmla="*/ 6 h 15"/>
                  <a:gd name="T116" fmla="*/ 3 w 7"/>
                  <a:gd name="T117" fmla="*/ 6 h 15"/>
                  <a:gd name="T118" fmla="*/ 3 w 7"/>
                  <a:gd name="T119" fmla="*/ 3 h 15"/>
                  <a:gd name="T120" fmla="*/ 4 w 7"/>
                  <a:gd name="T121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" h="15">
                    <a:moveTo>
                      <a:pt x="0" y="6"/>
                    </a:moveTo>
                    <a:cubicBezTo>
                      <a:pt x="0" y="6"/>
                      <a:pt x="1" y="6"/>
                      <a:pt x="1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1" y="11"/>
                    </a:cubicBezTo>
                    <a:cubicBezTo>
                      <a:pt x="1" y="11"/>
                      <a:pt x="0" y="11"/>
                      <a:pt x="0" y="10"/>
                    </a:cubicBezTo>
                    <a:cubicBezTo>
                      <a:pt x="0" y="10"/>
                      <a:pt x="0" y="10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1" y="13"/>
                    </a:cubicBezTo>
                    <a:cubicBezTo>
                      <a:pt x="1" y="13"/>
                      <a:pt x="2" y="13"/>
                      <a:pt x="2" y="13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5"/>
                      <a:pt x="2" y="15"/>
                      <a:pt x="3" y="15"/>
                    </a:cubicBezTo>
                    <a:cubicBezTo>
                      <a:pt x="3" y="15"/>
                      <a:pt x="3" y="15"/>
                      <a:pt x="3" y="14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4" y="13"/>
                      <a:pt x="4" y="13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5" y="15"/>
                    </a:cubicBezTo>
                    <a:cubicBezTo>
                      <a:pt x="5" y="15"/>
                      <a:pt x="5" y="15"/>
                      <a:pt x="5" y="1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6" y="12"/>
                      <a:pt x="7" y="12"/>
                      <a:pt x="7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6" y="8"/>
                    </a:cubicBezTo>
                    <a:cubicBezTo>
                      <a:pt x="6" y="7"/>
                      <a:pt x="6" y="7"/>
                      <a:pt x="5" y="7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3"/>
                    </a:cubicBezTo>
                    <a:cubicBezTo>
                      <a:pt x="6" y="3"/>
                      <a:pt x="7" y="3"/>
                      <a:pt x="7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lose/>
                    <a:moveTo>
                      <a:pt x="4" y="8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3" y="11"/>
                      <a:pt x="3" y="1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4" y="8"/>
                      <a:pt x="4" y="8"/>
                    </a:cubicBezTo>
                    <a:close/>
                    <a:moveTo>
                      <a:pt x="4" y="3"/>
                    </a:move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3" y="6"/>
                      <a:pt x="3" y="6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4" y="3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0" name="Freeform 162"/>
              <p:cNvSpPr>
                <a:spLocks noEditPoints="1"/>
              </p:cNvSpPr>
              <p:nvPr/>
            </p:nvSpPr>
            <p:spPr bwMode="auto">
              <a:xfrm>
                <a:off x="3880" y="1789"/>
                <a:ext cx="71" cy="106"/>
              </a:xfrm>
              <a:custGeom>
                <a:avLst/>
                <a:gdLst>
                  <a:gd name="T0" fmla="*/ 11 w 30"/>
                  <a:gd name="T1" fmla="*/ 30 h 45"/>
                  <a:gd name="T2" fmla="*/ 11 w 30"/>
                  <a:gd name="T3" fmla="*/ 43 h 45"/>
                  <a:gd name="T4" fmla="*/ 14 w 30"/>
                  <a:gd name="T5" fmla="*/ 45 h 45"/>
                  <a:gd name="T6" fmla="*/ 17 w 30"/>
                  <a:gd name="T7" fmla="*/ 45 h 45"/>
                  <a:gd name="T8" fmla="*/ 20 w 30"/>
                  <a:gd name="T9" fmla="*/ 43 h 45"/>
                  <a:gd name="T10" fmla="*/ 20 w 30"/>
                  <a:gd name="T11" fmla="*/ 30 h 45"/>
                  <a:gd name="T12" fmla="*/ 30 w 30"/>
                  <a:gd name="T13" fmla="*/ 15 h 45"/>
                  <a:gd name="T14" fmla="*/ 15 w 30"/>
                  <a:gd name="T15" fmla="*/ 0 h 45"/>
                  <a:gd name="T16" fmla="*/ 0 w 30"/>
                  <a:gd name="T17" fmla="*/ 15 h 45"/>
                  <a:gd name="T18" fmla="*/ 11 w 30"/>
                  <a:gd name="T19" fmla="*/ 30 h 45"/>
                  <a:gd name="T20" fmla="*/ 15 w 30"/>
                  <a:gd name="T21" fmla="*/ 5 h 45"/>
                  <a:gd name="T22" fmla="*/ 26 w 30"/>
                  <a:gd name="T23" fmla="*/ 15 h 45"/>
                  <a:gd name="T24" fmla="*/ 16 w 30"/>
                  <a:gd name="T25" fmla="*/ 26 h 45"/>
                  <a:gd name="T26" fmla="*/ 5 w 30"/>
                  <a:gd name="T27" fmla="*/ 15 h 45"/>
                  <a:gd name="T28" fmla="*/ 15 w 30"/>
                  <a:gd name="T29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0" h="45">
                    <a:moveTo>
                      <a:pt x="11" y="30"/>
                    </a:move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3" y="45"/>
                      <a:pt x="14" y="45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9" y="45"/>
                      <a:pt x="20" y="44"/>
                      <a:pt x="20" y="43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26" y="28"/>
                      <a:pt x="30" y="22"/>
                      <a:pt x="30" y="15"/>
                    </a:cubicBezTo>
                    <a:cubicBezTo>
                      <a:pt x="30" y="7"/>
                      <a:pt x="24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1" y="22"/>
                      <a:pt x="5" y="28"/>
                      <a:pt x="11" y="30"/>
                    </a:cubicBezTo>
                    <a:close/>
                    <a:moveTo>
                      <a:pt x="15" y="5"/>
                    </a:moveTo>
                    <a:cubicBezTo>
                      <a:pt x="21" y="5"/>
                      <a:pt x="26" y="9"/>
                      <a:pt x="26" y="15"/>
                    </a:cubicBezTo>
                    <a:cubicBezTo>
                      <a:pt x="26" y="21"/>
                      <a:pt x="21" y="26"/>
                      <a:pt x="16" y="26"/>
                    </a:cubicBezTo>
                    <a:cubicBezTo>
                      <a:pt x="10" y="26"/>
                      <a:pt x="5" y="21"/>
                      <a:pt x="5" y="15"/>
                    </a:cubicBezTo>
                    <a:cubicBezTo>
                      <a:pt x="5" y="10"/>
                      <a:pt x="9" y="5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1" name="Freeform 163"/>
              <p:cNvSpPr>
                <a:spLocks noEditPoints="1"/>
              </p:cNvSpPr>
              <p:nvPr/>
            </p:nvSpPr>
            <p:spPr bwMode="auto">
              <a:xfrm>
                <a:off x="3705" y="1912"/>
                <a:ext cx="62" cy="95"/>
              </a:xfrm>
              <a:custGeom>
                <a:avLst/>
                <a:gdLst>
                  <a:gd name="T0" fmla="*/ 20 w 26"/>
                  <a:gd name="T1" fmla="*/ 0 h 40"/>
                  <a:gd name="T2" fmla="*/ 6 w 26"/>
                  <a:gd name="T3" fmla="*/ 0 h 40"/>
                  <a:gd name="T4" fmla="*/ 0 w 26"/>
                  <a:gd name="T5" fmla="*/ 6 h 40"/>
                  <a:gd name="T6" fmla="*/ 0 w 26"/>
                  <a:gd name="T7" fmla="*/ 34 h 40"/>
                  <a:gd name="T8" fmla="*/ 6 w 26"/>
                  <a:gd name="T9" fmla="*/ 40 h 40"/>
                  <a:gd name="T10" fmla="*/ 20 w 26"/>
                  <a:gd name="T11" fmla="*/ 40 h 40"/>
                  <a:gd name="T12" fmla="*/ 26 w 26"/>
                  <a:gd name="T13" fmla="*/ 34 h 40"/>
                  <a:gd name="T14" fmla="*/ 26 w 26"/>
                  <a:gd name="T15" fmla="*/ 6 h 40"/>
                  <a:gd name="T16" fmla="*/ 20 w 26"/>
                  <a:gd name="T17" fmla="*/ 0 h 40"/>
                  <a:gd name="T18" fmla="*/ 23 w 26"/>
                  <a:gd name="T19" fmla="*/ 34 h 40"/>
                  <a:gd name="T20" fmla="*/ 20 w 26"/>
                  <a:gd name="T21" fmla="*/ 37 h 40"/>
                  <a:gd name="T22" fmla="*/ 6 w 26"/>
                  <a:gd name="T23" fmla="*/ 37 h 40"/>
                  <a:gd name="T24" fmla="*/ 2 w 26"/>
                  <a:gd name="T25" fmla="*/ 34 h 40"/>
                  <a:gd name="T26" fmla="*/ 2 w 26"/>
                  <a:gd name="T27" fmla="*/ 6 h 40"/>
                  <a:gd name="T28" fmla="*/ 6 w 26"/>
                  <a:gd name="T29" fmla="*/ 2 h 40"/>
                  <a:gd name="T30" fmla="*/ 20 w 26"/>
                  <a:gd name="T31" fmla="*/ 2 h 40"/>
                  <a:gd name="T32" fmla="*/ 23 w 26"/>
                  <a:gd name="T33" fmla="*/ 6 h 40"/>
                  <a:gd name="T34" fmla="*/ 23 w 26"/>
                  <a:gd name="T35" fmla="*/ 3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40">
                    <a:moveTo>
                      <a:pt x="2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7"/>
                      <a:pt x="3" y="40"/>
                      <a:pt x="6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3" y="40"/>
                      <a:pt x="26" y="37"/>
                      <a:pt x="26" y="3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2"/>
                      <a:pt x="23" y="0"/>
                      <a:pt x="20" y="0"/>
                    </a:cubicBezTo>
                    <a:close/>
                    <a:moveTo>
                      <a:pt x="23" y="34"/>
                    </a:moveTo>
                    <a:cubicBezTo>
                      <a:pt x="23" y="36"/>
                      <a:pt x="22" y="37"/>
                      <a:pt x="20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4" y="37"/>
                      <a:pt x="2" y="36"/>
                      <a:pt x="2" y="3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4"/>
                      <a:pt x="4" y="2"/>
                      <a:pt x="6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2" y="2"/>
                      <a:pt x="23" y="4"/>
                      <a:pt x="23" y="6"/>
                    </a:cubicBezTo>
                    <a:lnTo>
                      <a:pt x="23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2" name="Freeform 164"/>
              <p:cNvSpPr/>
              <p:nvPr/>
            </p:nvSpPr>
            <p:spPr bwMode="auto">
              <a:xfrm>
                <a:off x="3729" y="1983"/>
                <a:ext cx="12" cy="12"/>
              </a:xfrm>
              <a:custGeom>
                <a:avLst/>
                <a:gdLst>
                  <a:gd name="T0" fmla="*/ 4 w 5"/>
                  <a:gd name="T1" fmla="*/ 0 h 5"/>
                  <a:gd name="T2" fmla="*/ 1 w 5"/>
                  <a:gd name="T3" fmla="*/ 0 h 5"/>
                  <a:gd name="T4" fmla="*/ 0 w 5"/>
                  <a:gd name="T5" fmla="*/ 1 h 5"/>
                  <a:gd name="T6" fmla="*/ 0 w 5"/>
                  <a:gd name="T7" fmla="*/ 4 h 5"/>
                  <a:gd name="T8" fmla="*/ 1 w 5"/>
                  <a:gd name="T9" fmla="*/ 5 h 5"/>
                  <a:gd name="T10" fmla="*/ 4 w 5"/>
                  <a:gd name="T11" fmla="*/ 5 h 5"/>
                  <a:gd name="T12" fmla="*/ 5 w 5"/>
                  <a:gd name="T13" fmla="*/ 4 h 5"/>
                  <a:gd name="T14" fmla="*/ 5 w 5"/>
                  <a:gd name="T15" fmla="*/ 1 h 5"/>
                  <a:gd name="T16" fmla="*/ 4 w 5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5">
                    <a:moveTo>
                      <a:pt x="4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1" y="5"/>
                      <a:pt x="1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5"/>
                      <a:pt x="5" y="5"/>
                      <a:pt x="5" y="4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3" name="Freeform 165"/>
              <p:cNvSpPr/>
              <p:nvPr/>
            </p:nvSpPr>
            <p:spPr bwMode="auto">
              <a:xfrm>
                <a:off x="3714" y="1924"/>
                <a:ext cx="41" cy="57"/>
              </a:xfrm>
              <a:custGeom>
                <a:avLst/>
                <a:gdLst>
                  <a:gd name="T0" fmla="*/ 16 w 17"/>
                  <a:gd name="T1" fmla="*/ 0 h 24"/>
                  <a:gd name="T2" fmla="*/ 1 w 17"/>
                  <a:gd name="T3" fmla="*/ 0 h 24"/>
                  <a:gd name="T4" fmla="*/ 0 w 17"/>
                  <a:gd name="T5" fmla="*/ 1 h 24"/>
                  <a:gd name="T6" fmla="*/ 0 w 17"/>
                  <a:gd name="T7" fmla="*/ 23 h 24"/>
                  <a:gd name="T8" fmla="*/ 1 w 17"/>
                  <a:gd name="T9" fmla="*/ 24 h 24"/>
                  <a:gd name="T10" fmla="*/ 16 w 17"/>
                  <a:gd name="T11" fmla="*/ 24 h 24"/>
                  <a:gd name="T12" fmla="*/ 17 w 17"/>
                  <a:gd name="T13" fmla="*/ 23 h 24"/>
                  <a:gd name="T14" fmla="*/ 17 w 17"/>
                  <a:gd name="T15" fmla="*/ 1 h 24"/>
                  <a:gd name="T16" fmla="*/ 16 w 17"/>
                  <a:gd name="T1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24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1" y="24"/>
                      <a:pt x="1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0"/>
                      <a:pt x="17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4" name="Freeform 166"/>
              <p:cNvSpPr>
                <a:spLocks noEditPoints="1"/>
              </p:cNvSpPr>
              <p:nvPr/>
            </p:nvSpPr>
            <p:spPr bwMode="auto">
              <a:xfrm>
                <a:off x="3658" y="1648"/>
                <a:ext cx="101" cy="131"/>
              </a:xfrm>
              <a:custGeom>
                <a:avLst/>
                <a:gdLst>
                  <a:gd name="T0" fmla="*/ 31 w 43"/>
                  <a:gd name="T1" fmla="*/ 0 h 55"/>
                  <a:gd name="T2" fmla="*/ 0 w 43"/>
                  <a:gd name="T3" fmla="*/ 12 h 55"/>
                  <a:gd name="T4" fmla="*/ 12 w 43"/>
                  <a:gd name="T5" fmla="*/ 55 h 55"/>
                  <a:gd name="T6" fmla="*/ 43 w 43"/>
                  <a:gd name="T7" fmla="*/ 43 h 55"/>
                  <a:gd name="T8" fmla="*/ 4 w 43"/>
                  <a:gd name="T9" fmla="*/ 12 h 55"/>
                  <a:gd name="T10" fmla="*/ 31 w 43"/>
                  <a:gd name="T11" fmla="*/ 4 h 55"/>
                  <a:gd name="T12" fmla="*/ 38 w 43"/>
                  <a:gd name="T13" fmla="*/ 14 h 55"/>
                  <a:gd name="T14" fmla="*/ 11 w 43"/>
                  <a:gd name="T15" fmla="*/ 21 h 55"/>
                  <a:gd name="T16" fmla="*/ 4 w 43"/>
                  <a:gd name="T17" fmla="*/ 12 h 55"/>
                  <a:gd name="T18" fmla="*/ 5 w 43"/>
                  <a:gd name="T19" fmla="*/ 25 h 55"/>
                  <a:gd name="T20" fmla="*/ 11 w 43"/>
                  <a:gd name="T21" fmla="*/ 26 h 55"/>
                  <a:gd name="T22" fmla="*/ 10 w 43"/>
                  <a:gd name="T23" fmla="*/ 30 h 55"/>
                  <a:gd name="T24" fmla="*/ 4 w 43"/>
                  <a:gd name="T25" fmla="*/ 29 h 55"/>
                  <a:gd name="T26" fmla="*/ 4 w 43"/>
                  <a:gd name="T27" fmla="*/ 35 h 55"/>
                  <a:gd name="T28" fmla="*/ 10 w 43"/>
                  <a:gd name="T29" fmla="*/ 34 h 55"/>
                  <a:gd name="T30" fmla="*/ 11 w 43"/>
                  <a:gd name="T31" fmla="*/ 38 h 55"/>
                  <a:gd name="T32" fmla="*/ 5 w 43"/>
                  <a:gd name="T33" fmla="*/ 39 h 55"/>
                  <a:gd name="T34" fmla="*/ 4 w 43"/>
                  <a:gd name="T35" fmla="*/ 35 h 55"/>
                  <a:gd name="T36" fmla="*/ 6 w 43"/>
                  <a:gd name="T37" fmla="*/ 48 h 55"/>
                  <a:gd name="T38" fmla="*/ 4 w 43"/>
                  <a:gd name="T39" fmla="*/ 44 h 55"/>
                  <a:gd name="T40" fmla="*/ 10 w 43"/>
                  <a:gd name="T41" fmla="*/ 42 h 55"/>
                  <a:gd name="T42" fmla="*/ 12 w 43"/>
                  <a:gd name="T43" fmla="*/ 47 h 55"/>
                  <a:gd name="T44" fmla="*/ 13 w 43"/>
                  <a:gd name="T45" fmla="*/ 26 h 55"/>
                  <a:gd name="T46" fmla="*/ 19 w 43"/>
                  <a:gd name="T47" fmla="*/ 24 h 55"/>
                  <a:gd name="T48" fmla="*/ 20 w 43"/>
                  <a:gd name="T49" fmla="*/ 29 h 55"/>
                  <a:gd name="T50" fmla="*/ 14 w 43"/>
                  <a:gd name="T51" fmla="*/ 30 h 55"/>
                  <a:gd name="T52" fmla="*/ 13 w 43"/>
                  <a:gd name="T53" fmla="*/ 26 h 55"/>
                  <a:gd name="T54" fmla="*/ 14 w 43"/>
                  <a:gd name="T55" fmla="*/ 33 h 55"/>
                  <a:gd name="T56" fmla="*/ 20 w 43"/>
                  <a:gd name="T57" fmla="*/ 34 h 55"/>
                  <a:gd name="T58" fmla="*/ 19 w 43"/>
                  <a:gd name="T59" fmla="*/ 39 h 55"/>
                  <a:gd name="T60" fmla="*/ 13 w 43"/>
                  <a:gd name="T61" fmla="*/ 38 h 55"/>
                  <a:gd name="T62" fmla="*/ 20 w 43"/>
                  <a:gd name="T63" fmla="*/ 48 h 55"/>
                  <a:gd name="T64" fmla="*/ 14 w 43"/>
                  <a:gd name="T65" fmla="*/ 47 h 55"/>
                  <a:gd name="T66" fmla="*/ 15 w 43"/>
                  <a:gd name="T67" fmla="*/ 42 h 55"/>
                  <a:gd name="T68" fmla="*/ 21 w 43"/>
                  <a:gd name="T69" fmla="*/ 43 h 55"/>
                  <a:gd name="T70" fmla="*/ 20 w 43"/>
                  <a:gd name="T71" fmla="*/ 48 h 55"/>
                  <a:gd name="T72" fmla="*/ 23 w 43"/>
                  <a:gd name="T73" fmla="*/ 24 h 55"/>
                  <a:gd name="T74" fmla="*/ 29 w 43"/>
                  <a:gd name="T75" fmla="*/ 25 h 55"/>
                  <a:gd name="T76" fmla="*/ 28 w 43"/>
                  <a:gd name="T77" fmla="*/ 30 h 55"/>
                  <a:gd name="T78" fmla="*/ 22 w 43"/>
                  <a:gd name="T79" fmla="*/ 29 h 55"/>
                  <a:gd name="T80" fmla="*/ 23 w 43"/>
                  <a:gd name="T81" fmla="*/ 34 h 55"/>
                  <a:gd name="T82" fmla="*/ 28 w 43"/>
                  <a:gd name="T83" fmla="*/ 33 h 55"/>
                  <a:gd name="T84" fmla="*/ 30 w 43"/>
                  <a:gd name="T85" fmla="*/ 37 h 55"/>
                  <a:gd name="T86" fmla="*/ 24 w 43"/>
                  <a:gd name="T87" fmla="*/ 39 h 55"/>
                  <a:gd name="T88" fmla="*/ 23 w 43"/>
                  <a:gd name="T89" fmla="*/ 34 h 55"/>
                  <a:gd name="T90" fmla="*/ 24 w 43"/>
                  <a:gd name="T91" fmla="*/ 48 h 55"/>
                  <a:gd name="T92" fmla="*/ 23 w 43"/>
                  <a:gd name="T93" fmla="*/ 43 h 55"/>
                  <a:gd name="T94" fmla="*/ 29 w 43"/>
                  <a:gd name="T95" fmla="*/ 42 h 55"/>
                  <a:gd name="T96" fmla="*/ 30 w 43"/>
                  <a:gd name="T97" fmla="*/ 46 h 55"/>
                  <a:gd name="T98" fmla="*/ 31 w 43"/>
                  <a:gd name="T99" fmla="*/ 25 h 55"/>
                  <a:gd name="T100" fmla="*/ 37 w 43"/>
                  <a:gd name="T101" fmla="*/ 24 h 55"/>
                  <a:gd name="T102" fmla="*/ 39 w 43"/>
                  <a:gd name="T103" fmla="*/ 28 h 55"/>
                  <a:gd name="T104" fmla="*/ 33 w 43"/>
                  <a:gd name="T105" fmla="*/ 30 h 55"/>
                  <a:gd name="T106" fmla="*/ 31 w 43"/>
                  <a:gd name="T107" fmla="*/ 25 h 55"/>
                  <a:gd name="T108" fmla="*/ 33 w 43"/>
                  <a:gd name="T109" fmla="*/ 33 h 55"/>
                  <a:gd name="T110" fmla="*/ 39 w 43"/>
                  <a:gd name="T111" fmla="*/ 34 h 55"/>
                  <a:gd name="T112" fmla="*/ 38 w 43"/>
                  <a:gd name="T113" fmla="*/ 38 h 55"/>
                  <a:gd name="T114" fmla="*/ 32 w 43"/>
                  <a:gd name="T115" fmla="*/ 37 h 55"/>
                  <a:gd name="T116" fmla="*/ 38 w 43"/>
                  <a:gd name="T117" fmla="*/ 47 h 55"/>
                  <a:gd name="T118" fmla="*/ 32 w 43"/>
                  <a:gd name="T119" fmla="*/ 46 h 55"/>
                  <a:gd name="T120" fmla="*/ 33 w 43"/>
                  <a:gd name="T121" fmla="*/ 42 h 55"/>
                  <a:gd name="T122" fmla="*/ 39 w 43"/>
                  <a:gd name="T123" fmla="*/ 43 h 55"/>
                  <a:gd name="T124" fmla="*/ 38 w 43"/>
                  <a:gd name="T125" fmla="*/ 4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3" h="55">
                    <a:moveTo>
                      <a:pt x="42" y="11"/>
                    </a:moveTo>
                    <a:cubicBezTo>
                      <a:pt x="42" y="5"/>
                      <a:pt x="37" y="0"/>
                      <a:pt x="31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4" y="1"/>
                      <a:pt x="0" y="6"/>
                      <a:pt x="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50"/>
                      <a:pt x="6" y="55"/>
                      <a:pt x="12" y="55"/>
                    </a:cubicBezTo>
                    <a:cubicBezTo>
                      <a:pt x="32" y="55"/>
                      <a:pt x="32" y="55"/>
                      <a:pt x="32" y="55"/>
                    </a:cubicBezTo>
                    <a:cubicBezTo>
                      <a:pt x="38" y="55"/>
                      <a:pt x="43" y="49"/>
                      <a:pt x="43" y="43"/>
                    </a:cubicBezTo>
                    <a:lnTo>
                      <a:pt x="42" y="11"/>
                    </a:lnTo>
                    <a:close/>
                    <a:moveTo>
                      <a:pt x="4" y="12"/>
                    </a:moveTo>
                    <a:cubicBezTo>
                      <a:pt x="4" y="8"/>
                      <a:pt x="7" y="5"/>
                      <a:pt x="11" y="5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5" y="4"/>
                      <a:pt x="38" y="7"/>
                      <a:pt x="38" y="11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8"/>
                      <a:pt x="35" y="21"/>
                      <a:pt x="32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7" y="21"/>
                      <a:pt x="4" y="18"/>
                      <a:pt x="4" y="15"/>
                    </a:cubicBezTo>
                    <a:lnTo>
                      <a:pt x="4" y="12"/>
                    </a:lnTo>
                    <a:close/>
                    <a:moveTo>
                      <a:pt x="4" y="26"/>
                    </a:moveTo>
                    <a:cubicBezTo>
                      <a:pt x="4" y="25"/>
                      <a:pt x="5" y="25"/>
                      <a:pt x="5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1" y="25"/>
                      <a:pt x="11" y="25"/>
                      <a:pt x="11" y="26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11" y="29"/>
                      <a:pt x="11" y="30"/>
                      <a:pt x="10" y="3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4" y="30"/>
                      <a:pt x="4" y="29"/>
                    </a:cubicBezTo>
                    <a:lnTo>
                      <a:pt x="4" y="26"/>
                    </a:lnTo>
                    <a:close/>
                    <a:moveTo>
                      <a:pt x="4" y="35"/>
                    </a:moveTo>
                    <a:cubicBezTo>
                      <a:pt x="4" y="34"/>
                      <a:pt x="5" y="34"/>
                      <a:pt x="5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1" y="34"/>
                      <a:pt x="11" y="34"/>
                      <a:pt x="11" y="35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1" y="38"/>
                      <a:pt x="11" y="39"/>
                      <a:pt x="10" y="39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39"/>
                      <a:pt x="4" y="39"/>
                      <a:pt x="4" y="38"/>
                    </a:cubicBezTo>
                    <a:lnTo>
                      <a:pt x="4" y="35"/>
                    </a:lnTo>
                    <a:close/>
                    <a:moveTo>
                      <a:pt x="11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5" y="48"/>
                      <a:pt x="5" y="47"/>
                      <a:pt x="5" y="47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4" y="43"/>
                      <a:pt x="5" y="43"/>
                      <a:pt x="6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1" y="42"/>
                      <a:pt x="12" y="43"/>
                      <a:pt x="12" y="43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1" y="48"/>
                      <a:pt x="11" y="48"/>
                    </a:cubicBezTo>
                    <a:close/>
                    <a:moveTo>
                      <a:pt x="13" y="26"/>
                    </a:moveTo>
                    <a:cubicBezTo>
                      <a:pt x="13" y="25"/>
                      <a:pt x="14" y="25"/>
                      <a:pt x="14" y="25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20" y="24"/>
                      <a:pt x="20" y="25"/>
                      <a:pt x="20" y="25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0" y="29"/>
                      <a:pt x="20" y="30"/>
                      <a:pt x="19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0"/>
                      <a:pt x="13" y="29"/>
                      <a:pt x="13" y="29"/>
                    </a:cubicBezTo>
                    <a:lnTo>
                      <a:pt x="13" y="26"/>
                    </a:lnTo>
                    <a:close/>
                    <a:moveTo>
                      <a:pt x="13" y="35"/>
                    </a:moveTo>
                    <a:cubicBezTo>
                      <a:pt x="13" y="34"/>
                      <a:pt x="14" y="33"/>
                      <a:pt x="14" y="33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4"/>
                      <a:pt x="20" y="34"/>
                    </a:cubicBezTo>
                    <a:cubicBezTo>
                      <a:pt x="21" y="38"/>
                      <a:pt x="21" y="38"/>
                      <a:pt x="21" y="38"/>
                    </a:cubicBezTo>
                    <a:cubicBezTo>
                      <a:pt x="21" y="38"/>
                      <a:pt x="20" y="39"/>
                      <a:pt x="19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4" y="39"/>
                      <a:pt x="13" y="38"/>
                      <a:pt x="13" y="38"/>
                    </a:cubicBezTo>
                    <a:lnTo>
                      <a:pt x="13" y="35"/>
                    </a:lnTo>
                    <a:close/>
                    <a:moveTo>
                      <a:pt x="20" y="48"/>
                    </a:moveTo>
                    <a:cubicBezTo>
                      <a:pt x="15" y="48"/>
                      <a:pt x="15" y="48"/>
                      <a:pt x="15" y="48"/>
                    </a:cubicBezTo>
                    <a:cubicBezTo>
                      <a:pt x="14" y="48"/>
                      <a:pt x="14" y="47"/>
                      <a:pt x="14" y="47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3"/>
                      <a:pt x="14" y="42"/>
                      <a:pt x="15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1" y="43"/>
                      <a:pt x="21" y="4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7"/>
                      <a:pt x="20" y="48"/>
                      <a:pt x="20" y="48"/>
                    </a:cubicBezTo>
                    <a:close/>
                    <a:moveTo>
                      <a:pt x="22" y="25"/>
                    </a:moveTo>
                    <a:cubicBezTo>
                      <a:pt x="22" y="25"/>
                      <a:pt x="23" y="24"/>
                      <a:pt x="23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9" y="24"/>
                      <a:pt x="29" y="25"/>
                      <a:pt x="29" y="25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9" y="29"/>
                      <a:pt x="29" y="30"/>
                      <a:pt x="28" y="30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30"/>
                      <a:pt x="22" y="29"/>
                      <a:pt x="22" y="29"/>
                    </a:cubicBezTo>
                    <a:lnTo>
                      <a:pt x="22" y="25"/>
                    </a:lnTo>
                    <a:close/>
                    <a:moveTo>
                      <a:pt x="23" y="34"/>
                    </a:moveTo>
                    <a:cubicBezTo>
                      <a:pt x="22" y="34"/>
                      <a:pt x="23" y="33"/>
                      <a:pt x="24" y="33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9" y="33"/>
                      <a:pt x="30" y="34"/>
                      <a:pt x="30" y="34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8"/>
                      <a:pt x="29" y="38"/>
                      <a:pt x="29" y="39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39"/>
                      <a:pt x="23" y="38"/>
                      <a:pt x="23" y="38"/>
                    </a:cubicBezTo>
                    <a:lnTo>
                      <a:pt x="23" y="34"/>
                    </a:lnTo>
                    <a:close/>
                    <a:moveTo>
                      <a:pt x="29" y="47"/>
                    </a:moveTo>
                    <a:cubicBezTo>
                      <a:pt x="24" y="48"/>
                      <a:pt x="24" y="48"/>
                      <a:pt x="24" y="48"/>
                    </a:cubicBezTo>
                    <a:cubicBezTo>
                      <a:pt x="23" y="48"/>
                      <a:pt x="23" y="47"/>
                      <a:pt x="23" y="46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3" y="43"/>
                      <a:pt x="23" y="42"/>
                      <a:pt x="24" y="42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9" y="42"/>
                      <a:pt x="30" y="42"/>
                      <a:pt x="30" y="43"/>
                    </a:cubicBezTo>
                    <a:cubicBezTo>
                      <a:pt x="30" y="46"/>
                      <a:pt x="30" y="46"/>
                      <a:pt x="30" y="46"/>
                    </a:cubicBezTo>
                    <a:cubicBezTo>
                      <a:pt x="30" y="47"/>
                      <a:pt x="29" y="47"/>
                      <a:pt x="29" y="47"/>
                    </a:cubicBezTo>
                    <a:close/>
                    <a:moveTo>
                      <a:pt x="31" y="25"/>
                    </a:moveTo>
                    <a:cubicBezTo>
                      <a:pt x="31" y="25"/>
                      <a:pt x="32" y="24"/>
                      <a:pt x="32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8" y="24"/>
                      <a:pt x="38" y="24"/>
                      <a:pt x="38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39" y="29"/>
                      <a:pt x="38" y="29"/>
                      <a:pt x="38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2" y="30"/>
                      <a:pt x="32" y="29"/>
                      <a:pt x="31" y="28"/>
                    </a:cubicBezTo>
                    <a:lnTo>
                      <a:pt x="31" y="25"/>
                    </a:lnTo>
                    <a:close/>
                    <a:moveTo>
                      <a:pt x="32" y="34"/>
                    </a:moveTo>
                    <a:cubicBezTo>
                      <a:pt x="32" y="34"/>
                      <a:pt x="32" y="33"/>
                      <a:pt x="33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9" y="33"/>
                      <a:pt x="39" y="34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9" y="38"/>
                      <a:pt x="38" y="38"/>
                      <a:pt x="38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2" y="38"/>
                      <a:pt x="32" y="38"/>
                      <a:pt x="32" y="37"/>
                    </a:cubicBezTo>
                    <a:lnTo>
                      <a:pt x="32" y="34"/>
                    </a:lnTo>
                    <a:close/>
                    <a:moveTo>
                      <a:pt x="38" y="47"/>
                    </a:move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7"/>
                      <a:pt x="32" y="47"/>
                      <a:pt x="32" y="4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2" y="42"/>
                      <a:pt x="32" y="42"/>
                      <a:pt x="33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2"/>
                      <a:pt x="39" y="42"/>
                      <a:pt x="39" y="43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39" y="47"/>
                      <a:pt x="38" y="47"/>
                      <a:pt x="38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5" name="Freeform 167"/>
              <p:cNvSpPr/>
              <p:nvPr/>
            </p:nvSpPr>
            <p:spPr bwMode="auto">
              <a:xfrm>
                <a:off x="3674" y="1665"/>
                <a:ext cx="31" cy="31"/>
              </a:xfrm>
              <a:custGeom>
                <a:avLst/>
                <a:gdLst>
                  <a:gd name="T0" fmla="*/ 11 w 13"/>
                  <a:gd name="T1" fmla="*/ 4 h 13"/>
                  <a:gd name="T2" fmla="*/ 8 w 13"/>
                  <a:gd name="T3" fmla="*/ 4 h 13"/>
                  <a:gd name="T4" fmla="*/ 8 w 13"/>
                  <a:gd name="T5" fmla="*/ 1 h 13"/>
                  <a:gd name="T6" fmla="*/ 6 w 13"/>
                  <a:gd name="T7" fmla="*/ 0 h 13"/>
                  <a:gd name="T8" fmla="*/ 4 w 13"/>
                  <a:gd name="T9" fmla="*/ 2 h 13"/>
                  <a:gd name="T10" fmla="*/ 4 w 13"/>
                  <a:gd name="T11" fmla="*/ 4 h 13"/>
                  <a:gd name="T12" fmla="*/ 1 w 13"/>
                  <a:gd name="T13" fmla="*/ 4 h 13"/>
                  <a:gd name="T14" fmla="*/ 0 w 13"/>
                  <a:gd name="T15" fmla="*/ 6 h 13"/>
                  <a:gd name="T16" fmla="*/ 1 w 13"/>
                  <a:gd name="T17" fmla="*/ 8 h 13"/>
                  <a:gd name="T18" fmla="*/ 4 w 13"/>
                  <a:gd name="T19" fmla="*/ 8 h 13"/>
                  <a:gd name="T20" fmla="*/ 4 w 13"/>
                  <a:gd name="T21" fmla="*/ 11 h 13"/>
                  <a:gd name="T22" fmla="*/ 6 w 13"/>
                  <a:gd name="T23" fmla="*/ 13 h 13"/>
                  <a:gd name="T24" fmla="*/ 8 w 13"/>
                  <a:gd name="T25" fmla="*/ 11 h 13"/>
                  <a:gd name="T26" fmla="*/ 8 w 13"/>
                  <a:gd name="T27" fmla="*/ 8 h 13"/>
                  <a:gd name="T28" fmla="*/ 11 w 13"/>
                  <a:gd name="T29" fmla="*/ 8 h 13"/>
                  <a:gd name="T30" fmla="*/ 13 w 13"/>
                  <a:gd name="T31" fmla="*/ 6 h 13"/>
                  <a:gd name="T32" fmla="*/ 11 w 13"/>
                  <a:gd name="T33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" h="13">
                    <a:moveTo>
                      <a:pt x="11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5"/>
                      <a:pt x="0" y="6"/>
                    </a:cubicBezTo>
                    <a:cubicBezTo>
                      <a:pt x="0" y="7"/>
                      <a:pt x="0" y="8"/>
                      <a:pt x="1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2"/>
                      <a:pt x="5" y="13"/>
                      <a:pt x="6" y="13"/>
                    </a:cubicBezTo>
                    <a:cubicBezTo>
                      <a:pt x="7" y="13"/>
                      <a:pt x="8" y="12"/>
                      <a:pt x="8" y="11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2" y="8"/>
                      <a:pt x="13" y="7"/>
                      <a:pt x="13" y="6"/>
                    </a:cubicBezTo>
                    <a:cubicBezTo>
                      <a:pt x="13" y="5"/>
                      <a:pt x="12" y="4"/>
                      <a:pt x="1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6" name="Freeform 168"/>
              <p:cNvSpPr/>
              <p:nvPr/>
            </p:nvSpPr>
            <p:spPr bwMode="auto">
              <a:xfrm>
                <a:off x="3710" y="1675"/>
                <a:ext cx="31" cy="9"/>
              </a:xfrm>
              <a:custGeom>
                <a:avLst/>
                <a:gdLst>
                  <a:gd name="T0" fmla="*/ 11 w 13"/>
                  <a:gd name="T1" fmla="*/ 0 h 4"/>
                  <a:gd name="T2" fmla="*/ 2 w 13"/>
                  <a:gd name="T3" fmla="*/ 0 h 4"/>
                  <a:gd name="T4" fmla="*/ 0 w 13"/>
                  <a:gd name="T5" fmla="*/ 2 h 4"/>
                  <a:gd name="T6" fmla="*/ 2 w 13"/>
                  <a:gd name="T7" fmla="*/ 4 h 4"/>
                  <a:gd name="T8" fmla="*/ 12 w 13"/>
                  <a:gd name="T9" fmla="*/ 4 h 4"/>
                  <a:gd name="T10" fmla="*/ 13 w 13"/>
                  <a:gd name="T11" fmla="*/ 2 h 4"/>
                  <a:gd name="T12" fmla="*/ 11 w 1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">
                    <a:moveTo>
                      <a:pt x="1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3" y="4"/>
                      <a:pt x="13" y="3"/>
                      <a:pt x="13" y="2"/>
                    </a:cubicBezTo>
                    <a:cubicBezTo>
                      <a:pt x="13" y="1"/>
                      <a:pt x="12" y="0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7" name="Freeform 169"/>
              <p:cNvSpPr>
                <a:spLocks noEditPoints="1"/>
              </p:cNvSpPr>
              <p:nvPr/>
            </p:nvSpPr>
            <p:spPr bwMode="auto">
              <a:xfrm>
                <a:off x="3883" y="2021"/>
                <a:ext cx="68" cy="107"/>
              </a:xfrm>
              <a:custGeom>
                <a:avLst/>
                <a:gdLst>
                  <a:gd name="T0" fmla="*/ 22 w 29"/>
                  <a:gd name="T1" fmla="*/ 0 h 45"/>
                  <a:gd name="T2" fmla="*/ 7 w 29"/>
                  <a:gd name="T3" fmla="*/ 0 h 45"/>
                  <a:gd name="T4" fmla="*/ 0 w 29"/>
                  <a:gd name="T5" fmla="*/ 7 h 45"/>
                  <a:gd name="T6" fmla="*/ 0 w 29"/>
                  <a:gd name="T7" fmla="*/ 38 h 45"/>
                  <a:gd name="T8" fmla="*/ 7 w 29"/>
                  <a:gd name="T9" fmla="*/ 45 h 45"/>
                  <a:gd name="T10" fmla="*/ 22 w 29"/>
                  <a:gd name="T11" fmla="*/ 45 h 45"/>
                  <a:gd name="T12" fmla="*/ 29 w 29"/>
                  <a:gd name="T13" fmla="*/ 38 h 45"/>
                  <a:gd name="T14" fmla="*/ 29 w 29"/>
                  <a:gd name="T15" fmla="*/ 7 h 45"/>
                  <a:gd name="T16" fmla="*/ 22 w 29"/>
                  <a:gd name="T17" fmla="*/ 0 h 45"/>
                  <a:gd name="T18" fmla="*/ 26 w 29"/>
                  <a:gd name="T19" fmla="*/ 38 h 45"/>
                  <a:gd name="T20" fmla="*/ 22 w 29"/>
                  <a:gd name="T21" fmla="*/ 42 h 45"/>
                  <a:gd name="T22" fmla="*/ 7 w 29"/>
                  <a:gd name="T23" fmla="*/ 42 h 45"/>
                  <a:gd name="T24" fmla="*/ 3 w 29"/>
                  <a:gd name="T25" fmla="*/ 38 h 45"/>
                  <a:gd name="T26" fmla="*/ 3 w 29"/>
                  <a:gd name="T27" fmla="*/ 7 h 45"/>
                  <a:gd name="T28" fmla="*/ 7 w 29"/>
                  <a:gd name="T29" fmla="*/ 3 h 45"/>
                  <a:gd name="T30" fmla="*/ 22 w 29"/>
                  <a:gd name="T31" fmla="*/ 3 h 45"/>
                  <a:gd name="T32" fmla="*/ 26 w 29"/>
                  <a:gd name="T33" fmla="*/ 7 h 45"/>
                  <a:gd name="T34" fmla="*/ 26 w 29"/>
                  <a:gd name="T35" fmla="*/ 3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9" h="45">
                    <a:moveTo>
                      <a:pt x="22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2"/>
                      <a:pt x="3" y="45"/>
                      <a:pt x="7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6" y="45"/>
                      <a:pt x="29" y="42"/>
                      <a:pt x="29" y="3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3"/>
                      <a:pt x="26" y="0"/>
                      <a:pt x="22" y="0"/>
                    </a:cubicBezTo>
                    <a:close/>
                    <a:moveTo>
                      <a:pt x="26" y="38"/>
                    </a:moveTo>
                    <a:cubicBezTo>
                      <a:pt x="26" y="41"/>
                      <a:pt x="24" y="42"/>
                      <a:pt x="22" y="42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5" y="42"/>
                      <a:pt x="3" y="41"/>
                      <a:pt x="3" y="38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5"/>
                      <a:pt x="5" y="3"/>
                      <a:pt x="7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4" y="3"/>
                      <a:pt x="26" y="5"/>
                      <a:pt x="26" y="7"/>
                    </a:cubicBezTo>
                    <a:lnTo>
                      <a:pt x="26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8" name="Freeform 170"/>
              <p:cNvSpPr/>
              <p:nvPr/>
            </p:nvSpPr>
            <p:spPr bwMode="auto">
              <a:xfrm>
                <a:off x="3911" y="2104"/>
                <a:ext cx="12" cy="12"/>
              </a:xfrm>
              <a:custGeom>
                <a:avLst/>
                <a:gdLst>
                  <a:gd name="T0" fmla="*/ 4 w 5"/>
                  <a:gd name="T1" fmla="*/ 0 h 5"/>
                  <a:gd name="T2" fmla="*/ 1 w 5"/>
                  <a:gd name="T3" fmla="*/ 0 h 5"/>
                  <a:gd name="T4" fmla="*/ 0 w 5"/>
                  <a:gd name="T5" fmla="*/ 1 h 5"/>
                  <a:gd name="T6" fmla="*/ 0 w 5"/>
                  <a:gd name="T7" fmla="*/ 4 h 5"/>
                  <a:gd name="T8" fmla="*/ 1 w 5"/>
                  <a:gd name="T9" fmla="*/ 5 h 5"/>
                  <a:gd name="T10" fmla="*/ 4 w 5"/>
                  <a:gd name="T11" fmla="*/ 5 h 5"/>
                  <a:gd name="T12" fmla="*/ 5 w 5"/>
                  <a:gd name="T13" fmla="*/ 4 h 5"/>
                  <a:gd name="T14" fmla="*/ 5 w 5"/>
                  <a:gd name="T15" fmla="*/ 1 h 5"/>
                  <a:gd name="T16" fmla="*/ 4 w 5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5">
                    <a:moveTo>
                      <a:pt x="4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5"/>
                      <a:pt x="1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5"/>
                      <a:pt x="5" y="4"/>
                      <a:pt x="5" y="4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29" name="Freeform 171"/>
              <p:cNvSpPr/>
              <p:nvPr/>
            </p:nvSpPr>
            <p:spPr bwMode="auto">
              <a:xfrm>
                <a:off x="3895" y="2035"/>
                <a:ext cx="45" cy="64"/>
              </a:xfrm>
              <a:custGeom>
                <a:avLst/>
                <a:gdLst>
                  <a:gd name="T0" fmla="*/ 18 w 19"/>
                  <a:gd name="T1" fmla="*/ 0 h 27"/>
                  <a:gd name="T2" fmla="*/ 1 w 19"/>
                  <a:gd name="T3" fmla="*/ 0 h 27"/>
                  <a:gd name="T4" fmla="*/ 0 w 19"/>
                  <a:gd name="T5" fmla="*/ 1 h 27"/>
                  <a:gd name="T6" fmla="*/ 0 w 19"/>
                  <a:gd name="T7" fmla="*/ 25 h 27"/>
                  <a:gd name="T8" fmla="*/ 1 w 19"/>
                  <a:gd name="T9" fmla="*/ 27 h 27"/>
                  <a:gd name="T10" fmla="*/ 18 w 19"/>
                  <a:gd name="T11" fmla="*/ 27 h 27"/>
                  <a:gd name="T12" fmla="*/ 19 w 19"/>
                  <a:gd name="T13" fmla="*/ 25 h 27"/>
                  <a:gd name="T14" fmla="*/ 19 w 19"/>
                  <a:gd name="T15" fmla="*/ 1 h 27"/>
                  <a:gd name="T16" fmla="*/ 18 w 19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27">
                    <a:moveTo>
                      <a:pt x="18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6"/>
                      <a:pt x="0" y="27"/>
                      <a:pt x="1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9" y="27"/>
                      <a:pt x="19" y="26"/>
                      <a:pt x="19" y="25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9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0" name="Freeform 172"/>
              <p:cNvSpPr>
                <a:spLocks noEditPoints="1"/>
              </p:cNvSpPr>
              <p:nvPr/>
            </p:nvSpPr>
            <p:spPr bwMode="auto">
              <a:xfrm>
                <a:off x="3577" y="1883"/>
                <a:ext cx="57" cy="53"/>
              </a:xfrm>
              <a:custGeom>
                <a:avLst/>
                <a:gdLst>
                  <a:gd name="T0" fmla="*/ 22 w 24"/>
                  <a:gd name="T1" fmla="*/ 7 h 22"/>
                  <a:gd name="T2" fmla="*/ 18 w 24"/>
                  <a:gd name="T3" fmla="*/ 1 h 22"/>
                  <a:gd name="T4" fmla="*/ 13 w 24"/>
                  <a:gd name="T5" fmla="*/ 1 h 22"/>
                  <a:gd name="T6" fmla="*/ 2 w 24"/>
                  <a:gd name="T7" fmla="*/ 11 h 22"/>
                  <a:gd name="T8" fmla="*/ 2 w 24"/>
                  <a:gd name="T9" fmla="*/ 15 h 22"/>
                  <a:gd name="T10" fmla="*/ 6 w 24"/>
                  <a:gd name="T11" fmla="*/ 21 h 22"/>
                  <a:gd name="T12" fmla="*/ 11 w 24"/>
                  <a:gd name="T13" fmla="*/ 21 h 22"/>
                  <a:gd name="T14" fmla="*/ 22 w 24"/>
                  <a:gd name="T15" fmla="*/ 11 h 22"/>
                  <a:gd name="T16" fmla="*/ 22 w 24"/>
                  <a:gd name="T17" fmla="*/ 7 h 22"/>
                  <a:gd name="T18" fmla="*/ 10 w 24"/>
                  <a:gd name="T19" fmla="*/ 20 h 22"/>
                  <a:gd name="T20" fmla="*/ 7 w 24"/>
                  <a:gd name="T21" fmla="*/ 20 h 22"/>
                  <a:gd name="T22" fmla="*/ 3 w 24"/>
                  <a:gd name="T23" fmla="*/ 14 h 22"/>
                  <a:gd name="T24" fmla="*/ 3 w 24"/>
                  <a:gd name="T25" fmla="*/ 12 h 22"/>
                  <a:gd name="T26" fmla="*/ 14 w 24"/>
                  <a:gd name="T27" fmla="*/ 2 h 22"/>
                  <a:gd name="T28" fmla="*/ 17 w 24"/>
                  <a:gd name="T29" fmla="*/ 2 h 22"/>
                  <a:gd name="T30" fmla="*/ 21 w 24"/>
                  <a:gd name="T31" fmla="*/ 8 h 22"/>
                  <a:gd name="T32" fmla="*/ 21 w 24"/>
                  <a:gd name="T33" fmla="*/ 10 h 22"/>
                  <a:gd name="T34" fmla="*/ 10 w 24"/>
                  <a:gd name="T35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22">
                    <a:moveTo>
                      <a:pt x="22" y="7"/>
                    </a:moveTo>
                    <a:cubicBezTo>
                      <a:pt x="18" y="1"/>
                      <a:pt x="18" y="1"/>
                      <a:pt x="18" y="1"/>
                    </a:cubicBezTo>
                    <a:cubicBezTo>
                      <a:pt x="17" y="0"/>
                      <a:pt x="14" y="0"/>
                      <a:pt x="13" y="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0" y="14"/>
                      <a:pt x="2" y="15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8" y="22"/>
                      <a:pt x="10" y="22"/>
                      <a:pt x="11" y="2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4" y="10"/>
                      <a:pt x="24" y="8"/>
                      <a:pt x="22" y="7"/>
                    </a:cubicBezTo>
                    <a:close/>
                    <a:moveTo>
                      <a:pt x="10" y="20"/>
                    </a:moveTo>
                    <a:cubicBezTo>
                      <a:pt x="9" y="21"/>
                      <a:pt x="8" y="21"/>
                      <a:pt x="7" y="20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4"/>
                      <a:pt x="2" y="12"/>
                      <a:pt x="3" y="1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5" y="1"/>
                      <a:pt x="16" y="1"/>
                      <a:pt x="17" y="2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2" y="8"/>
                      <a:pt x="22" y="10"/>
                      <a:pt x="21" y="10"/>
                    </a:cubicBezTo>
                    <a:lnTo>
                      <a:pt x="1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1" name="Freeform 173"/>
              <p:cNvSpPr/>
              <p:nvPr/>
            </p:nvSpPr>
            <p:spPr bwMode="auto">
              <a:xfrm>
                <a:off x="3589" y="1917"/>
                <a:ext cx="9" cy="7"/>
              </a:xfrm>
              <a:custGeom>
                <a:avLst/>
                <a:gdLst>
                  <a:gd name="T0" fmla="*/ 3 w 4"/>
                  <a:gd name="T1" fmla="*/ 1 h 3"/>
                  <a:gd name="T2" fmla="*/ 2 w 4"/>
                  <a:gd name="T3" fmla="*/ 0 h 3"/>
                  <a:gd name="T4" fmla="*/ 2 w 4"/>
                  <a:gd name="T5" fmla="*/ 0 h 3"/>
                  <a:gd name="T6" fmla="*/ 1 w 4"/>
                  <a:gd name="T7" fmla="*/ 1 h 3"/>
                  <a:gd name="T8" fmla="*/ 0 w 4"/>
                  <a:gd name="T9" fmla="*/ 2 h 3"/>
                  <a:gd name="T10" fmla="*/ 1 w 4"/>
                  <a:gd name="T11" fmla="*/ 3 h 3"/>
                  <a:gd name="T12" fmla="*/ 2 w 4"/>
                  <a:gd name="T13" fmla="*/ 3 h 3"/>
                  <a:gd name="T14" fmla="*/ 3 w 4"/>
                  <a:gd name="T15" fmla="*/ 2 h 3"/>
                  <a:gd name="T16" fmla="*/ 3 w 4"/>
                  <a:gd name="T1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3">
                    <a:moveTo>
                      <a:pt x="3" y="1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1"/>
                      <a:pt x="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2" name="Freeform 174"/>
              <p:cNvSpPr/>
              <p:nvPr/>
            </p:nvSpPr>
            <p:spPr bwMode="auto">
              <a:xfrm>
                <a:off x="3591" y="1891"/>
                <a:ext cx="36" cy="33"/>
              </a:xfrm>
              <a:custGeom>
                <a:avLst/>
                <a:gdLst>
                  <a:gd name="T0" fmla="*/ 15 w 15"/>
                  <a:gd name="T1" fmla="*/ 6 h 14"/>
                  <a:gd name="T2" fmla="*/ 9 w 15"/>
                  <a:gd name="T3" fmla="*/ 0 h 14"/>
                  <a:gd name="T4" fmla="*/ 9 w 15"/>
                  <a:gd name="T5" fmla="*/ 0 h 14"/>
                  <a:gd name="T6" fmla="*/ 0 w 15"/>
                  <a:gd name="T7" fmla="*/ 7 h 14"/>
                  <a:gd name="T8" fmla="*/ 0 w 15"/>
                  <a:gd name="T9" fmla="*/ 8 h 14"/>
                  <a:gd name="T10" fmla="*/ 5 w 15"/>
                  <a:gd name="T11" fmla="*/ 14 h 14"/>
                  <a:gd name="T12" fmla="*/ 6 w 15"/>
                  <a:gd name="T13" fmla="*/ 14 h 14"/>
                  <a:gd name="T14" fmla="*/ 15 w 15"/>
                  <a:gd name="T15" fmla="*/ 7 h 14"/>
                  <a:gd name="T16" fmla="*/ 15 w 15"/>
                  <a:gd name="T17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4">
                    <a:moveTo>
                      <a:pt x="15" y="6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6" y="14"/>
                      <a:pt x="6" y="14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6"/>
                      <a:pt x="15" y="6"/>
                      <a:pt x="1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3" name="Freeform 175"/>
              <p:cNvSpPr>
                <a:spLocks noEditPoints="1"/>
              </p:cNvSpPr>
              <p:nvPr/>
            </p:nvSpPr>
            <p:spPr bwMode="auto">
              <a:xfrm>
                <a:off x="3942" y="1857"/>
                <a:ext cx="31" cy="43"/>
              </a:xfrm>
              <a:custGeom>
                <a:avLst/>
                <a:gdLst>
                  <a:gd name="T0" fmla="*/ 0 w 31"/>
                  <a:gd name="T1" fmla="*/ 38 h 43"/>
                  <a:gd name="T2" fmla="*/ 5 w 31"/>
                  <a:gd name="T3" fmla="*/ 43 h 43"/>
                  <a:gd name="T4" fmla="*/ 31 w 31"/>
                  <a:gd name="T5" fmla="*/ 43 h 43"/>
                  <a:gd name="T6" fmla="*/ 31 w 31"/>
                  <a:gd name="T7" fmla="*/ 0 h 43"/>
                  <a:gd name="T8" fmla="*/ 2 w 31"/>
                  <a:gd name="T9" fmla="*/ 0 h 43"/>
                  <a:gd name="T10" fmla="*/ 0 w 31"/>
                  <a:gd name="T11" fmla="*/ 38 h 43"/>
                  <a:gd name="T12" fmla="*/ 9 w 31"/>
                  <a:gd name="T13" fmla="*/ 38 h 43"/>
                  <a:gd name="T14" fmla="*/ 7 w 31"/>
                  <a:gd name="T15" fmla="*/ 38 h 43"/>
                  <a:gd name="T16" fmla="*/ 7 w 31"/>
                  <a:gd name="T17" fmla="*/ 34 h 43"/>
                  <a:gd name="T18" fmla="*/ 9 w 31"/>
                  <a:gd name="T19" fmla="*/ 34 h 43"/>
                  <a:gd name="T20" fmla="*/ 9 w 31"/>
                  <a:gd name="T21" fmla="*/ 38 h 43"/>
                  <a:gd name="T22" fmla="*/ 16 w 31"/>
                  <a:gd name="T23" fmla="*/ 38 h 43"/>
                  <a:gd name="T24" fmla="*/ 12 w 31"/>
                  <a:gd name="T25" fmla="*/ 38 h 43"/>
                  <a:gd name="T26" fmla="*/ 12 w 31"/>
                  <a:gd name="T27" fmla="*/ 34 h 43"/>
                  <a:gd name="T28" fmla="*/ 16 w 31"/>
                  <a:gd name="T29" fmla="*/ 34 h 43"/>
                  <a:gd name="T30" fmla="*/ 16 w 31"/>
                  <a:gd name="T31" fmla="*/ 38 h 43"/>
                  <a:gd name="T32" fmla="*/ 21 w 31"/>
                  <a:gd name="T33" fmla="*/ 38 h 43"/>
                  <a:gd name="T34" fmla="*/ 19 w 31"/>
                  <a:gd name="T35" fmla="*/ 38 h 43"/>
                  <a:gd name="T36" fmla="*/ 19 w 31"/>
                  <a:gd name="T37" fmla="*/ 34 h 43"/>
                  <a:gd name="T38" fmla="*/ 21 w 31"/>
                  <a:gd name="T39" fmla="*/ 34 h 43"/>
                  <a:gd name="T40" fmla="*/ 21 w 31"/>
                  <a:gd name="T41" fmla="*/ 38 h 43"/>
                  <a:gd name="T42" fmla="*/ 28 w 31"/>
                  <a:gd name="T43" fmla="*/ 41 h 43"/>
                  <a:gd name="T44" fmla="*/ 24 w 31"/>
                  <a:gd name="T45" fmla="*/ 41 h 43"/>
                  <a:gd name="T46" fmla="*/ 24 w 31"/>
                  <a:gd name="T47" fmla="*/ 34 h 43"/>
                  <a:gd name="T48" fmla="*/ 28 w 31"/>
                  <a:gd name="T49" fmla="*/ 34 h 43"/>
                  <a:gd name="T50" fmla="*/ 28 w 31"/>
                  <a:gd name="T51" fmla="*/ 41 h 43"/>
                  <a:gd name="T52" fmla="*/ 5 w 31"/>
                  <a:gd name="T53" fmla="*/ 5 h 43"/>
                  <a:gd name="T54" fmla="*/ 28 w 31"/>
                  <a:gd name="T55" fmla="*/ 5 h 43"/>
                  <a:gd name="T56" fmla="*/ 28 w 31"/>
                  <a:gd name="T57" fmla="*/ 12 h 43"/>
                  <a:gd name="T58" fmla="*/ 5 w 31"/>
                  <a:gd name="T59" fmla="*/ 12 h 43"/>
                  <a:gd name="T60" fmla="*/ 5 w 31"/>
                  <a:gd name="T61" fmla="*/ 5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1" h="43">
                    <a:moveTo>
                      <a:pt x="0" y="38"/>
                    </a:moveTo>
                    <a:lnTo>
                      <a:pt x="5" y="43"/>
                    </a:lnTo>
                    <a:lnTo>
                      <a:pt x="31" y="43"/>
                    </a:lnTo>
                    <a:lnTo>
                      <a:pt x="31" y="0"/>
                    </a:lnTo>
                    <a:lnTo>
                      <a:pt x="2" y="0"/>
                    </a:lnTo>
                    <a:lnTo>
                      <a:pt x="0" y="38"/>
                    </a:lnTo>
                    <a:close/>
                    <a:moveTo>
                      <a:pt x="9" y="38"/>
                    </a:moveTo>
                    <a:lnTo>
                      <a:pt x="7" y="38"/>
                    </a:lnTo>
                    <a:lnTo>
                      <a:pt x="7" y="34"/>
                    </a:lnTo>
                    <a:lnTo>
                      <a:pt x="9" y="34"/>
                    </a:lnTo>
                    <a:lnTo>
                      <a:pt x="9" y="38"/>
                    </a:lnTo>
                    <a:close/>
                    <a:moveTo>
                      <a:pt x="16" y="38"/>
                    </a:moveTo>
                    <a:lnTo>
                      <a:pt x="12" y="38"/>
                    </a:lnTo>
                    <a:lnTo>
                      <a:pt x="12" y="34"/>
                    </a:lnTo>
                    <a:lnTo>
                      <a:pt x="16" y="34"/>
                    </a:lnTo>
                    <a:lnTo>
                      <a:pt x="16" y="38"/>
                    </a:lnTo>
                    <a:close/>
                    <a:moveTo>
                      <a:pt x="21" y="38"/>
                    </a:moveTo>
                    <a:lnTo>
                      <a:pt x="19" y="38"/>
                    </a:lnTo>
                    <a:lnTo>
                      <a:pt x="19" y="34"/>
                    </a:lnTo>
                    <a:lnTo>
                      <a:pt x="21" y="34"/>
                    </a:lnTo>
                    <a:lnTo>
                      <a:pt x="21" y="38"/>
                    </a:lnTo>
                    <a:close/>
                    <a:moveTo>
                      <a:pt x="28" y="41"/>
                    </a:moveTo>
                    <a:lnTo>
                      <a:pt x="24" y="41"/>
                    </a:lnTo>
                    <a:lnTo>
                      <a:pt x="24" y="34"/>
                    </a:lnTo>
                    <a:lnTo>
                      <a:pt x="28" y="34"/>
                    </a:lnTo>
                    <a:lnTo>
                      <a:pt x="28" y="41"/>
                    </a:lnTo>
                    <a:close/>
                    <a:moveTo>
                      <a:pt x="5" y="5"/>
                    </a:moveTo>
                    <a:lnTo>
                      <a:pt x="28" y="5"/>
                    </a:lnTo>
                    <a:lnTo>
                      <a:pt x="28" y="12"/>
                    </a:lnTo>
                    <a:lnTo>
                      <a:pt x="5" y="12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4" name="Freeform 176"/>
              <p:cNvSpPr>
                <a:spLocks noEditPoints="1"/>
              </p:cNvSpPr>
              <p:nvPr/>
            </p:nvSpPr>
            <p:spPr bwMode="auto">
              <a:xfrm>
                <a:off x="3764" y="1433"/>
                <a:ext cx="26" cy="33"/>
              </a:xfrm>
              <a:custGeom>
                <a:avLst/>
                <a:gdLst>
                  <a:gd name="T0" fmla="*/ 26 w 26"/>
                  <a:gd name="T1" fmla="*/ 4 h 33"/>
                  <a:gd name="T2" fmla="*/ 22 w 26"/>
                  <a:gd name="T3" fmla="*/ 0 h 33"/>
                  <a:gd name="T4" fmla="*/ 3 w 26"/>
                  <a:gd name="T5" fmla="*/ 0 h 33"/>
                  <a:gd name="T6" fmla="*/ 0 w 26"/>
                  <a:gd name="T7" fmla="*/ 33 h 33"/>
                  <a:gd name="T8" fmla="*/ 24 w 26"/>
                  <a:gd name="T9" fmla="*/ 33 h 33"/>
                  <a:gd name="T10" fmla="*/ 26 w 26"/>
                  <a:gd name="T11" fmla="*/ 4 h 33"/>
                  <a:gd name="T12" fmla="*/ 19 w 26"/>
                  <a:gd name="T13" fmla="*/ 2 h 33"/>
                  <a:gd name="T14" fmla="*/ 22 w 26"/>
                  <a:gd name="T15" fmla="*/ 2 h 33"/>
                  <a:gd name="T16" fmla="*/ 22 w 26"/>
                  <a:gd name="T17" fmla="*/ 9 h 33"/>
                  <a:gd name="T18" fmla="*/ 19 w 26"/>
                  <a:gd name="T19" fmla="*/ 7 h 33"/>
                  <a:gd name="T20" fmla="*/ 19 w 26"/>
                  <a:gd name="T21" fmla="*/ 2 h 33"/>
                  <a:gd name="T22" fmla="*/ 14 w 26"/>
                  <a:gd name="T23" fmla="*/ 2 h 33"/>
                  <a:gd name="T24" fmla="*/ 17 w 26"/>
                  <a:gd name="T25" fmla="*/ 2 h 33"/>
                  <a:gd name="T26" fmla="*/ 17 w 26"/>
                  <a:gd name="T27" fmla="*/ 7 h 33"/>
                  <a:gd name="T28" fmla="*/ 14 w 26"/>
                  <a:gd name="T29" fmla="*/ 7 h 33"/>
                  <a:gd name="T30" fmla="*/ 14 w 26"/>
                  <a:gd name="T31" fmla="*/ 2 h 33"/>
                  <a:gd name="T32" fmla="*/ 10 w 26"/>
                  <a:gd name="T33" fmla="*/ 2 h 33"/>
                  <a:gd name="T34" fmla="*/ 12 w 26"/>
                  <a:gd name="T35" fmla="*/ 2 h 33"/>
                  <a:gd name="T36" fmla="*/ 12 w 26"/>
                  <a:gd name="T37" fmla="*/ 7 h 33"/>
                  <a:gd name="T38" fmla="*/ 10 w 26"/>
                  <a:gd name="T39" fmla="*/ 7 h 33"/>
                  <a:gd name="T40" fmla="*/ 10 w 26"/>
                  <a:gd name="T41" fmla="*/ 2 h 33"/>
                  <a:gd name="T42" fmla="*/ 5 w 26"/>
                  <a:gd name="T43" fmla="*/ 2 h 33"/>
                  <a:gd name="T44" fmla="*/ 7 w 26"/>
                  <a:gd name="T45" fmla="*/ 2 h 33"/>
                  <a:gd name="T46" fmla="*/ 7 w 26"/>
                  <a:gd name="T47" fmla="*/ 7 h 33"/>
                  <a:gd name="T48" fmla="*/ 5 w 26"/>
                  <a:gd name="T49" fmla="*/ 7 h 33"/>
                  <a:gd name="T50" fmla="*/ 5 w 26"/>
                  <a:gd name="T51" fmla="*/ 2 h 33"/>
                  <a:gd name="T52" fmla="*/ 22 w 26"/>
                  <a:gd name="T53" fmla="*/ 30 h 33"/>
                  <a:gd name="T54" fmla="*/ 5 w 26"/>
                  <a:gd name="T55" fmla="*/ 30 h 33"/>
                  <a:gd name="T56" fmla="*/ 5 w 26"/>
                  <a:gd name="T57" fmla="*/ 23 h 33"/>
                  <a:gd name="T58" fmla="*/ 22 w 26"/>
                  <a:gd name="T59" fmla="*/ 26 h 33"/>
                  <a:gd name="T60" fmla="*/ 22 w 26"/>
                  <a:gd name="T61" fmla="*/ 3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6" h="33">
                    <a:moveTo>
                      <a:pt x="26" y="4"/>
                    </a:moveTo>
                    <a:lnTo>
                      <a:pt x="22" y="0"/>
                    </a:lnTo>
                    <a:lnTo>
                      <a:pt x="3" y="0"/>
                    </a:lnTo>
                    <a:lnTo>
                      <a:pt x="0" y="33"/>
                    </a:lnTo>
                    <a:lnTo>
                      <a:pt x="24" y="33"/>
                    </a:lnTo>
                    <a:lnTo>
                      <a:pt x="26" y="4"/>
                    </a:lnTo>
                    <a:close/>
                    <a:moveTo>
                      <a:pt x="19" y="2"/>
                    </a:moveTo>
                    <a:lnTo>
                      <a:pt x="22" y="2"/>
                    </a:lnTo>
                    <a:lnTo>
                      <a:pt x="22" y="9"/>
                    </a:lnTo>
                    <a:lnTo>
                      <a:pt x="19" y="7"/>
                    </a:lnTo>
                    <a:lnTo>
                      <a:pt x="19" y="2"/>
                    </a:lnTo>
                    <a:close/>
                    <a:moveTo>
                      <a:pt x="14" y="2"/>
                    </a:moveTo>
                    <a:lnTo>
                      <a:pt x="17" y="2"/>
                    </a:lnTo>
                    <a:lnTo>
                      <a:pt x="17" y="7"/>
                    </a:lnTo>
                    <a:lnTo>
                      <a:pt x="14" y="7"/>
                    </a:lnTo>
                    <a:lnTo>
                      <a:pt x="14" y="2"/>
                    </a:lnTo>
                    <a:close/>
                    <a:moveTo>
                      <a:pt x="10" y="2"/>
                    </a:moveTo>
                    <a:lnTo>
                      <a:pt x="12" y="2"/>
                    </a:lnTo>
                    <a:lnTo>
                      <a:pt x="12" y="7"/>
                    </a:lnTo>
                    <a:lnTo>
                      <a:pt x="10" y="7"/>
                    </a:lnTo>
                    <a:lnTo>
                      <a:pt x="10" y="2"/>
                    </a:lnTo>
                    <a:close/>
                    <a:moveTo>
                      <a:pt x="5" y="2"/>
                    </a:moveTo>
                    <a:lnTo>
                      <a:pt x="7" y="2"/>
                    </a:lnTo>
                    <a:lnTo>
                      <a:pt x="7" y="7"/>
                    </a:lnTo>
                    <a:lnTo>
                      <a:pt x="5" y="7"/>
                    </a:lnTo>
                    <a:lnTo>
                      <a:pt x="5" y="2"/>
                    </a:lnTo>
                    <a:close/>
                    <a:moveTo>
                      <a:pt x="22" y="30"/>
                    </a:moveTo>
                    <a:lnTo>
                      <a:pt x="5" y="30"/>
                    </a:lnTo>
                    <a:lnTo>
                      <a:pt x="5" y="23"/>
                    </a:lnTo>
                    <a:lnTo>
                      <a:pt x="22" y="26"/>
                    </a:lnTo>
                    <a:lnTo>
                      <a:pt x="22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5" name="Freeform 177"/>
              <p:cNvSpPr/>
              <p:nvPr/>
            </p:nvSpPr>
            <p:spPr bwMode="auto">
              <a:xfrm>
                <a:off x="3778" y="1698"/>
                <a:ext cx="119" cy="74"/>
              </a:xfrm>
              <a:custGeom>
                <a:avLst/>
                <a:gdLst>
                  <a:gd name="T0" fmla="*/ 8 w 119"/>
                  <a:gd name="T1" fmla="*/ 38 h 74"/>
                  <a:gd name="T2" fmla="*/ 8 w 119"/>
                  <a:gd name="T3" fmla="*/ 26 h 74"/>
                  <a:gd name="T4" fmla="*/ 36 w 119"/>
                  <a:gd name="T5" fmla="*/ 12 h 74"/>
                  <a:gd name="T6" fmla="*/ 36 w 119"/>
                  <a:gd name="T7" fmla="*/ 38 h 74"/>
                  <a:gd name="T8" fmla="*/ 41 w 119"/>
                  <a:gd name="T9" fmla="*/ 38 h 74"/>
                  <a:gd name="T10" fmla="*/ 41 w 119"/>
                  <a:gd name="T11" fmla="*/ 26 h 74"/>
                  <a:gd name="T12" fmla="*/ 69 w 119"/>
                  <a:gd name="T13" fmla="*/ 12 h 74"/>
                  <a:gd name="T14" fmla="*/ 69 w 119"/>
                  <a:gd name="T15" fmla="*/ 38 h 74"/>
                  <a:gd name="T16" fmla="*/ 79 w 119"/>
                  <a:gd name="T17" fmla="*/ 38 h 74"/>
                  <a:gd name="T18" fmla="*/ 79 w 119"/>
                  <a:gd name="T19" fmla="*/ 0 h 74"/>
                  <a:gd name="T20" fmla="*/ 90 w 119"/>
                  <a:gd name="T21" fmla="*/ 0 h 74"/>
                  <a:gd name="T22" fmla="*/ 90 w 119"/>
                  <a:gd name="T23" fmla="*/ 38 h 74"/>
                  <a:gd name="T24" fmla="*/ 95 w 119"/>
                  <a:gd name="T25" fmla="*/ 38 h 74"/>
                  <a:gd name="T26" fmla="*/ 95 w 119"/>
                  <a:gd name="T27" fmla="*/ 0 h 74"/>
                  <a:gd name="T28" fmla="*/ 109 w 119"/>
                  <a:gd name="T29" fmla="*/ 0 h 74"/>
                  <a:gd name="T30" fmla="*/ 109 w 119"/>
                  <a:gd name="T31" fmla="*/ 38 h 74"/>
                  <a:gd name="T32" fmla="*/ 119 w 119"/>
                  <a:gd name="T33" fmla="*/ 38 h 74"/>
                  <a:gd name="T34" fmla="*/ 119 w 119"/>
                  <a:gd name="T35" fmla="*/ 74 h 74"/>
                  <a:gd name="T36" fmla="*/ 0 w 119"/>
                  <a:gd name="T37" fmla="*/ 74 h 74"/>
                  <a:gd name="T38" fmla="*/ 0 w 119"/>
                  <a:gd name="T39" fmla="*/ 38 h 74"/>
                  <a:gd name="T40" fmla="*/ 8 w 119"/>
                  <a:gd name="T41" fmla="*/ 38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9" h="74">
                    <a:moveTo>
                      <a:pt x="8" y="38"/>
                    </a:moveTo>
                    <a:lnTo>
                      <a:pt x="8" y="26"/>
                    </a:lnTo>
                    <a:lnTo>
                      <a:pt x="36" y="12"/>
                    </a:lnTo>
                    <a:lnTo>
                      <a:pt x="36" y="38"/>
                    </a:lnTo>
                    <a:lnTo>
                      <a:pt x="41" y="38"/>
                    </a:lnTo>
                    <a:lnTo>
                      <a:pt x="41" y="26"/>
                    </a:lnTo>
                    <a:lnTo>
                      <a:pt x="69" y="12"/>
                    </a:lnTo>
                    <a:lnTo>
                      <a:pt x="69" y="38"/>
                    </a:lnTo>
                    <a:lnTo>
                      <a:pt x="79" y="38"/>
                    </a:lnTo>
                    <a:lnTo>
                      <a:pt x="79" y="0"/>
                    </a:lnTo>
                    <a:lnTo>
                      <a:pt x="90" y="0"/>
                    </a:lnTo>
                    <a:lnTo>
                      <a:pt x="90" y="38"/>
                    </a:lnTo>
                    <a:lnTo>
                      <a:pt x="95" y="38"/>
                    </a:lnTo>
                    <a:lnTo>
                      <a:pt x="95" y="0"/>
                    </a:lnTo>
                    <a:lnTo>
                      <a:pt x="109" y="0"/>
                    </a:lnTo>
                    <a:lnTo>
                      <a:pt x="109" y="38"/>
                    </a:lnTo>
                    <a:lnTo>
                      <a:pt x="119" y="38"/>
                    </a:lnTo>
                    <a:lnTo>
                      <a:pt x="119" y="74"/>
                    </a:lnTo>
                    <a:lnTo>
                      <a:pt x="0" y="74"/>
                    </a:lnTo>
                    <a:lnTo>
                      <a:pt x="0" y="38"/>
                    </a:lnTo>
                    <a:lnTo>
                      <a:pt x="8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6" name="Freeform 178"/>
              <p:cNvSpPr/>
              <p:nvPr/>
            </p:nvSpPr>
            <p:spPr bwMode="auto">
              <a:xfrm>
                <a:off x="3966" y="2292"/>
                <a:ext cx="28" cy="14"/>
              </a:xfrm>
              <a:custGeom>
                <a:avLst/>
                <a:gdLst>
                  <a:gd name="T0" fmla="*/ 12 w 12"/>
                  <a:gd name="T1" fmla="*/ 0 h 6"/>
                  <a:gd name="T2" fmla="*/ 6 w 12"/>
                  <a:gd name="T3" fmla="*/ 0 h 6"/>
                  <a:gd name="T4" fmla="*/ 0 w 12"/>
                  <a:gd name="T5" fmla="*/ 6 h 6"/>
                  <a:gd name="T6" fmla="*/ 12 w 12"/>
                  <a:gd name="T7" fmla="*/ 6 h 6"/>
                  <a:gd name="T8" fmla="*/ 12 w 12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12" y="0"/>
                    </a:moveTo>
                    <a:cubicBezTo>
                      <a:pt x="12" y="0"/>
                      <a:pt x="11" y="0"/>
                      <a:pt x="6" y="0"/>
                    </a:cubicBezTo>
                    <a:cubicBezTo>
                      <a:pt x="2" y="0"/>
                      <a:pt x="0" y="6"/>
                      <a:pt x="0" y="6"/>
                    </a:cubicBezTo>
                    <a:cubicBezTo>
                      <a:pt x="12" y="6"/>
                      <a:pt x="12" y="6"/>
                      <a:pt x="12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7" name="Freeform 179"/>
              <p:cNvSpPr>
                <a:spLocks noEditPoints="1"/>
              </p:cNvSpPr>
              <p:nvPr/>
            </p:nvSpPr>
            <p:spPr bwMode="auto">
              <a:xfrm>
                <a:off x="3944" y="2308"/>
                <a:ext cx="102" cy="29"/>
              </a:xfrm>
              <a:custGeom>
                <a:avLst/>
                <a:gdLst>
                  <a:gd name="T0" fmla="*/ 42 w 43"/>
                  <a:gd name="T1" fmla="*/ 9 h 12"/>
                  <a:gd name="T2" fmla="*/ 42 w 43"/>
                  <a:gd name="T3" fmla="*/ 8 h 12"/>
                  <a:gd name="T4" fmla="*/ 42 w 43"/>
                  <a:gd name="T5" fmla="*/ 4 h 12"/>
                  <a:gd name="T6" fmla="*/ 38 w 43"/>
                  <a:gd name="T7" fmla="*/ 0 h 12"/>
                  <a:gd name="T8" fmla="*/ 6 w 43"/>
                  <a:gd name="T9" fmla="*/ 0 h 12"/>
                  <a:gd name="T10" fmla="*/ 2 w 43"/>
                  <a:gd name="T11" fmla="*/ 4 h 12"/>
                  <a:gd name="T12" fmla="*/ 2 w 43"/>
                  <a:gd name="T13" fmla="*/ 8 h 12"/>
                  <a:gd name="T14" fmla="*/ 2 w 43"/>
                  <a:gd name="T15" fmla="*/ 9 h 12"/>
                  <a:gd name="T16" fmla="*/ 0 w 43"/>
                  <a:gd name="T17" fmla="*/ 10 h 12"/>
                  <a:gd name="T18" fmla="*/ 2 w 43"/>
                  <a:gd name="T19" fmla="*/ 12 h 12"/>
                  <a:gd name="T20" fmla="*/ 4 w 43"/>
                  <a:gd name="T21" fmla="*/ 12 h 12"/>
                  <a:gd name="T22" fmla="*/ 6 w 43"/>
                  <a:gd name="T23" fmla="*/ 12 h 12"/>
                  <a:gd name="T24" fmla="*/ 6 w 43"/>
                  <a:gd name="T25" fmla="*/ 12 h 12"/>
                  <a:gd name="T26" fmla="*/ 6 w 43"/>
                  <a:gd name="T27" fmla="*/ 11 h 12"/>
                  <a:gd name="T28" fmla="*/ 10 w 43"/>
                  <a:gd name="T29" fmla="*/ 6 h 12"/>
                  <a:gd name="T30" fmla="*/ 15 w 43"/>
                  <a:gd name="T31" fmla="*/ 11 h 12"/>
                  <a:gd name="T32" fmla="*/ 15 w 43"/>
                  <a:gd name="T33" fmla="*/ 12 h 12"/>
                  <a:gd name="T34" fmla="*/ 28 w 43"/>
                  <a:gd name="T35" fmla="*/ 12 h 12"/>
                  <a:gd name="T36" fmla="*/ 28 w 43"/>
                  <a:gd name="T37" fmla="*/ 11 h 12"/>
                  <a:gd name="T38" fmla="*/ 33 w 43"/>
                  <a:gd name="T39" fmla="*/ 6 h 12"/>
                  <a:gd name="T40" fmla="*/ 37 w 43"/>
                  <a:gd name="T41" fmla="*/ 11 h 12"/>
                  <a:gd name="T42" fmla="*/ 37 w 43"/>
                  <a:gd name="T43" fmla="*/ 12 h 12"/>
                  <a:gd name="T44" fmla="*/ 38 w 43"/>
                  <a:gd name="T45" fmla="*/ 12 h 12"/>
                  <a:gd name="T46" fmla="*/ 40 w 43"/>
                  <a:gd name="T47" fmla="*/ 11 h 12"/>
                  <a:gd name="T48" fmla="*/ 41 w 43"/>
                  <a:gd name="T49" fmla="*/ 11 h 12"/>
                  <a:gd name="T50" fmla="*/ 42 w 43"/>
                  <a:gd name="T51" fmla="*/ 11 h 12"/>
                  <a:gd name="T52" fmla="*/ 43 w 43"/>
                  <a:gd name="T53" fmla="*/ 10 h 12"/>
                  <a:gd name="T54" fmla="*/ 42 w 43"/>
                  <a:gd name="T55" fmla="*/ 9 h 12"/>
                  <a:gd name="T56" fmla="*/ 3 w 43"/>
                  <a:gd name="T57" fmla="*/ 7 h 12"/>
                  <a:gd name="T58" fmla="*/ 2 w 43"/>
                  <a:gd name="T59" fmla="*/ 6 h 12"/>
                  <a:gd name="T60" fmla="*/ 3 w 43"/>
                  <a:gd name="T61" fmla="*/ 4 h 12"/>
                  <a:gd name="T62" fmla="*/ 3 w 43"/>
                  <a:gd name="T63" fmla="*/ 6 h 12"/>
                  <a:gd name="T64" fmla="*/ 3 w 43"/>
                  <a:gd name="T65" fmla="*/ 7 h 12"/>
                  <a:gd name="T66" fmla="*/ 20 w 43"/>
                  <a:gd name="T67" fmla="*/ 3 h 12"/>
                  <a:gd name="T68" fmla="*/ 19 w 43"/>
                  <a:gd name="T69" fmla="*/ 3 h 12"/>
                  <a:gd name="T70" fmla="*/ 16 w 43"/>
                  <a:gd name="T71" fmla="*/ 3 h 12"/>
                  <a:gd name="T72" fmla="*/ 15 w 43"/>
                  <a:gd name="T73" fmla="*/ 3 h 12"/>
                  <a:gd name="T74" fmla="*/ 15 w 43"/>
                  <a:gd name="T75" fmla="*/ 2 h 12"/>
                  <a:gd name="T76" fmla="*/ 16 w 43"/>
                  <a:gd name="T77" fmla="*/ 2 h 12"/>
                  <a:gd name="T78" fmla="*/ 19 w 43"/>
                  <a:gd name="T79" fmla="*/ 2 h 12"/>
                  <a:gd name="T80" fmla="*/ 20 w 43"/>
                  <a:gd name="T81" fmla="*/ 2 h 12"/>
                  <a:gd name="T82" fmla="*/ 20 w 43"/>
                  <a:gd name="T83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43" h="12">
                    <a:moveTo>
                      <a:pt x="42" y="9"/>
                    </a:moveTo>
                    <a:cubicBezTo>
                      <a:pt x="42" y="9"/>
                      <a:pt x="42" y="9"/>
                      <a:pt x="42" y="8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2" y="1"/>
                      <a:pt x="40" y="0"/>
                      <a:pt x="38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2" y="1"/>
                      <a:pt x="2" y="4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9"/>
                      <a:pt x="2" y="9"/>
                    </a:cubicBezTo>
                    <a:cubicBezTo>
                      <a:pt x="1" y="9"/>
                      <a:pt x="0" y="10"/>
                      <a:pt x="0" y="10"/>
                    </a:cubicBezTo>
                    <a:cubicBezTo>
                      <a:pt x="0" y="11"/>
                      <a:pt x="1" y="12"/>
                      <a:pt x="2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1"/>
                      <a:pt x="6" y="11"/>
                    </a:cubicBezTo>
                    <a:cubicBezTo>
                      <a:pt x="6" y="8"/>
                      <a:pt x="8" y="6"/>
                      <a:pt x="10" y="6"/>
                    </a:cubicBezTo>
                    <a:cubicBezTo>
                      <a:pt x="13" y="6"/>
                      <a:pt x="15" y="8"/>
                      <a:pt x="15" y="11"/>
                    </a:cubicBezTo>
                    <a:cubicBezTo>
                      <a:pt x="15" y="11"/>
                      <a:pt x="15" y="12"/>
                      <a:pt x="15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1"/>
                      <a:pt x="28" y="11"/>
                    </a:cubicBezTo>
                    <a:cubicBezTo>
                      <a:pt x="28" y="8"/>
                      <a:pt x="30" y="6"/>
                      <a:pt x="33" y="6"/>
                    </a:cubicBezTo>
                    <a:cubicBezTo>
                      <a:pt x="35" y="6"/>
                      <a:pt x="37" y="8"/>
                      <a:pt x="37" y="11"/>
                    </a:cubicBezTo>
                    <a:cubicBezTo>
                      <a:pt x="37" y="11"/>
                      <a:pt x="37" y="12"/>
                      <a:pt x="37" y="12"/>
                    </a:cubicBezTo>
                    <a:cubicBezTo>
                      <a:pt x="38" y="12"/>
                      <a:pt x="38" y="12"/>
                      <a:pt x="38" y="12"/>
                    </a:cubicBezTo>
                    <a:cubicBezTo>
                      <a:pt x="39" y="12"/>
                      <a:pt x="40" y="12"/>
                      <a:pt x="40" y="11"/>
                    </a:cubicBezTo>
                    <a:cubicBezTo>
                      <a:pt x="40" y="11"/>
                      <a:pt x="41" y="11"/>
                      <a:pt x="41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2" y="11"/>
                      <a:pt x="43" y="11"/>
                      <a:pt x="43" y="10"/>
                    </a:cubicBezTo>
                    <a:cubicBezTo>
                      <a:pt x="43" y="10"/>
                      <a:pt x="42" y="9"/>
                      <a:pt x="42" y="9"/>
                    </a:cubicBezTo>
                    <a:close/>
                    <a:moveTo>
                      <a:pt x="3" y="7"/>
                    </a:moveTo>
                    <a:cubicBezTo>
                      <a:pt x="2" y="7"/>
                      <a:pt x="2" y="7"/>
                      <a:pt x="2" y="6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3" y="4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lose/>
                    <a:moveTo>
                      <a:pt x="20" y="3"/>
                    </a:moveTo>
                    <a:cubicBezTo>
                      <a:pt x="20" y="3"/>
                      <a:pt x="19" y="3"/>
                      <a:pt x="19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5" y="3"/>
                      <a:pt x="15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6" y="2"/>
                      <a:pt x="16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20" y="2"/>
                      <a:pt x="20" y="2"/>
                    </a:cubicBezTo>
                    <a:lnTo>
                      <a:pt x="2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8" name="Freeform 180"/>
              <p:cNvSpPr>
                <a:spLocks noEditPoints="1"/>
              </p:cNvSpPr>
              <p:nvPr/>
            </p:nvSpPr>
            <p:spPr bwMode="auto">
              <a:xfrm>
                <a:off x="3961" y="2325"/>
                <a:ext cx="16" cy="17"/>
              </a:xfrm>
              <a:custGeom>
                <a:avLst/>
                <a:gdLst>
                  <a:gd name="T0" fmla="*/ 3 w 7"/>
                  <a:gd name="T1" fmla="*/ 0 h 7"/>
                  <a:gd name="T2" fmla="*/ 0 w 7"/>
                  <a:gd name="T3" fmla="*/ 4 h 7"/>
                  <a:gd name="T4" fmla="*/ 3 w 7"/>
                  <a:gd name="T5" fmla="*/ 7 h 7"/>
                  <a:gd name="T6" fmla="*/ 7 w 7"/>
                  <a:gd name="T7" fmla="*/ 4 h 7"/>
                  <a:gd name="T8" fmla="*/ 3 w 7"/>
                  <a:gd name="T9" fmla="*/ 0 h 7"/>
                  <a:gd name="T10" fmla="*/ 3 w 7"/>
                  <a:gd name="T11" fmla="*/ 5 h 7"/>
                  <a:gd name="T12" fmla="*/ 2 w 7"/>
                  <a:gd name="T13" fmla="*/ 4 h 7"/>
                  <a:gd name="T14" fmla="*/ 3 w 7"/>
                  <a:gd name="T15" fmla="*/ 2 h 7"/>
                  <a:gd name="T16" fmla="*/ 5 w 7"/>
                  <a:gd name="T17" fmla="*/ 4 h 7"/>
                  <a:gd name="T18" fmla="*/ 3 w 7"/>
                  <a:gd name="T19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3" y="0"/>
                    </a:moveTo>
                    <a:cubicBezTo>
                      <a:pt x="1" y="0"/>
                      <a:pt x="0" y="1"/>
                      <a:pt x="0" y="4"/>
                    </a:cubicBezTo>
                    <a:cubicBezTo>
                      <a:pt x="0" y="6"/>
                      <a:pt x="1" y="7"/>
                      <a:pt x="3" y="7"/>
                    </a:cubicBezTo>
                    <a:cubicBezTo>
                      <a:pt x="6" y="7"/>
                      <a:pt x="7" y="6"/>
                      <a:pt x="7" y="4"/>
                    </a:cubicBezTo>
                    <a:cubicBezTo>
                      <a:pt x="7" y="1"/>
                      <a:pt x="6" y="0"/>
                      <a:pt x="3" y="0"/>
                    </a:cubicBezTo>
                    <a:close/>
                    <a:moveTo>
                      <a:pt x="3" y="5"/>
                    </a:moveTo>
                    <a:cubicBezTo>
                      <a:pt x="3" y="5"/>
                      <a:pt x="2" y="5"/>
                      <a:pt x="2" y="4"/>
                    </a:cubicBezTo>
                    <a:cubicBezTo>
                      <a:pt x="2" y="3"/>
                      <a:pt x="3" y="2"/>
                      <a:pt x="3" y="2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5"/>
                      <a:pt x="4" y="5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39" name="Freeform 181"/>
              <p:cNvSpPr>
                <a:spLocks noEditPoints="1"/>
              </p:cNvSpPr>
              <p:nvPr/>
            </p:nvSpPr>
            <p:spPr bwMode="auto">
              <a:xfrm>
                <a:off x="4013" y="2325"/>
                <a:ext cx="17" cy="17"/>
              </a:xfrm>
              <a:custGeom>
                <a:avLst/>
                <a:gdLst>
                  <a:gd name="T0" fmla="*/ 4 w 7"/>
                  <a:gd name="T1" fmla="*/ 0 h 7"/>
                  <a:gd name="T2" fmla="*/ 0 w 7"/>
                  <a:gd name="T3" fmla="*/ 4 h 7"/>
                  <a:gd name="T4" fmla="*/ 4 w 7"/>
                  <a:gd name="T5" fmla="*/ 7 h 7"/>
                  <a:gd name="T6" fmla="*/ 7 w 7"/>
                  <a:gd name="T7" fmla="*/ 4 h 7"/>
                  <a:gd name="T8" fmla="*/ 4 w 7"/>
                  <a:gd name="T9" fmla="*/ 0 h 7"/>
                  <a:gd name="T10" fmla="*/ 4 w 7"/>
                  <a:gd name="T11" fmla="*/ 5 h 7"/>
                  <a:gd name="T12" fmla="*/ 2 w 7"/>
                  <a:gd name="T13" fmla="*/ 4 h 7"/>
                  <a:gd name="T14" fmla="*/ 4 w 7"/>
                  <a:gd name="T15" fmla="*/ 2 h 7"/>
                  <a:gd name="T16" fmla="*/ 5 w 7"/>
                  <a:gd name="T17" fmla="*/ 4 h 7"/>
                  <a:gd name="T18" fmla="*/ 4 w 7"/>
                  <a:gd name="T19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4" y="0"/>
                    </a:moveTo>
                    <a:cubicBezTo>
                      <a:pt x="1" y="0"/>
                      <a:pt x="0" y="1"/>
                      <a:pt x="0" y="4"/>
                    </a:cubicBezTo>
                    <a:cubicBezTo>
                      <a:pt x="0" y="6"/>
                      <a:pt x="1" y="7"/>
                      <a:pt x="4" y="7"/>
                    </a:cubicBezTo>
                    <a:cubicBezTo>
                      <a:pt x="6" y="7"/>
                      <a:pt x="7" y="6"/>
                      <a:pt x="7" y="4"/>
                    </a:cubicBezTo>
                    <a:cubicBezTo>
                      <a:pt x="7" y="1"/>
                      <a:pt x="6" y="0"/>
                      <a:pt x="4" y="0"/>
                    </a:cubicBezTo>
                    <a:close/>
                    <a:moveTo>
                      <a:pt x="4" y="5"/>
                    </a:moveTo>
                    <a:cubicBezTo>
                      <a:pt x="3" y="5"/>
                      <a:pt x="2" y="5"/>
                      <a:pt x="2" y="4"/>
                    </a:cubicBezTo>
                    <a:cubicBezTo>
                      <a:pt x="2" y="3"/>
                      <a:pt x="3" y="2"/>
                      <a:pt x="4" y="2"/>
                    </a:cubicBezTo>
                    <a:cubicBezTo>
                      <a:pt x="5" y="2"/>
                      <a:pt x="5" y="3"/>
                      <a:pt x="5" y="4"/>
                    </a:cubicBezTo>
                    <a:cubicBezTo>
                      <a:pt x="5" y="5"/>
                      <a:pt x="5" y="5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0" name="Freeform 182"/>
              <p:cNvSpPr/>
              <p:nvPr/>
            </p:nvSpPr>
            <p:spPr bwMode="auto">
              <a:xfrm>
                <a:off x="3788" y="2849"/>
                <a:ext cx="43" cy="22"/>
              </a:xfrm>
              <a:custGeom>
                <a:avLst/>
                <a:gdLst>
                  <a:gd name="T0" fmla="*/ 0 w 18"/>
                  <a:gd name="T1" fmla="*/ 0 h 9"/>
                  <a:gd name="T2" fmla="*/ 8 w 18"/>
                  <a:gd name="T3" fmla="*/ 0 h 9"/>
                  <a:gd name="T4" fmla="*/ 18 w 18"/>
                  <a:gd name="T5" fmla="*/ 9 h 9"/>
                  <a:gd name="T6" fmla="*/ 0 w 18"/>
                  <a:gd name="T7" fmla="*/ 9 h 9"/>
                  <a:gd name="T8" fmla="*/ 0 w 18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9">
                    <a:moveTo>
                      <a:pt x="0" y="0"/>
                    </a:moveTo>
                    <a:cubicBezTo>
                      <a:pt x="0" y="0"/>
                      <a:pt x="1" y="0"/>
                      <a:pt x="8" y="0"/>
                    </a:cubicBezTo>
                    <a:cubicBezTo>
                      <a:pt x="15" y="0"/>
                      <a:pt x="18" y="9"/>
                      <a:pt x="18" y="9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1" name="Freeform 183"/>
              <p:cNvSpPr>
                <a:spLocks noEditPoints="1"/>
              </p:cNvSpPr>
              <p:nvPr/>
            </p:nvSpPr>
            <p:spPr bwMode="auto">
              <a:xfrm>
                <a:off x="3707" y="2876"/>
                <a:ext cx="154" cy="45"/>
              </a:xfrm>
              <a:custGeom>
                <a:avLst/>
                <a:gdLst>
                  <a:gd name="T0" fmla="*/ 0 w 65"/>
                  <a:gd name="T1" fmla="*/ 16 h 19"/>
                  <a:gd name="T2" fmla="*/ 2 w 65"/>
                  <a:gd name="T3" fmla="*/ 17 h 19"/>
                  <a:gd name="T4" fmla="*/ 3 w 65"/>
                  <a:gd name="T5" fmla="*/ 17 h 19"/>
                  <a:gd name="T6" fmla="*/ 4 w 65"/>
                  <a:gd name="T7" fmla="*/ 17 h 19"/>
                  <a:gd name="T8" fmla="*/ 8 w 65"/>
                  <a:gd name="T9" fmla="*/ 19 h 19"/>
                  <a:gd name="T10" fmla="*/ 9 w 65"/>
                  <a:gd name="T11" fmla="*/ 19 h 19"/>
                  <a:gd name="T12" fmla="*/ 9 w 65"/>
                  <a:gd name="T13" fmla="*/ 16 h 19"/>
                  <a:gd name="T14" fmla="*/ 16 w 65"/>
                  <a:gd name="T15" fmla="*/ 9 h 19"/>
                  <a:gd name="T16" fmla="*/ 23 w 65"/>
                  <a:gd name="T17" fmla="*/ 16 h 19"/>
                  <a:gd name="T18" fmla="*/ 23 w 65"/>
                  <a:gd name="T19" fmla="*/ 19 h 19"/>
                  <a:gd name="T20" fmla="*/ 43 w 65"/>
                  <a:gd name="T21" fmla="*/ 19 h 19"/>
                  <a:gd name="T22" fmla="*/ 42 w 65"/>
                  <a:gd name="T23" fmla="*/ 16 h 19"/>
                  <a:gd name="T24" fmla="*/ 49 w 65"/>
                  <a:gd name="T25" fmla="*/ 9 h 19"/>
                  <a:gd name="T26" fmla="*/ 57 w 65"/>
                  <a:gd name="T27" fmla="*/ 16 h 19"/>
                  <a:gd name="T28" fmla="*/ 56 w 65"/>
                  <a:gd name="T29" fmla="*/ 19 h 19"/>
                  <a:gd name="T30" fmla="*/ 57 w 65"/>
                  <a:gd name="T31" fmla="*/ 19 h 19"/>
                  <a:gd name="T32" fmla="*/ 60 w 65"/>
                  <a:gd name="T33" fmla="*/ 18 h 19"/>
                  <a:gd name="T34" fmla="*/ 63 w 65"/>
                  <a:gd name="T35" fmla="*/ 18 h 19"/>
                  <a:gd name="T36" fmla="*/ 65 w 65"/>
                  <a:gd name="T37" fmla="*/ 16 h 19"/>
                  <a:gd name="T38" fmla="*/ 63 w 65"/>
                  <a:gd name="T39" fmla="*/ 13 h 19"/>
                  <a:gd name="T40" fmla="*/ 63 w 65"/>
                  <a:gd name="T41" fmla="*/ 13 h 19"/>
                  <a:gd name="T42" fmla="*/ 63 w 65"/>
                  <a:gd name="T43" fmla="*/ 5 h 19"/>
                  <a:gd name="T44" fmla="*/ 57 w 65"/>
                  <a:gd name="T45" fmla="*/ 0 h 19"/>
                  <a:gd name="T46" fmla="*/ 8 w 65"/>
                  <a:gd name="T47" fmla="*/ 0 h 19"/>
                  <a:gd name="T48" fmla="*/ 2 w 65"/>
                  <a:gd name="T49" fmla="*/ 5 h 19"/>
                  <a:gd name="T50" fmla="*/ 2 w 65"/>
                  <a:gd name="T51" fmla="*/ 13 h 19"/>
                  <a:gd name="T52" fmla="*/ 2 w 65"/>
                  <a:gd name="T53" fmla="*/ 14 h 19"/>
                  <a:gd name="T54" fmla="*/ 0 w 65"/>
                  <a:gd name="T55" fmla="*/ 16 h 19"/>
                  <a:gd name="T56" fmla="*/ 61 w 65"/>
                  <a:gd name="T57" fmla="*/ 8 h 19"/>
                  <a:gd name="T58" fmla="*/ 61 w 65"/>
                  <a:gd name="T59" fmla="*/ 6 h 19"/>
                  <a:gd name="T60" fmla="*/ 62 w 65"/>
                  <a:gd name="T61" fmla="*/ 8 h 19"/>
                  <a:gd name="T62" fmla="*/ 61 w 65"/>
                  <a:gd name="T63" fmla="*/ 11 h 19"/>
                  <a:gd name="T64" fmla="*/ 61 w 65"/>
                  <a:gd name="T65" fmla="*/ 8 h 19"/>
                  <a:gd name="T66" fmla="*/ 36 w 65"/>
                  <a:gd name="T67" fmla="*/ 3 h 19"/>
                  <a:gd name="T68" fmla="*/ 36 w 65"/>
                  <a:gd name="T69" fmla="*/ 3 h 19"/>
                  <a:gd name="T70" fmla="*/ 41 w 65"/>
                  <a:gd name="T71" fmla="*/ 3 h 19"/>
                  <a:gd name="T72" fmla="*/ 42 w 65"/>
                  <a:gd name="T73" fmla="*/ 3 h 19"/>
                  <a:gd name="T74" fmla="*/ 42 w 65"/>
                  <a:gd name="T75" fmla="*/ 4 h 19"/>
                  <a:gd name="T76" fmla="*/ 41 w 65"/>
                  <a:gd name="T77" fmla="*/ 5 h 19"/>
                  <a:gd name="T78" fmla="*/ 36 w 65"/>
                  <a:gd name="T79" fmla="*/ 5 h 19"/>
                  <a:gd name="T80" fmla="*/ 36 w 65"/>
                  <a:gd name="T81" fmla="*/ 4 h 19"/>
                  <a:gd name="T82" fmla="*/ 36 w 65"/>
                  <a:gd name="T83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5" h="19">
                    <a:moveTo>
                      <a:pt x="0" y="16"/>
                    </a:moveTo>
                    <a:cubicBezTo>
                      <a:pt x="0" y="17"/>
                      <a:pt x="1" y="17"/>
                      <a:pt x="2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5" y="18"/>
                      <a:pt x="6" y="19"/>
                      <a:pt x="8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8"/>
                      <a:pt x="9" y="17"/>
                      <a:pt x="9" y="16"/>
                    </a:cubicBezTo>
                    <a:cubicBezTo>
                      <a:pt x="9" y="12"/>
                      <a:pt x="12" y="9"/>
                      <a:pt x="16" y="9"/>
                    </a:cubicBezTo>
                    <a:cubicBezTo>
                      <a:pt x="20" y="9"/>
                      <a:pt x="23" y="12"/>
                      <a:pt x="23" y="16"/>
                    </a:cubicBezTo>
                    <a:cubicBezTo>
                      <a:pt x="23" y="17"/>
                      <a:pt x="23" y="18"/>
                      <a:pt x="23" y="19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2" y="18"/>
                      <a:pt x="42" y="17"/>
                      <a:pt x="42" y="16"/>
                    </a:cubicBezTo>
                    <a:cubicBezTo>
                      <a:pt x="42" y="12"/>
                      <a:pt x="45" y="9"/>
                      <a:pt x="49" y="9"/>
                    </a:cubicBezTo>
                    <a:cubicBezTo>
                      <a:pt x="53" y="9"/>
                      <a:pt x="57" y="12"/>
                      <a:pt x="57" y="16"/>
                    </a:cubicBezTo>
                    <a:cubicBezTo>
                      <a:pt x="57" y="17"/>
                      <a:pt x="56" y="18"/>
                      <a:pt x="56" y="19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8" y="19"/>
                      <a:pt x="59" y="18"/>
                      <a:pt x="60" y="18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4" y="18"/>
                      <a:pt x="65" y="17"/>
                      <a:pt x="65" y="16"/>
                    </a:cubicBezTo>
                    <a:cubicBezTo>
                      <a:pt x="65" y="14"/>
                      <a:pt x="64" y="14"/>
                      <a:pt x="63" y="13"/>
                    </a:cubicBezTo>
                    <a:cubicBezTo>
                      <a:pt x="63" y="13"/>
                      <a:pt x="63" y="13"/>
                      <a:pt x="63" y="13"/>
                    </a:cubicBezTo>
                    <a:cubicBezTo>
                      <a:pt x="63" y="5"/>
                      <a:pt x="63" y="5"/>
                      <a:pt x="63" y="5"/>
                    </a:cubicBezTo>
                    <a:cubicBezTo>
                      <a:pt x="63" y="2"/>
                      <a:pt x="60" y="0"/>
                      <a:pt x="57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2" y="2"/>
                      <a:pt x="2" y="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4"/>
                      <a:pt x="2" y="14"/>
                    </a:cubicBezTo>
                    <a:cubicBezTo>
                      <a:pt x="1" y="14"/>
                      <a:pt x="0" y="15"/>
                      <a:pt x="0" y="16"/>
                    </a:cubicBezTo>
                    <a:close/>
                    <a:moveTo>
                      <a:pt x="61" y="8"/>
                    </a:moveTo>
                    <a:cubicBezTo>
                      <a:pt x="61" y="7"/>
                      <a:pt x="61" y="6"/>
                      <a:pt x="61" y="6"/>
                    </a:cubicBezTo>
                    <a:cubicBezTo>
                      <a:pt x="62" y="6"/>
                      <a:pt x="62" y="7"/>
                      <a:pt x="62" y="8"/>
                    </a:cubicBezTo>
                    <a:cubicBezTo>
                      <a:pt x="62" y="10"/>
                      <a:pt x="62" y="11"/>
                      <a:pt x="61" y="11"/>
                    </a:cubicBezTo>
                    <a:cubicBezTo>
                      <a:pt x="61" y="11"/>
                      <a:pt x="61" y="10"/>
                      <a:pt x="61" y="8"/>
                    </a:cubicBezTo>
                    <a:close/>
                    <a:moveTo>
                      <a:pt x="36" y="3"/>
                    </a:moveTo>
                    <a:cubicBezTo>
                      <a:pt x="36" y="3"/>
                      <a:pt x="36" y="3"/>
                      <a:pt x="36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2" y="4"/>
                      <a:pt x="42" y="5"/>
                      <a:pt x="41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5"/>
                      <a:pt x="36" y="4"/>
                      <a:pt x="36" y="4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2" name="Freeform 184"/>
              <p:cNvSpPr>
                <a:spLocks noEditPoints="1"/>
              </p:cNvSpPr>
              <p:nvPr/>
            </p:nvSpPr>
            <p:spPr bwMode="auto">
              <a:xfrm>
                <a:off x="3812" y="2899"/>
                <a:ext cx="26" cy="29"/>
              </a:xfrm>
              <a:custGeom>
                <a:avLst/>
                <a:gdLst>
                  <a:gd name="T0" fmla="*/ 0 w 11"/>
                  <a:gd name="T1" fmla="*/ 6 h 12"/>
                  <a:gd name="T2" fmla="*/ 5 w 11"/>
                  <a:gd name="T3" fmla="*/ 12 h 12"/>
                  <a:gd name="T4" fmla="*/ 11 w 11"/>
                  <a:gd name="T5" fmla="*/ 6 h 12"/>
                  <a:gd name="T6" fmla="*/ 5 w 11"/>
                  <a:gd name="T7" fmla="*/ 0 h 12"/>
                  <a:gd name="T8" fmla="*/ 0 w 11"/>
                  <a:gd name="T9" fmla="*/ 6 h 12"/>
                  <a:gd name="T10" fmla="*/ 3 w 11"/>
                  <a:gd name="T11" fmla="*/ 6 h 12"/>
                  <a:gd name="T12" fmla="*/ 5 w 11"/>
                  <a:gd name="T13" fmla="*/ 3 h 12"/>
                  <a:gd name="T14" fmla="*/ 8 w 11"/>
                  <a:gd name="T15" fmla="*/ 6 h 12"/>
                  <a:gd name="T16" fmla="*/ 5 w 11"/>
                  <a:gd name="T17" fmla="*/ 9 h 12"/>
                  <a:gd name="T18" fmla="*/ 3 w 11"/>
                  <a:gd name="T1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cubicBezTo>
                      <a:pt x="0" y="9"/>
                      <a:pt x="2" y="12"/>
                      <a:pt x="5" y="12"/>
                    </a:cubicBezTo>
                    <a:cubicBezTo>
                      <a:pt x="9" y="12"/>
                      <a:pt x="11" y="9"/>
                      <a:pt x="11" y="6"/>
                    </a:cubicBezTo>
                    <a:cubicBezTo>
                      <a:pt x="11" y="3"/>
                      <a:pt x="9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lose/>
                    <a:moveTo>
                      <a:pt x="3" y="6"/>
                    </a:moveTo>
                    <a:cubicBezTo>
                      <a:pt x="3" y="5"/>
                      <a:pt x="4" y="3"/>
                      <a:pt x="5" y="3"/>
                    </a:cubicBezTo>
                    <a:cubicBezTo>
                      <a:pt x="7" y="3"/>
                      <a:pt x="8" y="5"/>
                      <a:pt x="8" y="6"/>
                    </a:cubicBezTo>
                    <a:cubicBezTo>
                      <a:pt x="8" y="8"/>
                      <a:pt x="7" y="9"/>
                      <a:pt x="5" y="9"/>
                    </a:cubicBezTo>
                    <a:cubicBezTo>
                      <a:pt x="4" y="9"/>
                      <a:pt x="3" y="8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3" name="Freeform 185"/>
              <p:cNvSpPr>
                <a:spLocks noEditPoints="1"/>
              </p:cNvSpPr>
              <p:nvPr/>
            </p:nvSpPr>
            <p:spPr bwMode="auto">
              <a:xfrm>
                <a:off x="3731" y="2899"/>
                <a:ext cx="28" cy="29"/>
              </a:xfrm>
              <a:custGeom>
                <a:avLst/>
                <a:gdLst>
                  <a:gd name="T0" fmla="*/ 0 w 12"/>
                  <a:gd name="T1" fmla="*/ 6 h 12"/>
                  <a:gd name="T2" fmla="*/ 6 w 12"/>
                  <a:gd name="T3" fmla="*/ 12 h 12"/>
                  <a:gd name="T4" fmla="*/ 12 w 12"/>
                  <a:gd name="T5" fmla="*/ 6 h 12"/>
                  <a:gd name="T6" fmla="*/ 6 w 12"/>
                  <a:gd name="T7" fmla="*/ 0 h 12"/>
                  <a:gd name="T8" fmla="*/ 0 w 12"/>
                  <a:gd name="T9" fmla="*/ 6 h 12"/>
                  <a:gd name="T10" fmla="*/ 3 w 12"/>
                  <a:gd name="T11" fmla="*/ 6 h 12"/>
                  <a:gd name="T12" fmla="*/ 6 w 12"/>
                  <a:gd name="T13" fmla="*/ 3 h 12"/>
                  <a:gd name="T14" fmla="*/ 9 w 12"/>
                  <a:gd name="T15" fmla="*/ 6 h 12"/>
                  <a:gd name="T16" fmla="*/ 6 w 12"/>
                  <a:gd name="T17" fmla="*/ 9 h 12"/>
                  <a:gd name="T18" fmla="*/ 3 w 12"/>
                  <a:gd name="T1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lose/>
                    <a:moveTo>
                      <a:pt x="3" y="6"/>
                    </a:moveTo>
                    <a:cubicBezTo>
                      <a:pt x="3" y="5"/>
                      <a:pt x="4" y="3"/>
                      <a:pt x="6" y="3"/>
                    </a:cubicBezTo>
                    <a:cubicBezTo>
                      <a:pt x="7" y="3"/>
                      <a:pt x="9" y="5"/>
                      <a:pt x="9" y="6"/>
                    </a:cubicBezTo>
                    <a:cubicBezTo>
                      <a:pt x="9" y="8"/>
                      <a:pt x="7" y="9"/>
                      <a:pt x="6" y="9"/>
                    </a:cubicBezTo>
                    <a:cubicBezTo>
                      <a:pt x="4" y="9"/>
                      <a:pt x="3" y="8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4" name="Freeform 186"/>
              <p:cNvSpPr/>
              <p:nvPr/>
            </p:nvSpPr>
            <p:spPr bwMode="auto">
              <a:xfrm>
                <a:off x="4271" y="2671"/>
                <a:ext cx="50" cy="31"/>
              </a:xfrm>
              <a:custGeom>
                <a:avLst/>
                <a:gdLst>
                  <a:gd name="T0" fmla="*/ 0 w 21"/>
                  <a:gd name="T1" fmla="*/ 5 h 13"/>
                  <a:gd name="T2" fmla="*/ 8 w 21"/>
                  <a:gd name="T3" fmla="*/ 2 h 13"/>
                  <a:gd name="T4" fmla="*/ 21 w 21"/>
                  <a:gd name="T5" fmla="*/ 7 h 13"/>
                  <a:gd name="T6" fmla="*/ 4 w 21"/>
                  <a:gd name="T7" fmla="*/ 13 h 13"/>
                  <a:gd name="T8" fmla="*/ 0 w 21"/>
                  <a:gd name="T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3">
                    <a:moveTo>
                      <a:pt x="0" y="5"/>
                    </a:moveTo>
                    <a:cubicBezTo>
                      <a:pt x="0" y="5"/>
                      <a:pt x="1" y="5"/>
                      <a:pt x="8" y="2"/>
                    </a:cubicBezTo>
                    <a:cubicBezTo>
                      <a:pt x="15" y="0"/>
                      <a:pt x="21" y="7"/>
                      <a:pt x="21" y="7"/>
                    </a:cubicBezTo>
                    <a:cubicBezTo>
                      <a:pt x="4" y="13"/>
                      <a:pt x="4" y="13"/>
                      <a:pt x="4" y="13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5" name="Freeform 187"/>
              <p:cNvSpPr>
                <a:spLocks noEditPoints="1"/>
              </p:cNvSpPr>
              <p:nvPr/>
            </p:nvSpPr>
            <p:spPr bwMode="auto">
              <a:xfrm>
                <a:off x="4212" y="2686"/>
                <a:ext cx="152" cy="87"/>
              </a:xfrm>
              <a:custGeom>
                <a:avLst/>
                <a:gdLst>
                  <a:gd name="T0" fmla="*/ 4 w 64"/>
                  <a:gd name="T1" fmla="*/ 36 h 37"/>
                  <a:gd name="T2" fmla="*/ 6 w 64"/>
                  <a:gd name="T3" fmla="*/ 37 h 37"/>
                  <a:gd name="T4" fmla="*/ 7 w 64"/>
                  <a:gd name="T5" fmla="*/ 36 h 37"/>
                  <a:gd name="T6" fmla="*/ 8 w 64"/>
                  <a:gd name="T7" fmla="*/ 36 h 37"/>
                  <a:gd name="T8" fmla="*/ 11 w 64"/>
                  <a:gd name="T9" fmla="*/ 36 h 37"/>
                  <a:gd name="T10" fmla="*/ 13 w 64"/>
                  <a:gd name="T11" fmla="*/ 36 h 37"/>
                  <a:gd name="T12" fmla="*/ 12 w 64"/>
                  <a:gd name="T13" fmla="*/ 33 h 37"/>
                  <a:gd name="T14" fmla="*/ 16 w 64"/>
                  <a:gd name="T15" fmla="*/ 24 h 37"/>
                  <a:gd name="T16" fmla="*/ 25 w 64"/>
                  <a:gd name="T17" fmla="*/ 28 h 37"/>
                  <a:gd name="T18" fmla="*/ 26 w 64"/>
                  <a:gd name="T19" fmla="*/ 31 h 37"/>
                  <a:gd name="T20" fmla="*/ 44 w 64"/>
                  <a:gd name="T21" fmla="*/ 24 h 37"/>
                  <a:gd name="T22" fmla="*/ 43 w 64"/>
                  <a:gd name="T23" fmla="*/ 22 h 37"/>
                  <a:gd name="T24" fmla="*/ 47 w 64"/>
                  <a:gd name="T25" fmla="*/ 12 h 37"/>
                  <a:gd name="T26" fmla="*/ 57 w 64"/>
                  <a:gd name="T27" fmla="*/ 16 h 37"/>
                  <a:gd name="T28" fmla="*/ 57 w 64"/>
                  <a:gd name="T29" fmla="*/ 19 h 37"/>
                  <a:gd name="T30" fmla="*/ 58 w 64"/>
                  <a:gd name="T31" fmla="*/ 19 h 37"/>
                  <a:gd name="T32" fmla="*/ 60 w 64"/>
                  <a:gd name="T33" fmla="*/ 17 h 37"/>
                  <a:gd name="T34" fmla="*/ 63 w 64"/>
                  <a:gd name="T35" fmla="*/ 16 h 37"/>
                  <a:gd name="T36" fmla="*/ 64 w 64"/>
                  <a:gd name="T37" fmla="*/ 13 h 37"/>
                  <a:gd name="T38" fmla="*/ 61 w 64"/>
                  <a:gd name="T39" fmla="*/ 12 h 37"/>
                  <a:gd name="T40" fmla="*/ 61 w 64"/>
                  <a:gd name="T41" fmla="*/ 11 h 37"/>
                  <a:gd name="T42" fmla="*/ 59 w 64"/>
                  <a:gd name="T43" fmla="*/ 4 h 37"/>
                  <a:gd name="T44" fmla="*/ 51 w 64"/>
                  <a:gd name="T45" fmla="*/ 1 h 37"/>
                  <a:gd name="T46" fmla="*/ 5 w 64"/>
                  <a:gd name="T47" fmla="*/ 18 h 37"/>
                  <a:gd name="T48" fmla="*/ 1 w 64"/>
                  <a:gd name="T49" fmla="*/ 26 h 37"/>
                  <a:gd name="T50" fmla="*/ 4 w 64"/>
                  <a:gd name="T51" fmla="*/ 33 h 37"/>
                  <a:gd name="T52" fmla="*/ 5 w 64"/>
                  <a:gd name="T53" fmla="*/ 34 h 37"/>
                  <a:gd name="T54" fmla="*/ 4 w 64"/>
                  <a:gd name="T55" fmla="*/ 36 h 37"/>
                  <a:gd name="T56" fmla="*/ 58 w 64"/>
                  <a:gd name="T57" fmla="*/ 8 h 37"/>
                  <a:gd name="T58" fmla="*/ 57 w 64"/>
                  <a:gd name="T59" fmla="*/ 5 h 37"/>
                  <a:gd name="T60" fmla="*/ 59 w 64"/>
                  <a:gd name="T61" fmla="*/ 7 h 37"/>
                  <a:gd name="T62" fmla="*/ 59 w 64"/>
                  <a:gd name="T63" fmla="*/ 10 h 37"/>
                  <a:gd name="T64" fmla="*/ 58 w 64"/>
                  <a:gd name="T65" fmla="*/ 8 h 37"/>
                  <a:gd name="T66" fmla="*/ 32 w 64"/>
                  <a:gd name="T67" fmla="*/ 12 h 37"/>
                  <a:gd name="T68" fmla="*/ 33 w 64"/>
                  <a:gd name="T69" fmla="*/ 11 h 37"/>
                  <a:gd name="T70" fmla="*/ 37 w 64"/>
                  <a:gd name="T71" fmla="*/ 9 h 37"/>
                  <a:gd name="T72" fmla="*/ 38 w 64"/>
                  <a:gd name="T73" fmla="*/ 10 h 37"/>
                  <a:gd name="T74" fmla="*/ 39 w 64"/>
                  <a:gd name="T75" fmla="*/ 10 h 37"/>
                  <a:gd name="T76" fmla="*/ 38 w 64"/>
                  <a:gd name="T77" fmla="*/ 11 h 37"/>
                  <a:gd name="T78" fmla="*/ 34 w 64"/>
                  <a:gd name="T79" fmla="*/ 13 h 37"/>
                  <a:gd name="T80" fmla="*/ 33 w 64"/>
                  <a:gd name="T81" fmla="*/ 13 h 37"/>
                  <a:gd name="T82" fmla="*/ 32 w 64"/>
                  <a:gd name="T83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4" h="37">
                    <a:moveTo>
                      <a:pt x="4" y="36"/>
                    </a:moveTo>
                    <a:cubicBezTo>
                      <a:pt x="4" y="37"/>
                      <a:pt x="5" y="37"/>
                      <a:pt x="6" y="37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6"/>
                      <a:pt x="7" y="36"/>
                      <a:pt x="8" y="36"/>
                    </a:cubicBezTo>
                    <a:cubicBezTo>
                      <a:pt x="9" y="37"/>
                      <a:pt x="10" y="37"/>
                      <a:pt x="11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2" y="35"/>
                      <a:pt x="12" y="34"/>
                      <a:pt x="12" y="33"/>
                    </a:cubicBezTo>
                    <a:cubicBezTo>
                      <a:pt x="10" y="30"/>
                      <a:pt x="12" y="26"/>
                      <a:pt x="16" y="24"/>
                    </a:cubicBezTo>
                    <a:cubicBezTo>
                      <a:pt x="20" y="23"/>
                      <a:pt x="24" y="25"/>
                      <a:pt x="25" y="28"/>
                    </a:cubicBezTo>
                    <a:cubicBezTo>
                      <a:pt x="25" y="29"/>
                      <a:pt x="26" y="30"/>
                      <a:pt x="26" y="31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23"/>
                      <a:pt x="43" y="22"/>
                      <a:pt x="43" y="22"/>
                    </a:cubicBezTo>
                    <a:cubicBezTo>
                      <a:pt x="42" y="18"/>
                      <a:pt x="44" y="14"/>
                      <a:pt x="47" y="12"/>
                    </a:cubicBezTo>
                    <a:cubicBezTo>
                      <a:pt x="51" y="11"/>
                      <a:pt x="55" y="13"/>
                      <a:pt x="57" y="16"/>
                    </a:cubicBezTo>
                    <a:cubicBezTo>
                      <a:pt x="57" y="17"/>
                      <a:pt x="57" y="18"/>
                      <a:pt x="57" y="19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9" y="18"/>
                      <a:pt x="60" y="18"/>
                      <a:pt x="60" y="17"/>
                    </a:cubicBezTo>
                    <a:cubicBezTo>
                      <a:pt x="63" y="16"/>
                      <a:pt x="63" y="16"/>
                      <a:pt x="63" y="16"/>
                    </a:cubicBezTo>
                    <a:cubicBezTo>
                      <a:pt x="64" y="15"/>
                      <a:pt x="64" y="14"/>
                      <a:pt x="64" y="13"/>
                    </a:cubicBezTo>
                    <a:cubicBezTo>
                      <a:pt x="64" y="12"/>
                      <a:pt x="62" y="12"/>
                      <a:pt x="61" y="12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8" y="1"/>
                      <a:pt x="54" y="0"/>
                      <a:pt x="51" y="1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2" y="20"/>
                      <a:pt x="0" y="23"/>
                      <a:pt x="1" y="26"/>
                    </a:cubicBezTo>
                    <a:cubicBezTo>
                      <a:pt x="4" y="33"/>
                      <a:pt x="4" y="33"/>
                      <a:pt x="4" y="33"/>
                    </a:cubicBezTo>
                    <a:cubicBezTo>
                      <a:pt x="4" y="33"/>
                      <a:pt x="4" y="34"/>
                      <a:pt x="5" y="34"/>
                    </a:cubicBezTo>
                    <a:cubicBezTo>
                      <a:pt x="4" y="34"/>
                      <a:pt x="4" y="35"/>
                      <a:pt x="4" y="36"/>
                    </a:cubicBezTo>
                    <a:close/>
                    <a:moveTo>
                      <a:pt x="58" y="8"/>
                    </a:moveTo>
                    <a:cubicBezTo>
                      <a:pt x="57" y="6"/>
                      <a:pt x="57" y="5"/>
                      <a:pt x="57" y="5"/>
                    </a:cubicBezTo>
                    <a:cubicBezTo>
                      <a:pt x="58" y="5"/>
                      <a:pt x="58" y="6"/>
                      <a:pt x="59" y="7"/>
                    </a:cubicBezTo>
                    <a:cubicBezTo>
                      <a:pt x="59" y="9"/>
                      <a:pt x="60" y="10"/>
                      <a:pt x="59" y="10"/>
                    </a:cubicBezTo>
                    <a:cubicBezTo>
                      <a:pt x="59" y="10"/>
                      <a:pt x="58" y="9"/>
                      <a:pt x="58" y="8"/>
                    </a:cubicBezTo>
                    <a:close/>
                    <a:moveTo>
                      <a:pt x="32" y="12"/>
                    </a:moveTo>
                    <a:cubicBezTo>
                      <a:pt x="32" y="12"/>
                      <a:pt x="32" y="11"/>
                      <a:pt x="33" y="11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8" y="9"/>
                      <a:pt x="38" y="9"/>
                      <a:pt x="38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3"/>
                      <a:pt x="33" y="13"/>
                      <a:pt x="33" y="13"/>
                    </a:cubicBezTo>
                    <a:lnTo>
                      <a:pt x="3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6" name="Freeform 188"/>
              <p:cNvSpPr>
                <a:spLocks noEditPoints="1"/>
              </p:cNvSpPr>
              <p:nvPr/>
            </p:nvSpPr>
            <p:spPr bwMode="auto">
              <a:xfrm>
                <a:off x="4314" y="2714"/>
                <a:ext cx="31" cy="33"/>
              </a:xfrm>
              <a:custGeom>
                <a:avLst/>
                <a:gdLst>
                  <a:gd name="T0" fmla="*/ 1 w 13"/>
                  <a:gd name="T1" fmla="*/ 9 h 14"/>
                  <a:gd name="T2" fmla="*/ 9 w 13"/>
                  <a:gd name="T3" fmla="*/ 12 h 14"/>
                  <a:gd name="T4" fmla="*/ 12 w 13"/>
                  <a:gd name="T5" fmla="*/ 5 h 14"/>
                  <a:gd name="T6" fmla="*/ 5 w 13"/>
                  <a:gd name="T7" fmla="*/ 2 h 14"/>
                  <a:gd name="T8" fmla="*/ 1 w 13"/>
                  <a:gd name="T9" fmla="*/ 9 h 14"/>
                  <a:gd name="T10" fmla="*/ 4 w 13"/>
                  <a:gd name="T11" fmla="*/ 8 h 14"/>
                  <a:gd name="T12" fmla="*/ 6 w 13"/>
                  <a:gd name="T13" fmla="*/ 5 h 14"/>
                  <a:gd name="T14" fmla="*/ 9 w 13"/>
                  <a:gd name="T15" fmla="*/ 6 h 14"/>
                  <a:gd name="T16" fmla="*/ 8 w 13"/>
                  <a:gd name="T17" fmla="*/ 10 h 14"/>
                  <a:gd name="T18" fmla="*/ 4 w 13"/>
                  <a:gd name="T19" fmla="*/ 8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4">
                    <a:moveTo>
                      <a:pt x="1" y="9"/>
                    </a:moveTo>
                    <a:cubicBezTo>
                      <a:pt x="3" y="12"/>
                      <a:pt x="6" y="14"/>
                      <a:pt x="9" y="12"/>
                    </a:cubicBezTo>
                    <a:cubicBezTo>
                      <a:pt x="12" y="11"/>
                      <a:pt x="13" y="8"/>
                      <a:pt x="12" y="5"/>
                    </a:cubicBezTo>
                    <a:cubicBezTo>
                      <a:pt x="11" y="2"/>
                      <a:pt x="8" y="0"/>
                      <a:pt x="5" y="2"/>
                    </a:cubicBezTo>
                    <a:cubicBezTo>
                      <a:pt x="2" y="3"/>
                      <a:pt x="0" y="6"/>
                      <a:pt x="1" y="9"/>
                    </a:cubicBezTo>
                    <a:close/>
                    <a:moveTo>
                      <a:pt x="4" y="8"/>
                    </a:moveTo>
                    <a:cubicBezTo>
                      <a:pt x="4" y="7"/>
                      <a:pt x="5" y="5"/>
                      <a:pt x="6" y="5"/>
                    </a:cubicBezTo>
                    <a:cubicBezTo>
                      <a:pt x="7" y="4"/>
                      <a:pt x="9" y="5"/>
                      <a:pt x="9" y="6"/>
                    </a:cubicBezTo>
                    <a:cubicBezTo>
                      <a:pt x="10" y="7"/>
                      <a:pt x="9" y="9"/>
                      <a:pt x="8" y="10"/>
                    </a:cubicBezTo>
                    <a:cubicBezTo>
                      <a:pt x="6" y="10"/>
                      <a:pt x="5" y="9"/>
                      <a:pt x="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7" name="Freeform 189"/>
              <p:cNvSpPr>
                <a:spLocks noEditPoints="1"/>
              </p:cNvSpPr>
              <p:nvPr/>
            </p:nvSpPr>
            <p:spPr bwMode="auto">
              <a:xfrm>
                <a:off x="4240" y="2743"/>
                <a:ext cx="31" cy="33"/>
              </a:xfrm>
              <a:custGeom>
                <a:avLst/>
                <a:gdLst>
                  <a:gd name="T0" fmla="*/ 1 w 13"/>
                  <a:gd name="T1" fmla="*/ 9 h 14"/>
                  <a:gd name="T2" fmla="*/ 8 w 13"/>
                  <a:gd name="T3" fmla="*/ 12 h 14"/>
                  <a:gd name="T4" fmla="*/ 12 w 13"/>
                  <a:gd name="T5" fmla="*/ 5 h 14"/>
                  <a:gd name="T6" fmla="*/ 4 w 13"/>
                  <a:gd name="T7" fmla="*/ 1 h 14"/>
                  <a:gd name="T8" fmla="*/ 1 w 13"/>
                  <a:gd name="T9" fmla="*/ 9 h 14"/>
                  <a:gd name="T10" fmla="*/ 4 w 13"/>
                  <a:gd name="T11" fmla="*/ 8 h 14"/>
                  <a:gd name="T12" fmla="*/ 5 w 13"/>
                  <a:gd name="T13" fmla="*/ 4 h 14"/>
                  <a:gd name="T14" fmla="*/ 9 w 13"/>
                  <a:gd name="T15" fmla="*/ 6 h 14"/>
                  <a:gd name="T16" fmla="*/ 7 w 13"/>
                  <a:gd name="T17" fmla="*/ 9 h 14"/>
                  <a:gd name="T18" fmla="*/ 4 w 13"/>
                  <a:gd name="T19" fmla="*/ 8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4">
                    <a:moveTo>
                      <a:pt x="1" y="9"/>
                    </a:moveTo>
                    <a:cubicBezTo>
                      <a:pt x="2" y="12"/>
                      <a:pt x="5" y="14"/>
                      <a:pt x="8" y="12"/>
                    </a:cubicBezTo>
                    <a:cubicBezTo>
                      <a:pt x="11" y="11"/>
                      <a:pt x="13" y="8"/>
                      <a:pt x="12" y="5"/>
                    </a:cubicBezTo>
                    <a:cubicBezTo>
                      <a:pt x="11" y="2"/>
                      <a:pt x="7" y="0"/>
                      <a:pt x="4" y="1"/>
                    </a:cubicBezTo>
                    <a:cubicBezTo>
                      <a:pt x="1" y="3"/>
                      <a:pt x="0" y="6"/>
                      <a:pt x="1" y="9"/>
                    </a:cubicBezTo>
                    <a:close/>
                    <a:moveTo>
                      <a:pt x="4" y="8"/>
                    </a:moveTo>
                    <a:cubicBezTo>
                      <a:pt x="3" y="6"/>
                      <a:pt x="4" y="5"/>
                      <a:pt x="5" y="4"/>
                    </a:cubicBezTo>
                    <a:cubicBezTo>
                      <a:pt x="7" y="4"/>
                      <a:pt x="8" y="5"/>
                      <a:pt x="9" y="6"/>
                    </a:cubicBezTo>
                    <a:cubicBezTo>
                      <a:pt x="9" y="7"/>
                      <a:pt x="9" y="9"/>
                      <a:pt x="7" y="9"/>
                    </a:cubicBezTo>
                    <a:cubicBezTo>
                      <a:pt x="6" y="10"/>
                      <a:pt x="4" y="9"/>
                      <a:pt x="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8" name="Freeform 190"/>
              <p:cNvSpPr>
                <a:spLocks noEditPoints="1"/>
              </p:cNvSpPr>
              <p:nvPr/>
            </p:nvSpPr>
            <p:spPr bwMode="auto">
              <a:xfrm>
                <a:off x="3662" y="1976"/>
                <a:ext cx="34" cy="28"/>
              </a:xfrm>
              <a:custGeom>
                <a:avLst/>
                <a:gdLst>
                  <a:gd name="T0" fmla="*/ 12 w 14"/>
                  <a:gd name="T1" fmla="*/ 2 h 12"/>
                  <a:gd name="T2" fmla="*/ 12 w 14"/>
                  <a:gd name="T3" fmla="*/ 2 h 12"/>
                  <a:gd name="T4" fmla="*/ 12 w 14"/>
                  <a:gd name="T5" fmla="*/ 2 h 12"/>
                  <a:gd name="T6" fmla="*/ 11 w 14"/>
                  <a:gd name="T7" fmla="*/ 2 h 12"/>
                  <a:gd name="T8" fmla="*/ 10 w 14"/>
                  <a:gd name="T9" fmla="*/ 2 h 12"/>
                  <a:gd name="T10" fmla="*/ 10 w 14"/>
                  <a:gd name="T11" fmla="*/ 2 h 12"/>
                  <a:gd name="T12" fmla="*/ 10 w 14"/>
                  <a:gd name="T13" fmla="*/ 1 h 12"/>
                  <a:gd name="T14" fmla="*/ 8 w 14"/>
                  <a:gd name="T15" fmla="*/ 0 h 12"/>
                  <a:gd name="T16" fmla="*/ 7 w 14"/>
                  <a:gd name="T17" fmla="*/ 0 h 12"/>
                  <a:gd name="T18" fmla="*/ 5 w 14"/>
                  <a:gd name="T19" fmla="*/ 2 h 12"/>
                  <a:gd name="T20" fmla="*/ 5 w 14"/>
                  <a:gd name="T21" fmla="*/ 2 h 12"/>
                  <a:gd name="T22" fmla="*/ 4 w 14"/>
                  <a:gd name="T23" fmla="*/ 2 h 12"/>
                  <a:gd name="T24" fmla="*/ 4 w 14"/>
                  <a:gd name="T25" fmla="*/ 2 h 12"/>
                  <a:gd name="T26" fmla="*/ 3 w 14"/>
                  <a:gd name="T27" fmla="*/ 2 h 12"/>
                  <a:gd name="T28" fmla="*/ 2 w 14"/>
                  <a:gd name="T29" fmla="*/ 3 h 12"/>
                  <a:gd name="T30" fmla="*/ 2 w 14"/>
                  <a:gd name="T31" fmla="*/ 3 h 12"/>
                  <a:gd name="T32" fmla="*/ 0 w 14"/>
                  <a:gd name="T33" fmla="*/ 5 h 12"/>
                  <a:gd name="T34" fmla="*/ 0 w 14"/>
                  <a:gd name="T35" fmla="*/ 10 h 12"/>
                  <a:gd name="T36" fmla="*/ 3 w 14"/>
                  <a:gd name="T37" fmla="*/ 12 h 12"/>
                  <a:gd name="T38" fmla="*/ 12 w 14"/>
                  <a:gd name="T39" fmla="*/ 12 h 12"/>
                  <a:gd name="T40" fmla="*/ 14 w 14"/>
                  <a:gd name="T41" fmla="*/ 10 h 12"/>
                  <a:gd name="T42" fmla="*/ 14 w 14"/>
                  <a:gd name="T43" fmla="*/ 5 h 12"/>
                  <a:gd name="T44" fmla="*/ 12 w 14"/>
                  <a:gd name="T45" fmla="*/ 2 h 12"/>
                  <a:gd name="T46" fmla="*/ 6 w 14"/>
                  <a:gd name="T47" fmla="*/ 2 h 12"/>
                  <a:gd name="T48" fmla="*/ 7 w 14"/>
                  <a:gd name="T49" fmla="*/ 1 h 12"/>
                  <a:gd name="T50" fmla="*/ 8 w 14"/>
                  <a:gd name="T51" fmla="*/ 1 h 12"/>
                  <a:gd name="T52" fmla="*/ 9 w 14"/>
                  <a:gd name="T53" fmla="*/ 1 h 12"/>
                  <a:gd name="T54" fmla="*/ 9 w 14"/>
                  <a:gd name="T55" fmla="*/ 2 h 12"/>
                  <a:gd name="T56" fmla="*/ 6 w 14"/>
                  <a:gd name="T57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4" h="12">
                    <a:moveTo>
                      <a:pt x="12" y="2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0"/>
                      <a:pt x="5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1" y="12"/>
                      <a:pt x="3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" y="12"/>
                      <a:pt x="14" y="11"/>
                      <a:pt x="14" y="10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4"/>
                      <a:pt x="13" y="3"/>
                      <a:pt x="12" y="2"/>
                    </a:cubicBezTo>
                    <a:close/>
                    <a:moveTo>
                      <a:pt x="6" y="2"/>
                    </a:moveTo>
                    <a:cubicBezTo>
                      <a:pt x="6" y="1"/>
                      <a:pt x="6" y="1"/>
                      <a:pt x="7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6" y="2"/>
                      <a:pt x="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49" name="Freeform 191"/>
              <p:cNvSpPr>
                <a:spLocks noEditPoints="1"/>
              </p:cNvSpPr>
              <p:nvPr/>
            </p:nvSpPr>
            <p:spPr bwMode="auto">
              <a:xfrm>
                <a:off x="3662" y="2190"/>
                <a:ext cx="34" cy="28"/>
              </a:xfrm>
              <a:custGeom>
                <a:avLst/>
                <a:gdLst>
                  <a:gd name="T0" fmla="*/ 12 w 14"/>
                  <a:gd name="T1" fmla="*/ 2 h 12"/>
                  <a:gd name="T2" fmla="*/ 12 w 14"/>
                  <a:gd name="T3" fmla="*/ 2 h 12"/>
                  <a:gd name="T4" fmla="*/ 11 w 14"/>
                  <a:gd name="T5" fmla="*/ 1 h 12"/>
                  <a:gd name="T6" fmla="*/ 10 w 14"/>
                  <a:gd name="T7" fmla="*/ 1 h 12"/>
                  <a:gd name="T8" fmla="*/ 10 w 14"/>
                  <a:gd name="T9" fmla="*/ 2 h 12"/>
                  <a:gd name="T10" fmla="*/ 9 w 14"/>
                  <a:gd name="T11" fmla="*/ 2 h 12"/>
                  <a:gd name="T12" fmla="*/ 9 w 14"/>
                  <a:gd name="T13" fmla="*/ 1 h 12"/>
                  <a:gd name="T14" fmla="*/ 7 w 14"/>
                  <a:gd name="T15" fmla="*/ 0 h 12"/>
                  <a:gd name="T16" fmla="*/ 6 w 14"/>
                  <a:gd name="T17" fmla="*/ 0 h 12"/>
                  <a:gd name="T18" fmla="*/ 4 w 14"/>
                  <a:gd name="T19" fmla="*/ 1 h 12"/>
                  <a:gd name="T20" fmla="*/ 4 w 14"/>
                  <a:gd name="T21" fmla="*/ 2 h 12"/>
                  <a:gd name="T22" fmla="*/ 4 w 14"/>
                  <a:gd name="T23" fmla="*/ 2 h 12"/>
                  <a:gd name="T24" fmla="*/ 3 w 14"/>
                  <a:gd name="T25" fmla="*/ 1 h 12"/>
                  <a:gd name="T26" fmla="*/ 2 w 14"/>
                  <a:gd name="T27" fmla="*/ 2 h 12"/>
                  <a:gd name="T28" fmla="*/ 2 w 14"/>
                  <a:gd name="T29" fmla="*/ 2 h 12"/>
                  <a:gd name="T30" fmla="*/ 2 w 14"/>
                  <a:gd name="T31" fmla="*/ 2 h 12"/>
                  <a:gd name="T32" fmla="*/ 0 w 14"/>
                  <a:gd name="T33" fmla="*/ 4 h 12"/>
                  <a:gd name="T34" fmla="*/ 0 w 14"/>
                  <a:gd name="T35" fmla="*/ 9 h 12"/>
                  <a:gd name="T36" fmla="*/ 2 w 14"/>
                  <a:gd name="T37" fmla="*/ 12 h 12"/>
                  <a:gd name="T38" fmla="*/ 11 w 14"/>
                  <a:gd name="T39" fmla="*/ 11 h 12"/>
                  <a:gd name="T40" fmla="*/ 14 w 14"/>
                  <a:gd name="T41" fmla="*/ 9 h 12"/>
                  <a:gd name="T42" fmla="*/ 14 w 14"/>
                  <a:gd name="T43" fmla="*/ 4 h 12"/>
                  <a:gd name="T44" fmla="*/ 12 w 14"/>
                  <a:gd name="T45" fmla="*/ 2 h 12"/>
                  <a:gd name="T46" fmla="*/ 5 w 14"/>
                  <a:gd name="T47" fmla="*/ 1 h 12"/>
                  <a:gd name="T48" fmla="*/ 6 w 14"/>
                  <a:gd name="T49" fmla="*/ 0 h 12"/>
                  <a:gd name="T50" fmla="*/ 7 w 14"/>
                  <a:gd name="T51" fmla="*/ 0 h 12"/>
                  <a:gd name="T52" fmla="*/ 8 w 14"/>
                  <a:gd name="T53" fmla="*/ 1 h 12"/>
                  <a:gd name="T54" fmla="*/ 8 w 14"/>
                  <a:gd name="T55" fmla="*/ 2 h 12"/>
                  <a:gd name="T56" fmla="*/ 5 w 14"/>
                  <a:gd name="T57" fmla="*/ 2 h 12"/>
                  <a:gd name="T58" fmla="*/ 5 w 14"/>
                  <a:gd name="T5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" h="12">
                    <a:moveTo>
                      <a:pt x="12" y="2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2" y="1"/>
                      <a:pt x="11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0"/>
                      <a:pt x="8" y="0"/>
                      <a:pt x="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4" y="0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1"/>
                      <a:pt x="1" y="12"/>
                      <a:pt x="2" y="12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11"/>
                      <a:pt x="14" y="10"/>
                      <a:pt x="14" y="9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2"/>
                      <a:pt x="12" y="2"/>
                    </a:cubicBezTo>
                    <a:close/>
                    <a:moveTo>
                      <a:pt x="5" y="1"/>
                    </a:moveTo>
                    <a:cubicBezTo>
                      <a:pt x="5" y="1"/>
                      <a:pt x="5" y="0"/>
                      <a:pt x="6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8" y="0"/>
                      <a:pt x="8" y="1"/>
                      <a:pt x="8" y="1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5" y="2"/>
                      <a:pt x="5" y="2"/>
                      <a:pt x="5" y="2"/>
                    </a:cubicBezTo>
                    <a:lnTo>
                      <a:pt x="5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0" name="Freeform 192"/>
              <p:cNvSpPr>
                <a:spLocks noEditPoints="1"/>
              </p:cNvSpPr>
              <p:nvPr/>
            </p:nvSpPr>
            <p:spPr bwMode="auto">
              <a:xfrm>
                <a:off x="3804" y="2211"/>
                <a:ext cx="38" cy="38"/>
              </a:xfrm>
              <a:custGeom>
                <a:avLst/>
                <a:gdLst>
                  <a:gd name="T0" fmla="*/ 15 w 16"/>
                  <a:gd name="T1" fmla="*/ 6 h 16"/>
                  <a:gd name="T2" fmla="*/ 14 w 16"/>
                  <a:gd name="T3" fmla="*/ 6 h 16"/>
                  <a:gd name="T4" fmla="*/ 13 w 16"/>
                  <a:gd name="T5" fmla="*/ 5 h 16"/>
                  <a:gd name="T6" fmla="*/ 14 w 16"/>
                  <a:gd name="T7" fmla="*/ 5 h 16"/>
                  <a:gd name="T8" fmla="*/ 14 w 16"/>
                  <a:gd name="T9" fmla="*/ 3 h 16"/>
                  <a:gd name="T10" fmla="*/ 13 w 16"/>
                  <a:gd name="T11" fmla="*/ 2 h 16"/>
                  <a:gd name="T12" fmla="*/ 12 w 16"/>
                  <a:gd name="T13" fmla="*/ 2 h 16"/>
                  <a:gd name="T14" fmla="*/ 11 w 16"/>
                  <a:gd name="T15" fmla="*/ 3 h 16"/>
                  <a:gd name="T16" fmla="*/ 10 w 16"/>
                  <a:gd name="T17" fmla="*/ 3 h 16"/>
                  <a:gd name="T18" fmla="*/ 10 w 16"/>
                  <a:gd name="T19" fmla="*/ 1 h 16"/>
                  <a:gd name="T20" fmla="*/ 9 w 16"/>
                  <a:gd name="T21" fmla="*/ 0 h 16"/>
                  <a:gd name="T22" fmla="*/ 7 w 16"/>
                  <a:gd name="T23" fmla="*/ 0 h 16"/>
                  <a:gd name="T24" fmla="*/ 6 w 16"/>
                  <a:gd name="T25" fmla="*/ 1 h 16"/>
                  <a:gd name="T26" fmla="*/ 6 w 16"/>
                  <a:gd name="T27" fmla="*/ 3 h 16"/>
                  <a:gd name="T28" fmla="*/ 5 w 16"/>
                  <a:gd name="T29" fmla="*/ 3 h 16"/>
                  <a:gd name="T30" fmla="*/ 4 w 16"/>
                  <a:gd name="T31" fmla="*/ 2 h 16"/>
                  <a:gd name="T32" fmla="*/ 3 w 16"/>
                  <a:gd name="T33" fmla="*/ 2 h 16"/>
                  <a:gd name="T34" fmla="*/ 2 w 16"/>
                  <a:gd name="T35" fmla="*/ 3 h 16"/>
                  <a:gd name="T36" fmla="*/ 2 w 16"/>
                  <a:gd name="T37" fmla="*/ 5 h 16"/>
                  <a:gd name="T38" fmla="*/ 3 w 16"/>
                  <a:gd name="T39" fmla="*/ 5 h 16"/>
                  <a:gd name="T40" fmla="*/ 2 w 16"/>
                  <a:gd name="T41" fmla="*/ 7 h 16"/>
                  <a:gd name="T42" fmla="*/ 1 w 16"/>
                  <a:gd name="T43" fmla="*/ 7 h 16"/>
                  <a:gd name="T44" fmla="*/ 0 w 16"/>
                  <a:gd name="T45" fmla="*/ 8 h 16"/>
                  <a:gd name="T46" fmla="*/ 0 w 16"/>
                  <a:gd name="T47" fmla="*/ 9 h 16"/>
                  <a:gd name="T48" fmla="*/ 1 w 16"/>
                  <a:gd name="T49" fmla="*/ 10 h 16"/>
                  <a:gd name="T50" fmla="*/ 2 w 16"/>
                  <a:gd name="T51" fmla="*/ 10 h 16"/>
                  <a:gd name="T52" fmla="*/ 3 w 16"/>
                  <a:gd name="T53" fmla="*/ 11 h 16"/>
                  <a:gd name="T54" fmla="*/ 2 w 16"/>
                  <a:gd name="T55" fmla="*/ 12 h 16"/>
                  <a:gd name="T56" fmla="*/ 2 w 16"/>
                  <a:gd name="T57" fmla="*/ 14 h 16"/>
                  <a:gd name="T58" fmla="*/ 3 w 16"/>
                  <a:gd name="T59" fmla="*/ 14 h 16"/>
                  <a:gd name="T60" fmla="*/ 5 w 16"/>
                  <a:gd name="T61" fmla="*/ 14 h 16"/>
                  <a:gd name="T62" fmla="*/ 5 w 16"/>
                  <a:gd name="T63" fmla="*/ 14 h 16"/>
                  <a:gd name="T64" fmla="*/ 7 w 16"/>
                  <a:gd name="T65" fmla="*/ 14 h 16"/>
                  <a:gd name="T66" fmla="*/ 7 w 16"/>
                  <a:gd name="T67" fmla="*/ 15 h 16"/>
                  <a:gd name="T68" fmla="*/ 8 w 16"/>
                  <a:gd name="T69" fmla="*/ 16 h 16"/>
                  <a:gd name="T70" fmla="*/ 9 w 16"/>
                  <a:gd name="T71" fmla="*/ 16 h 16"/>
                  <a:gd name="T72" fmla="*/ 10 w 16"/>
                  <a:gd name="T73" fmla="*/ 15 h 16"/>
                  <a:gd name="T74" fmla="*/ 10 w 16"/>
                  <a:gd name="T75" fmla="*/ 14 h 16"/>
                  <a:gd name="T76" fmla="*/ 11 w 16"/>
                  <a:gd name="T77" fmla="*/ 14 h 16"/>
                  <a:gd name="T78" fmla="*/ 12 w 16"/>
                  <a:gd name="T79" fmla="*/ 14 h 16"/>
                  <a:gd name="T80" fmla="*/ 13 w 16"/>
                  <a:gd name="T81" fmla="*/ 14 h 16"/>
                  <a:gd name="T82" fmla="*/ 14 w 16"/>
                  <a:gd name="T83" fmla="*/ 13 h 16"/>
                  <a:gd name="T84" fmla="*/ 14 w 16"/>
                  <a:gd name="T85" fmla="*/ 12 h 16"/>
                  <a:gd name="T86" fmla="*/ 14 w 16"/>
                  <a:gd name="T87" fmla="*/ 11 h 16"/>
                  <a:gd name="T88" fmla="*/ 14 w 16"/>
                  <a:gd name="T89" fmla="*/ 10 h 16"/>
                  <a:gd name="T90" fmla="*/ 15 w 16"/>
                  <a:gd name="T91" fmla="*/ 10 h 16"/>
                  <a:gd name="T92" fmla="*/ 16 w 16"/>
                  <a:gd name="T93" fmla="*/ 9 h 16"/>
                  <a:gd name="T94" fmla="*/ 16 w 16"/>
                  <a:gd name="T95" fmla="*/ 8 h 16"/>
                  <a:gd name="T96" fmla="*/ 15 w 16"/>
                  <a:gd name="T97" fmla="*/ 6 h 16"/>
                  <a:gd name="T98" fmla="*/ 10 w 16"/>
                  <a:gd name="T99" fmla="*/ 10 h 16"/>
                  <a:gd name="T100" fmla="*/ 6 w 16"/>
                  <a:gd name="T101" fmla="*/ 11 h 16"/>
                  <a:gd name="T102" fmla="*/ 6 w 16"/>
                  <a:gd name="T103" fmla="*/ 6 h 16"/>
                  <a:gd name="T104" fmla="*/ 10 w 16"/>
                  <a:gd name="T105" fmla="*/ 6 h 16"/>
                  <a:gd name="T106" fmla="*/ 10 w 16"/>
                  <a:gd name="T107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" h="16">
                    <a:moveTo>
                      <a:pt x="15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2" y="2"/>
                      <a:pt x="12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0" y="3"/>
                      <a:pt x="10" y="3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9" y="0"/>
                      <a:pt x="9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1"/>
                      <a:pt x="6" y="1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5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6"/>
                      <a:pt x="2" y="6"/>
                      <a:pt x="2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7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1" y="10"/>
                      <a:pt x="1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3" y="11"/>
                      <a:pt x="3" y="1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3"/>
                      <a:pt x="2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5"/>
                      <a:pt x="4" y="15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6"/>
                      <a:pt x="7" y="16"/>
                      <a:pt x="8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6"/>
                      <a:pt x="10" y="16"/>
                      <a:pt x="10" y="15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4"/>
                      <a:pt x="11" y="14"/>
                      <a:pt x="11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2" y="15"/>
                      <a:pt x="13" y="15"/>
                      <a:pt x="13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3"/>
                      <a:pt x="15" y="12"/>
                      <a:pt x="14" y="12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1"/>
                      <a:pt x="14" y="10"/>
                      <a:pt x="14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6" y="10"/>
                      <a:pt x="16" y="9"/>
                      <a:pt x="16" y="9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7"/>
                      <a:pt x="16" y="6"/>
                      <a:pt x="15" y="6"/>
                    </a:cubicBezTo>
                    <a:close/>
                    <a:moveTo>
                      <a:pt x="10" y="10"/>
                    </a:moveTo>
                    <a:cubicBezTo>
                      <a:pt x="9" y="12"/>
                      <a:pt x="7" y="12"/>
                      <a:pt x="6" y="11"/>
                    </a:cubicBezTo>
                    <a:cubicBezTo>
                      <a:pt x="5" y="9"/>
                      <a:pt x="5" y="7"/>
                      <a:pt x="6" y="6"/>
                    </a:cubicBezTo>
                    <a:cubicBezTo>
                      <a:pt x="7" y="5"/>
                      <a:pt x="9" y="5"/>
                      <a:pt x="10" y="6"/>
                    </a:cubicBezTo>
                    <a:cubicBezTo>
                      <a:pt x="11" y="7"/>
                      <a:pt x="11" y="9"/>
                      <a:pt x="1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1" name="Freeform 193"/>
              <p:cNvSpPr>
                <a:spLocks noEditPoints="1"/>
              </p:cNvSpPr>
              <p:nvPr/>
            </p:nvSpPr>
            <p:spPr bwMode="auto">
              <a:xfrm>
                <a:off x="3665" y="1933"/>
                <a:ext cx="28" cy="31"/>
              </a:xfrm>
              <a:custGeom>
                <a:avLst/>
                <a:gdLst>
                  <a:gd name="T0" fmla="*/ 11 w 12"/>
                  <a:gd name="T1" fmla="*/ 5 h 13"/>
                  <a:gd name="T2" fmla="*/ 11 w 12"/>
                  <a:gd name="T3" fmla="*/ 5 h 13"/>
                  <a:gd name="T4" fmla="*/ 10 w 12"/>
                  <a:gd name="T5" fmla="*/ 4 h 13"/>
                  <a:gd name="T6" fmla="*/ 11 w 12"/>
                  <a:gd name="T7" fmla="*/ 4 h 13"/>
                  <a:gd name="T8" fmla="*/ 11 w 12"/>
                  <a:gd name="T9" fmla="*/ 2 h 13"/>
                  <a:gd name="T10" fmla="*/ 10 w 12"/>
                  <a:gd name="T11" fmla="*/ 2 h 13"/>
                  <a:gd name="T12" fmla="*/ 9 w 12"/>
                  <a:gd name="T13" fmla="*/ 2 h 13"/>
                  <a:gd name="T14" fmla="*/ 8 w 12"/>
                  <a:gd name="T15" fmla="*/ 2 h 13"/>
                  <a:gd name="T16" fmla="*/ 7 w 12"/>
                  <a:gd name="T17" fmla="*/ 2 h 13"/>
                  <a:gd name="T18" fmla="*/ 7 w 12"/>
                  <a:gd name="T19" fmla="*/ 1 h 13"/>
                  <a:gd name="T20" fmla="*/ 6 w 12"/>
                  <a:gd name="T21" fmla="*/ 0 h 13"/>
                  <a:gd name="T22" fmla="*/ 5 w 12"/>
                  <a:gd name="T23" fmla="*/ 0 h 13"/>
                  <a:gd name="T24" fmla="*/ 5 w 12"/>
                  <a:gd name="T25" fmla="*/ 1 h 13"/>
                  <a:gd name="T26" fmla="*/ 5 w 12"/>
                  <a:gd name="T27" fmla="*/ 2 h 13"/>
                  <a:gd name="T28" fmla="*/ 4 w 12"/>
                  <a:gd name="T29" fmla="*/ 3 h 13"/>
                  <a:gd name="T30" fmla="*/ 3 w 12"/>
                  <a:gd name="T31" fmla="*/ 2 h 13"/>
                  <a:gd name="T32" fmla="*/ 2 w 12"/>
                  <a:gd name="T33" fmla="*/ 2 h 13"/>
                  <a:gd name="T34" fmla="*/ 1 w 12"/>
                  <a:gd name="T35" fmla="*/ 3 h 13"/>
                  <a:gd name="T36" fmla="*/ 1 w 12"/>
                  <a:gd name="T37" fmla="*/ 4 h 13"/>
                  <a:gd name="T38" fmla="*/ 2 w 12"/>
                  <a:gd name="T39" fmla="*/ 4 h 13"/>
                  <a:gd name="T40" fmla="*/ 1 w 12"/>
                  <a:gd name="T41" fmla="*/ 5 h 13"/>
                  <a:gd name="T42" fmla="*/ 1 w 12"/>
                  <a:gd name="T43" fmla="*/ 5 h 13"/>
                  <a:gd name="T44" fmla="*/ 0 w 12"/>
                  <a:gd name="T45" fmla="*/ 6 h 13"/>
                  <a:gd name="T46" fmla="*/ 0 w 12"/>
                  <a:gd name="T47" fmla="*/ 7 h 13"/>
                  <a:gd name="T48" fmla="*/ 1 w 12"/>
                  <a:gd name="T49" fmla="*/ 8 h 13"/>
                  <a:gd name="T50" fmla="*/ 1 w 12"/>
                  <a:gd name="T51" fmla="*/ 8 h 13"/>
                  <a:gd name="T52" fmla="*/ 2 w 12"/>
                  <a:gd name="T53" fmla="*/ 9 h 13"/>
                  <a:gd name="T54" fmla="*/ 1 w 12"/>
                  <a:gd name="T55" fmla="*/ 10 h 13"/>
                  <a:gd name="T56" fmla="*/ 1 w 12"/>
                  <a:gd name="T57" fmla="*/ 11 h 13"/>
                  <a:gd name="T58" fmla="*/ 2 w 12"/>
                  <a:gd name="T59" fmla="*/ 12 h 13"/>
                  <a:gd name="T60" fmla="*/ 3 w 12"/>
                  <a:gd name="T61" fmla="*/ 12 h 13"/>
                  <a:gd name="T62" fmla="*/ 4 w 12"/>
                  <a:gd name="T63" fmla="*/ 11 h 13"/>
                  <a:gd name="T64" fmla="*/ 5 w 12"/>
                  <a:gd name="T65" fmla="*/ 11 h 13"/>
                  <a:gd name="T66" fmla="*/ 5 w 12"/>
                  <a:gd name="T67" fmla="*/ 12 h 13"/>
                  <a:gd name="T68" fmla="*/ 6 w 12"/>
                  <a:gd name="T69" fmla="*/ 13 h 13"/>
                  <a:gd name="T70" fmla="*/ 7 w 12"/>
                  <a:gd name="T71" fmla="*/ 13 h 13"/>
                  <a:gd name="T72" fmla="*/ 8 w 12"/>
                  <a:gd name="T73" fmla="*/ 12 h 13"/>
                  <a:gd name="T74" fmla="*/ 7 w 12"/>
                  <a:gd name="T75" fmla="*/ 11 h 13"/>
                  <a:gd name="T76" fmla="*/ 8 w 12"/>
                  <a:gd name="T77" fmla="*/ 11 h 13"/>
                  <a:gd name="T78" fmla="*/ 9 w 12"/>
                  <a:gd name="T79" fmla="*/ 12 h 13"/>
                  <a:gd name="T80" fmla="*/ 10 w 12"/>
                  <a:gd name="T81" fmla="*/ 12 h 13"/>
                  <a:gd name="T82" fmla="*/ 11 w 12"/>
                  <a:gd name="T83" fmla="*/ 11 h 13"/>
                  <a:gd name="T84" fmla="*/ 11 w 12"/>
                  <a:gd name="T85" fmla="*/ 10 h 13"/>
                  <a:gd name="T86" fmla="*/ 10 w 12"/>
                  <a:gd name="T87" fmla="*/ 9 h 13"/>
                  <a:gd name="T88" fmla="*/ 11 w 12"/>
                  <a:gd name="T89" fmla="*/ 8 h 13"/>
                  <a:gd name="T90" fmla="*/ 12 w 12"/>
                  <a:gd name="T91" fmla="*/ 8 h 13"/>
                  <a:gd name="T92" fmla="*/ 12 w 12"/>
                  <a:gd name="T93" fmla="*/ 7 h 13"/>
                  <a:gd name="T94" fmla="*/ 12 w 12"/>
                  <a:gd name="T95" fmla="*/ 6 h 13"/>
                  <a:gd name="T96" fmla="*/ 11 w 12"/>
                  <a:gd name="T97" fmla="*/ 5 h 13"/>
                  <a:gd name="T98" fmla="*/ 8 w 12"/>
                  <a:gd name="T99" fmla="*/ 8 h 13"/>
                  <a:gd name="T100" fmla="*/ 4 w 12"/>
                  <a:gd name="T101" fmla="*/ 9 h 13"/>
                  <a:gd name="T102" fmla="*/ 4 w 12"/>
                  <a:gd name="T103" fmla="*/ 5 h 13"/>
                  <a:gd name="T104" fmla="*/ 8 w 12"/>
                  <a:gd name="T105" fmla="*/ 5 h 13"/>
                  <a:gd name="T106" fmla="*/ 8 w 12"/>
                  <a:gd name="T107" fmla="*/ 8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2" h="13">
                    <a:moveTo>
                      <a:pt x="11" y="5"/>
                    </a:moveTo>
                    <a:cubicBezTo>
                      <a:pt x="11" y="5"/>
                      <a:pt x="11" y="5"/>
                      <a:pt x="11" y="5"/>
                    </a:cubicBezTo>
                    <a:cubicBezTo>
                      <a:pt x="10" y="5"/>
                      <a:pt x="10" y="5"/>
                      <a:pt x="10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1"/>
                      <a:pt x="9" y="1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7" y="2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9"/>
                      <a:pt x="2" y="9"/>
                      <a:pt x="2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4" y="11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8" y="13"/>
                      <a:pt x="8" y="12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10" y="12"/>
                      <a:pt x="10" y="12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1" y="8"/>
                      <a:pt x="11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5"/>
                      <a:pt x="11" y="5"/>
                    </a:cubicBezTo>
                    <a:close/>
                    <a:moveTo>
                      <a:pt x="8" y="8"/>
                    </a:moveTo>
                    <a:cubicBezTo>
                      <a:pt x="7" y="9"/>
                      <a:pt x="5" y="9"/>
                      <a:pt x="4" y="9"/>
                    </a:cubicBezTo>
                    <a:cubicBezTo>
                      <a:pt x="3" y="8"/>
                      <a:pt x="3" y="6"/>
                      <a:pt x="4" y="5"/>
                    </a:cubicBezTo>
                    <a:cubicBezTo>
                      <a:pt x="5" y="4"/>
                      <a:pt x="7" y="4"/>
                      <a:pt x="8" y="5"/>
                    </a:cubicBezTo>
                    <a:cubicBezTo>
                      <a:pt x="9" y="6"/>
                      <a:pt x="9" y="8"/>
                      <a:pt x="8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2" name="Freeform 194"/>
              <p:cNvSpPr>
                <a:spLocks noEditPoints="1"/>
              </p:cNvSpPr>
              <p:nvPr/>
            </p:nvSpPr>
            <p:spPr bwMode="auto">
              <a:xfrm>
                <a:off x="3515" y="2007"/>
                <a:ext cx="31" cy="31"/>
              </a:xfrm>
              <a:custGeom>
                <a:avLst/>
                <a:gdLst>
                  <a:gd name="T0" fmla="*/ 12 w 13"/>
                  <a:gd name="T1" fmla="*/ 5 h 13"/>
                  <a:gd name="T2" fmla="*/ 11 w 13"/>
                  <a:gd name="T3" fmla="*/ 5 h 13"/>
                  <a:gd name="T4" fmla="*/ 11 w 13"/>
                  <a:gd name="T5" fmla="*/ 5 h 13"/>
                  <a:gd name="T6" fmla="*/ 12 w 13"/>
                  <a:gd name="T7" fmla="*/ 4 h 13"/>
                  <a:gd name="T8" fmla="*/ 12 w 13"/>
                  <a:gd name="T9" fmla="*/ 3 h 13"/>
                  <a:gd name="T10" fmla="*/ 11 w 13"/>
                  <a:gd name="T11" fmla="*/ 2 h 13"/>
                  <a:gd name="T12" fmla="*/ 10 w 13"/>
                  <a:gd name="T13" fmla="*/ 2 h 13"/>
                  <a:gd name="T14" fmla="*/ 9 w 13"/>
                  <a:gd name="T15" fmla="*/ 3 h 13"/>
                  <a:gd name="T16" fmla="*/ 8 w 13"/>
                  <a:gd name="T17" fmla="*/ 2 h 13"/>
                  <a:gd name="T18" fmla="*/ 8 w 13"/>
                  <a:gd name="T19" fmla="*/ 1 h 13"/>
                  <a:gd name="T20" fmla="*/ 7 w 13"/>
                  <a:gd name="T21" fmla="*/ 0 h 13"/>
                  <a:gd name="T22" fmla="*/ 6 w 13"/>
                  <a:gd name="T23" fmla="*/ 0 h 13"/>
                  <a:gd name="T24" fmla="*/ 5 w 13"/>
                  <a:gd name="T25" fmla="*/ 1 h 13"/>
                  <a:gd name="T26" fmla="*/ 5 w 13"/>
                  <a:gd name="T27" fmla="*/ 2 h 13"/>
                  <a:gd name="T28" fmla="*/ 4 w 13"/>
                  <a:gd name="T29" fmla="*/ 3 h 13"/>
                  <a:gd name="T30" fmla="*/ 4 w 13"/>
                  <a:gd name="T31" fmla="*/ 2 h 13"/>
                  <a:gd name="T32" fmla="*/ 3 w 13"/>
                  <a:gd name="T33" fmla="*/ 2 h 13"/>
                  <a:gd name="T34" fmla="*/ 2 w 13"/>
                  <a:gd name="T35" fmla="*/ 3 h 13"/>
                  <a:gd name="T36" fmla="*/ 2 w 13"/>
                  <a:gd name="T37" fmla="*/ 4 h 13"/>
                  <a:gd name="T38" fmla="*/ 2 w 13"/>
                  <a:gd name="T39" fmla="*/ 5 h 13"/>
                  <a:gd name="T40" fmla="*/ 2 w 13"/>
                  <a:gd name="T41" fmla="*/ 5 h 13"/>
                  <a:gd name="T42" fmla="*/ 1 w 13"/>
                  <a:gd name="T43" fmla="*/ 5 h 13"/>
                  <a:gd name="T44" fmla="*/ 0 w 13"/>
                  <a:gd name="T45" fmla="*/ 6 h 13"/>
                  <a:gd name="T46" fmla="*/ 0 w 13"/>
                  <a:gd name="T47" fmla="*/ 7 h 13"/>
                  <a:gd name="T48" fmla="*/ 1 w 13"/>
                  <a:gd name="T49" fmla="*/ 8 h 13"/>
                  <a:gd name="T50" fmla="*/ 2 w 13"/>
                  <a:gd name="T51" fmla="*/ 8 h 13"/>
                  <a:gd name="T52" fmla="*/ 3 w 13"/>
                  <a:gd name="T53" fmla="*/ 9 h 13"/>
                  <a:gd name="T54" fmla="*/ 2 w 13"/>
                  <a:gd name="T55" fmla="*/ 10 h 13"/>
                  <a:gd name="T56" fmla="*/ 2 w 13"/>
                  <a:gd name="T57" fmla="*/ 11 h 13"/>
                  <a:gd name="T58" fmla="*/ 3 w 13"/>
                  <a:gd name="T59" fmla="*/ 12 h 13"/>
                  <a:gd name="T60" fmla="*/ 4 w 13"/>
                  <a:gd name="T61" fmla="*/ 12 h 13"/>
                  <a:gd name="T62" fmla="*/ 5 w 13"/>
                  <a:gd name="T63" fmla="*/ 11 h 13"/>
                  <a:gd name="T64" fmla="*/ 5 w 13"/>
                  <a:gd name="T65" fmla="*/ 12 h 13"/>
                  <a:gd name="T66" fmla="*/ 6 w 13"/>
                  <a:gd name="T67" fmla="*/ 12 h 13"/>
                  <a:gd name="T68" fmla="*/ 6 w 13"/>
                  <a:gd name="T69" fmla="*/ 13 h 13"/>
                  <a:gd name="T70" fmla="*/ 7 w 13"/>
                  <a:gd name="T71" fmla="*/ 13 h 13"/>
                  <a:gd name="T72" fmla="*/ 8 w 13"/>
                  <a:gd name="T73" fmla="*/ 12 h 13"/>
                  <a:gd name="T74" fmla="*/ 8 w 13"/>
                  <a:gd name="T75" fmla="*/ 11 h 13"/>
                  <a:gd name="T76" fmla="*/ 9 w 13"/>
                  <a:gd name="T77" fmla="*/ 11 h 13"/>
                  <a:gd name="T78" fmla="*/ 10 w 13"/>
                  <a:gd name="T79" fmla="*/ 12 h 13"/>
                  <a:gd name="T80" fmla="*/ 11 w 13"/>
                  <a:gd name="T81" fmla="*/ 12 h 13"/>
                  <a:gd name="T82" fmla="*/ 12 w 13"/>
                  <a:gd name="T83" fmla="*/ 11 h 13"/>
                  <a:gd name="T84" fmla="*/ 12 w 13"/>
                  <a:gd name="T85" fmla="*/ 10 h 13"/>
                  <a:gd name="T86" fmla="*/ 11 w 13"/>
                  <a:gd name="T87" fmla="*/ 9 h 13"/>
                  <a:gd name="T88" fmla="*/ 11 w 13"/>
                  <a:gd name="T89" fmla="*/ 8 h 13"/>
                  <a:gd name="T90" fmla="*/ 12 w 13"/>
                  <a:gd name="T91" fmla="*/ 8 h 13"/>
                  <a:gd name="T92" fmla="*/ 13 w 13"/>
                  <a:gd name="T93" fmla="*/ 7 h 13"/>
                  <a:gd name="T94" fmla="*/ 13 w 13"/>
                  <a:gd name="T95" fmla="*/ 6 h 13"/>
                  <a:gd name="T96" fmla="*/ 12 w 13"/>
                  <a:gd name="T97" fmla="*/ 5 h 13"/>
                  <a:gd name="T98" fmla="*/ 8 w 13"/>
                  <a:gd name="T99" fmla="*/ 9 h 13"/>
                  <a:gd name="T100" fmla="*/ 5 w 13"/>
                  <a:gd name="T101" fmla="*/ 9 h 13"/>
                  <a:gd name="T102" fmla="*/ 5 w 13"/>
                  <a:gd name="T103" fmla="*/ 5 h 13"/>
                  <a:gd name="T104" fmla="*/ 8 w 13"/>
                  <a:gd name="T105" fmla="*/ 5 h 13"/>
                  <a:gd name="T106" fmla="*/ 8 w 13"/>
                  <a:gd name="T107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" h="13">
                    <a:moveTo>
                      <a:pt x="12" y="5"/>
                    </a:moveTo>
                    <a:cubicBezTo>
                      <a:pt x="11" y="5"/>
                      <a:pt x="11" y="5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0" y="2"/>
                      <a:pt x="10" y="2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0"/>
                      <a:pt x="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8"/>
                      <a:pt x="1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9"/>
                      <a:pt x="3" y="9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1" y="12"/>
                      <a:pt x="11" y="12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0"/>
                      <a:pt x="12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9"/>
                      <a:pt x="11" y="8"/>
                      <a:pt x="11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3" y="8"/>
                      <a:pt x="13" y="8"/>
                      <a:pt x="13" y="7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5"/>
                      <a:pt x="12" y="5"/>
                    </a:cubicBezTo>
                    <a:close/>
                    <a:moveTo>
                      <a:pt x="8" y="9"/>
                    </a:moveTo>
                    <a:cubicBezTo>
                      <a:pt x="8" y="10"/>
                      <a:pt x="6" y="10"/>
                      <a:pt x="5" y="9"/>
                    </a:cubicBezTo>
                    <a:cubicBezTo>
                      <a:pt x="4" y="8"/>
                      <a:pt x="4" y="6"/>
                      <a:pt x="5" y="5"/>
                    </a:cubicBezTo>
                    <a:cubicBezTo>
                      <a:pt x="6" y="4"/>
                      <a:pt x="7" y="4"/>
                      <a:pt x="8" y="5"/>
                    </a:cubicBezTo>
                    <a:cubicBezTo>
                      <a:pt x="9" y="6"/>
                      <a:pt x="9" y="8"/>
                      <a:pt x="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3" name="Freeform 195"/>
              <p:cNvSpPr>
                <a:spLocks noEditPoints="1"/>
              </p:cNvSpPr>
              <p:nvPr/>
            </p:nvSpPr>
            <p:spPr bwMode="auto">
              <a:xfrm>
                <a:off x="3923" y="1383"/>
                <a:ext cx="26" cy="28"/>
              </a:xfrm>
              <a:custGeom>
                <a:avLst/>
                <a:gdLst>
                  <a:gd name="T0" fmla="*/ 10 w 11"/>
                  <a:gd name="T1" fmla="*/ 7 h 12"/>
                  <a:gd name="T2" fmla="*/ 9 w 11"/>
                  <a:gd name="T3" fmla="*/ 6 h 12"/>
                  <a:gd name="T4" fmla="*/ 9 w 11"/>
                  <a:gd name="T5" fmla="*/ 6 h 12"/>
                  <a:gd name="T6" fmla="*/ 10 w 11"/>
                  <a:gd name="T7" fmla="*/ 5 h 12"/>
                  <a:gd name="T8" fmla="*/ 11 w 11"/>
                  <a:gd name="T9" fmla="*/ 4 h 12"/>
                  <a:gd name="T10" fmla="*/ 10 w 11"/>
                  <a:gd name="T11" fmla="*/ 3 h 12"/>
                  <a:gd name="T12" fmla="*/ 9 w 11"/>
                  <a:gd name="T13" fmla="*/ 3 h 12"/>
                  <a:gd name="T14" fmla="*/ 8 w 11"/>
                  <a:gd name="T15" fmla="*/ 3 h 12"/>
                  <a:gd name="T16" fmla="*/ 8 w 11"/>
                  <a:gd name="T17" fmla="*/ 3 h 12"/>
                  <a:gd name="T18" fmla="*/ 8 w 11"/>
                  <a:gd name="T19" fmla="*/ 2 h 12"/>
                  <a:gd name="T20" fmla="*/ 8 w 11"/>
                  <a:gd name="T21" fmla="*/ 1 h 12"/>
                  <a:gd name="T22" fmla="*/ 7 w 11"/>
                  <a:gd name="T23" fmla="*/ 1 h 12"/>
                  <a:gd name="T24" fmla="*/ 6 w 11"/>
                  <a:gd name="T25" fmla="*/ 1 h 12"/>
                  <a:gd name="T26" fmla="*/ 6 w 11"/>
                  <a:gd name="T27" fmla="*/ 2 h 12"/>
                  <a:gd name="T28" fmla="*/ 5 w 11"/>
                  <a:gd name="T29" fmla="*/ 2 h 12"/>
                  <a:gd name="T30" fmla="*/ 4 w 11"/>
                  <a:gd name="T31" fmla="*/ 1 h 12"/>
                  <a:gd name="T32" fmla="*/ 3 w 11"/>
                  <a:gd name="T33" fmla="*/ 1 h 12"/>
                  <a:gd name="T34" fmla="*/ 3 w 11"/>
                  <a:gd name="T35" fmla="*/ 1 h 12"/>
                  <a:gd name="T36" fmla="*/ 2 w 11"/>
                  <a:gd name="T37" fmla="*/ 2 h 12"/>
                  <a:gd name="T38" fmla="*/ 3 w 11"/>
                  <a:gd name="T39" fmla="*/ 3 h 12"/>
                  <a:gd name="T40" fmla="*/ 2 w 11"/>
                  <a:gd name="T41" fmla="*/ 3 h 12"/>
                  <a:gd name="T42" fmla="*/ 1 w 11"/>
                  <a:gd name="T43" fmla="*/ 3 h 12"/>
                  <a:gd name="T44" fmla="*/ 0 w 11"/>
                  <a:gd name="T45" fmla="*/ 4 h 12"/>
                  <a:gd name="T46" fmla="*/ 0 w 11"/>
                  <a:gd name="T47" fmla="*/ 4 h 12"/>
                  <a:gd name="T48" fmla="*/ 0 w 11"/>
                  <a:gd name="T49" fmla="*/ 5 h 12"/>
                  <a:gd name="T50" fmla="*/ 1 w 11"/>
                  <a:gd name="T51" fmla="*/ 6 h 12"/>
                  <a:gd name="T52" fmla="*/ 1 w 11"/>
                  <a:gd name="T53" fmla="*/ 7 h 12"/>
                  <a:gd name="T54" fmla="*/ 0 w 11"/>
                  <a:gd name="T55" fmla="*/ 7 h 12"/>
                  <a:gd name="T56" fmla="*/ 0 w 11"/>
                  <a:gd name="T57" fmla="*/ 8 h 12"/>
                  <a:gd name="T58" fmla="*/ 0 w 11"/>
                  <a:gd name="T59" fmla="*/ 9 h 12"/>
                  <a:gd name="T60" fmla="*/ 1 w 11"/>
                  <a:gd name="T61" fmla="*/ 9 h 12"/>
                  <a:gd name="T62" fmla="*/ 2 w 11"/>
                  <a:gd name="T63" fmla="*/ 9 h 12"/>
                  <a:gd name="T64" fmla="*/ 3 w 11"/>
                  <a:gd name="T65" fmla="*/ 9 h 12"/>
                  <a:gd name="T66" fmla="*/ 2 w 11"/>
                  <a:gd name="T67" fmla="*/ 10 h 12"/>
                  <a:gd name="T68" fmla="*/ 3 w 11"/>
                  <a:gd name="T69" fmla="*/ 11 h 12"/>
                  <a:gd name="T70" fmla="*/ 4 w 11"/>
                  <a:gd name="T71" fmla="*/ 11 h 12"/>
                  <a:gd name="T72" fmla="*/ 5 w 11"/>
                  <a:gd name="T73" fmla="*/ 11 h 12"/>
                  <a:gd name="T74" fmla="*/ 5 w 11"/>
                  <a:gd name="T75" fmla="*/ 10 h 12"/>
                  <a:gd name="T76" fmla="*/ 6 w 11"/>
                  <a:gd name="T77" fmla="*/ 10 h 12"/>
                  <a:gd name="T78" fmla="*/ 6 w 11"/>
                  <a:gd name="T79" fmla="*/ 11 h 12"/>
                  <a:gd name="T80" fmla="*/ 7 w 11"/>
                  <a:gd name="T81" fmla="*/ 11 h 12"/>
                  <a:gd name="T82" fmla="*/ 8 w 11"/>
                  <a:gd name="T83" fmla="*/ 11 h 12"/>
                  <a:gd name="T84" fmla="*/ 8 w 11"/>
                  <a:gd name="T85" fmla="*/ 10 h 12"/>
                  <a:gd name="T86" fmla="*/ 8 w 11"/>
                  <a:gd name="T87" fmla="*/ 9 h 12"/>
                  <a:gd name="T88" fmla="*/ 9 w 11"/>
                  <a:gd name="T89" fmla="*/ 9 h 12"/>
                  <a:gd name="T90" fmla="*/ 9 w 11"/>
                  <a:gd name="T91" fmla="*/ 9 h 12"/>
                  <a:gd name="T92" fmla="*/ 10 w 11"/>
                  <a:gd name="T93" fmla="*/ 8 h 12"/>
                  <a:gd name="T94" fmla="*/ 11 w 11"/>
                  <a:gd name="T95" fmla="*/ 8 h 12"/>
                  <a:gd name="T96" fmla="*/ 10 w 11"/>
                  <a:gd name="T97" fmla="*/ 7 h 12"/>
                  <a:gd name="T98" fmla="*/ 6 w 11"/>
                  <a:gd name="T99" fmla="*/ 8 h 12"/>
                  <a:gd name="T100" fmla="*/ 3 w 11"/>
                  <a:gd name="T101" fmla="*/ 7 h 12"/>
                  <a:gd name="T102" fmla="*/ 4 w 11"/>
                  <a:gd name="T103" fmla="*/ 4 h 12"/>
                  <a:gd name="T104" fmla="*/ 7 w 11"/>
                  <a:gd name="T105" fmla="*/ 5 h 12"/>
                  <a:gd name="T106" fmla="*/ 6 w 11"/>
                  <a:gd name="T10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" h="12">
                    <a:moveTo>
                      <a:pt x="10" y="7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1" y="5"/>
                      <a:pt x="11" y="5"/>
                      <a:pt x="11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1"/>
                      <a:pt x="8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3" y="9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1"/>
                      <a:pt x="3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2"/>
                      <a:pt x="5" y="11"/>
                      <a:pt x="5" y="11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6" y="10"/>
                      <a:pt x="6" y="10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9" y="10"/>
                      <a:pt x="8" y="1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0" y="9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7"/>
                      <a:pt x="11" y="7"/>
                      <a:pt x="10" y="7"/>
                    </a:cubicBezTo>
                    <a:close/>
                    <a:moveTo>
                      <a:pt x="6" y="8"/>
                    </a:moveTo>
                    <a:cubicBezTo>
                      <a:pt x="5" y="8"/>
                      <a:pt x="4" y="8"/>
                      <a:pt x="3" y="7"/>
                    </a:cubicBezTo>
                    <a:cubicBezTo>
                      <a:pt x="3" y="6"/>
                      <a:pt x="3" y="5"/>
                      <a:pt x="4" y="4"/>
                    </a:cubicBezTo>
                    <a:cubicBezTo>
                      <a:pt x="5" y="4"/>
                      <a:pt x="7" y="4"/>
                      <a:pt x="7" y="5"/>
                    </a:cubicBezTo>
                    <a:cubicBezTo>
                      <a:pt x="8" y="6"/>
                      <a:pt x="7" y="8"/>
                      <a:pt x="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4" name="Freeform 196"/>
              <p:cNvSpPr>
                <a:spLocks noEditPoints="1"/>
              </p:cNvSpPr>
              <p:nvPr/>
            </p:nvSpPr>
            <p:spPr bwMode="auto">
              <a:xfrm>
                <a:off x="4103" y="2498"/>
                <a:ext cx="26" cy="26"/>
              </a:xfrm>
              <a:custGeom>
                <a:avLst/>
                <a:gdLst>
                  <a:gd name="T0" fmla="*/ 10 w 11"/>
                  <a:gd name="T1" fmla="*/ 6 h 11"/>
                  <a:gd name="T2" fmla="*/ 10 w 11"/>
                  <a:gd name="T3" fmla="*/ 5 h 11"/>
                  <a:gd name="T4" fmla="*/ 9 w 11"/>
                  <a:gd name="T5" fmla="*/ 5 h 11"/>
                  <a:gd name="T6" fmla="*/ 10 w 11"/>
                  <a:gd name="T7" fmla="*/ 4 h 11"/>
                  <a:gd name="T8" fmla="*/ 11 w 11"/>
                  <a:gd name="T9" fmla="*/ 3 h 11"/>
                  <a:gd name="T10" fmla="*/ 10 w 11"/>
                  <a:gd name="T11" fmla="*/ 2 h 11"/>
                  <a:gd name="T12" fmla="*/ 9 w 11"/>
                  <a:gd name="T13" fmla="*/ 2 h 11"/>
                  <a:gd name="T14" fmla="*/ 9 w 11"/>
                  <a:gd name="T15" fmla="*/ 2 h 11"/>
                  <a:gd name="T16" fmla="*/ 8 w 11"/>
                  <a:gd name="T17" fmla="*/ 2 h 11"/>
                  <a:gd name="T18" fmla="*/ 8 w 11"/>
                  <a:gd name="T19" fmla="*/ 1 h 11"/>
                  <a:gd name="T20" fmla="*/ 8 w 11"/>
                  <a:gd name="T21" fmla="*/ 0 h 11"/>
                  <a:gd name="T22" fmla="*/ 7 w 11"/>
                  <a:gd name="T23" fmla="*/ 0 h 11"/>
                  <a:gd name="T24" fmla="*/ 6 w 11"/>
                  <a:gd name="T25" fmla="*/ 0 h 11"/>
                  <a:gd name="T26" fmla="*/ 6 w 11"/>
                  <a:gd name="T27" fmla="*/ 1 h 11"/>
                  <a:gd name="T28" fmla="*/ 5 w 11"/>
                  <a:gd name="T29" fmla="*/ 1 h 11"/>
                  <a:gd name="T30" fmla="*/ 5 w 11"/>
                  <a:gd name="T31" fmla="*/ 0 h 11"/>
                  <a:gd name="T32" fmla="*/ 4 w 11"/>
                  <a:gd name="T33" fmla="*/ 0 h 11"/>
                  <a:gd name="T34" fmla="*/ 3 w 11"/>
                  <a:gd name="T35" fmla="*/ 0 h 11"/>
                  <a:gd name="T36" fmla="*/ 2 w 11"/>
                  <a:gd name="T37" fmla="*/ 1 h 11"/>
                  <a:gd name="T38" fmla="*/ 3 w 11"/>
                  <a:gd name="T39" fmla="*/ 2 h 11"/>
                  <a:gd name="T40" fmla="*/ 2 w 11"/>
                  <a:gd name="T41" fmla="*/ 2 h 11"/>
                  <a:gd name="T42" fmla="*/ 1 w 11"/>
                  <a:gd name="T43" fmla="*/ 2 h 11"/>
                  <a:gd name="T44" fmla="*/ 0 w 11"/>
                  <a:gd name="T45" fmla="*/ 3 h 11"/>
                  <a:gd name="T46" fmla="*/ 0 w 11"/>
                  <a:gd name="T47" fmla="*/ 3 h 11"/>
                  <a:gd name="T48" fmla="*/ 0 w 11"/>
                  <a:gd name="T49" fmla="*/ 4 h 11"/>
                  <a:gd name="T50" fmla="*/ 1 w 11"/>
                  <a:gd name="T51" fmla="*/ 5 h 11"/>
                  <a:gd name="T52" fmla="*/ 1 w 11"/>
                  <a:gd name="T53" fmla="*/ 6 h 11"/>
                  <a:gd name="T54" fmla="*/ 0 w 11"/>
                  <a:gd name="T55" fmla="*/ 6 h 11"/>
                  <a:gd name="T56" fmla="*/ 0 w 11"/>
                  <a:gd name="T57" fmla="*/ 7 h 11"/>
                  <a:gd name="T58" fmla="*/ 0 w 11"/>
                  <a:gd name="T59" fmla="*/ 8 h 11"/>
                  <a:gd name="T60" fmla="*/ 1 w 11"/>
                  <a:gd name="T61" fmla="*/ 8 h 11"/>
                  <a:gd name="T62" fmla="*/ 2 w 11"/>
                  <a:gd name="T63" fmla="*/ 8 h 11"/>
                  <a:gd name="T64" fmla="*/ 3 w 11"/>
                  <a:gd name="T65" fmla="*/ 8 h 11"/>
                  <a:gd name="T66" fmla="*/ 2 w 11"/>
                  <a:gd name="T67" fmla="*/ 9 h 11"/>
                  <a:gd name="T68" fmla="*/ 3 w 11"/>
                  <a:gd name="T69" fmla="*/ 10 h 11"/>
                  <a:gd name="T70" fmla="*/ 4 w 11"/>
                  <a:gd name="T71" fmla="*/ 10 h 11"/>
                  <a:gd name="T72" fmla="*/ 5 w 11"/>
                  <a:gd name="T73" fmla="*/ 10 h 11"/>
                  <a:gd name="T74" fmla="*/ 5 w 11"/>
                  <a:gd name="T75" fmla="*/ 9 h 11"/>
                  <a:gd name="T76" fmla="*/ 6 w 11"/>
                  <a:gd name="T77" fmla="*/ 9 h 11"/>
                  <a:gd name="T78" fmla="*/ 6 w 11"/>
                  <a:gd name="T79" fmla="*/ 10 h 11"/>
                  <a:gd name="T80" fmla="*/ 7 w 11"/>
                  <a:gd name="T81" fmla="*/ 10 h 11"/>
                  <a:gd name="T82" fmla="*/ 8 w 11"/>
                  <a:gd name="T83" fmla="*/ 10 h 11"/>
                  <a:gd name="T84" fmla="*/ 8 w 11"/>
                  <a:gd name="T85" fmla="*/ 9 h 11"/>
                  <a:gd name="T86" fmla="*/ 8 w 11"/>
                  <a:gd name="T87" fmla="*/ 8 h 11"/>
                  <a:gd name="T88" fmla="*/ 9 w 11"/>
                  <a:gd name="T89" fmla="*/ 8 h 11"/>
                  <a:gd name="T90" fmla="*/ 9 w 11"/>
                  <a:gd name="T91" fmla="*/ 8 h 11"/>
                  <a:gd name="T92" fmla="*/ 10 w 11"/>
                  <a:gd name="T93" fmla="*/ 8 h 11"/>
                  <a:gd name="T94" fmla="*/ 11 w 11"/>
                  <a:gd name="T95" fmla="*/ 7 h 11"/>
                  <a:gd name="T96" fmla="*/ 10 w 11"/>
                  <a:gd name="T97" fmla="*/ 6 h 11"/>
                  <a:gd name="T98" fmla="*/ 6 w 11"/>
                  <a:gd name="T99" fmla="*/ 7 h 11"/>
                  <a:gd name="T100" fmla="*/ 3 w 11"/>
                  <a:gd name="T101" fmla="*/ 6 h 11"/>
                  <a:gd name="T102" fmla="*/ 4 w 11"/>
                  <a:gd name="T103" fmla="*/ 3 h 11"/>
                  <a:gd name="T104" fmla="*/ 7 w 11"/>
                  <a:gd name="T105" fmla="*/ 4 h 11"/>
                  <a:gd name="T106" fmla="*/ 6 w 11"/>
                  <a:gd name="T10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" h="11">
                    <a:moveTo>
                      <a:pt x="10" y="6"/>
                    </a:move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9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10"/>
                      <a:pt x="2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1"/>
                      <a:pt x="5" y="10"/>
                      <a:pt x="5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7" y="11"/>
                      <a:pt x="7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9" y="9"/>
                      <a:pt x="8" y="9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6"/>
                      <a:pt x="11" y="6"/>
                      <a:pt x="10" y="6"/>
                    </a:cubicBezTo>
                    <a:close/>
                    <a:moveTo>
                      <a:pt x="6" y="7"/>
                    </a:moveTo>
                    <a:cubicBezTo>
                      <a:pt x="5" y="8"/>
                      <a:pt x="4" y="7"/>
                      <a:pt x="3" y="6"/>
                    </a:cubicBezTo>
                    <a:cubicBezTo>
                      <a:pt x="3" y="5"/>
                      <a:pt x="3" y="4"/>
                      <a:pt x="4" y="3"/>
                    </a:cubicBezTo>
                    <a:cubicBezTo>
                      <a:pt x="5" y="3"/>
                      <a:pt x="7" y="3"/>
                      <a:pt x="7" y="4"/>
                    </a:cubicBezTo>
                    <a:cubicBezTo>
                      <a:pt x="8" y="5"/>
                      <a:pt x="7" y="7"/>
                      <a:pt x="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5" name="Freeform 197"/>
              <p:cNvSpPr>
                <a:spLocks noEditPoints="1"/>
              </p:cNvSpPr>
              <p:nvPr/>
            </p:nvSpPr>
            <p:spPr bwMode="auto">
              <a:xfrm>
                <a:off x="3783" y="2425"/>
                <a:ext cx="33" cy="30"/>
              </a:xfrm>
              <a:custGeom>
                <a:avLst/>
                <a:gdLst>
                  <a:gd name="T0" fmla="*/ 13 w 14"/>
                  <a:gd name="T1" fmla="*/ 7 h 13"/>
                  <a:gd name="T2" fmla="*/ 12 w 14"/>
                  <a:gd name="T3" fmla="*/ 7 h 13"/>
                  <a:gd name="T4" fmla="*/ 12 w 14"/>
                  <a:gd name="T5" fmla="*/ 6 h 13"/>
                  <a:gd name="T6" fmla="*/ 13 w 14"/>
                  <a:gd name="T7" fmla="*/ 6 h 13"/>
                  <a:gd name="T8" fmla="*/ 13 w 14"/>
                  <a:gd name="T9" fmla="*/ 4 h 13"/>
                  <a:gd name="T10" fmla="*/ 13 w 14"/>
                  <a:gd name="T11" fmla="*/ 3 h 13"/>
                  <a:gd name="T12" fmla="*/ 12 w 14"/>
                  <a:gd name="T13" fmla="*/ 3 h 13"/>
                  <a:gd name="T14" fmla="*/ 11 w 14"/>
                  <a:gd name="T15" fmla="*/ 3 h 13"/>
                  <a:gd name="T16" fmla="*/ 10 w 14"/>
                  <a:gd name="T17" fmla="*/ 3 h 13"/>
                  <a:gd name="T18" fmla="*/ 10 w 14"/>
                  <a:gd name="T19" fmla="*/ 2 h 13"/>
                  <a:gd name="T20" fmla="*/ 10 w 14"/>
                  <a:gd name="T21" fmla="*/ 0 h 13"/>
                  <a:gd name="T22" fmla="*/ 9 w 14"/>
                  <a:gd name="T23" fmla="*/ 0 h 13"/>
                  <a:gd name="T24" fmla="*/ 8 w 14"/>
                  <a:gd name="T25" fmla="*/ 1 h 13"/>
                  <a:gd name="T26" fmla="*/ 7 w 14"/>
                  <a:gd name="T27" fmla="*/ 1 h 13"/>
                  <a:gd name="T28" fmla="*/ 6 w 14"/>
                  <a:gd name="T29" fmla="*/ 1 h 13"/>
                  <a:gd name="T30" fmla="*/ 6 w 14"/>
                  <a:gd name="T31" fmla="*/ 1 h 13"/>
                  <a:gd name="T32" fmla="*/ 5 w 14"/>
                  <a:gd name="T33" fmla="*/ 0 h 13"/>
                  <a:gd name="T34" fmla="*/ 4 w 14"/>
                  <a:gd name="T35" fmla="*/ 1 h 13"/>
                  <a:gd name="T36" fmla="*/ 3 w 14"/>
                  <a:gd name="T37" fmla="*/ 2 h 13"/>
                  <a:gd name="T38" fmla="*/ 4 w 14"/>
                  <a:gd name="T39" fmla="*/ 3 h 13"/>
                  <a:gd name="T40" fmla="*/ 3 w 14"/>
                  <a:gd name="T41" fmla="*/ 3 h 13"/>
                  <a:gd name="T42" fmla="*/ 2 w 14"/>
                  <a:gd name="T43" fmla="*/ 3 h 13"/>
                  <a:gd name="T44" fmla="*/ 1 w 14"/>
                  <a:gd name="T45" fmla="*/ 4 h 13"/>
                  <a:gd name="T46" fmla="*/ 1 w 14"/>
                  <a:gd name="T47" fmla="*/ 5 h 13"/>
                  <a:gd name="T48" fmla="*/ 1 w 14"/>
                  <a:gd name="T49" fmla="*/ 6 h 13"/>
                  <a:gd name="T50" fmla="*/ 2 w 14"/>
                  <a:gd name="T51" fmla="*/ 6 h 13"/>
                  <a:gd name="T52" fmla="*/ 2 w 14"/>
                  <a:gd name="T53" fmla="*/ 7 h 13"/>
                  <a:gd name="T54" fmla="*/ 1 w 14"/>
                  <a:gd name="T55" fmla="*/ 7 h 13"/>
                  <a:gd name="T56" fmla="*/ 1 w 14"/>
                  <a:gd name="T57" fmla="*/ 9 h 13"/>
                  <a:gd name="T58" fmla="*/ 1 w 14"/>
                  <a:gd name="T59" fmla="*/ 10 h 13"/>
                  <a:gd name="T60" fmla="*/ 2 w 14"/>
                  <a:gd name="T61" fmla="*/ 10 h 13"/>
                  <a:gd name="T62" fmla="*/ 3 w 14"/>
                  <a:gd name="T63" fmla="*/ 10 h 13"/>
                  <a:gd name="T64" fmla="*/ 4 w 14"/>
                  <a:gd name="T65" fmla="*/ 11 h 13"/>
                  <a:gd name="T66" fmla="*/ 4 w 14"/>
                  <a:gd name="T67" fmla="*/ 11 h 13"/>
                  <a:gd name="T68" fmla="*/ 4 w 14"/>
                  <a:gd name="T69" fmla="*/ 13 h 13"/>
                  <a:gd name="T70" fmla="*/ 5 w 14"/>
                  <a:gd name="T71" fmla="*/ 13 h 13"/>
                  <a:gd name="T72" fmla="*/ 6 w 14"/>
                  <a:gd name="T73" fmla="*/ 12 h 13"/>
                  <a:gd name="T74" fmla="*/ 7 w 14"/>
                  <a:gd name="T75" fmla="*/ 12 h 13"/>
                  <a:gd name="T76" fmla="*/ 8 w 14"/>
                  <a:gd name="T77" fmla="*/ 12 h 13"/>
                  <a:gd name="T78" fmla="*/ 8 w 14"/>
                  <a:gd name="T79" fmla="*/ 12 h 13"/>
                  <a:gd name="T80" fmla="*/ 9 w 14"/>
                  <a:gd name="T81" fmla="*/ 13 h 13"/>
                  <a:gd name="T82" fmla="*/ 10 w 14"/>
                  <a:gd name="T83" fmla="*/ 12 h 13"/>
                  <a:gd name="T84" fmla="*/ 11 w 14"/>
                  <a:gd name="T85" fmla="*/ 11 h 13"/>
                  <a:gd name="T86" fmla="*/ 10 w 14"/>
                  <a:gd name="T87" fmla="*/ 10 h 13"/>
                  <a:gd name="T88" fmla="*/ 11 w 14"/>
                  <a:gd name="T89" fmla="*/ 10 h 13"/>
                  <a:gd name="T90" fmla="*/ 12 w 14"/>
                  <a:gd name="T91" fmla="*/ 10 h 13"/>
                  <a:gd name="T92" fmla="*/ 13 w 14"/>
                  <a:gd name="T93" fmla="*/ 9 h 13"/>
                  <a:gd name="T94" fmla="*/ 13 w 14"/>
                  <a:gd name="T95" fmla="*/ 8 h 13"/>
                  <a:gd name="T96" fmla="*/ 13 w 14"/>
                  <a:gd name="T97" fmla="*/ 7 h 13"/>
                  <a:gd name="T98" fmla="*/ 8 w 14"/>
                  <a:gd name="T99" fmla="*/ 9 h 13"/>
                  <a:gd name="T100" fmla="*/ 5 w 14"/>
                  <a:gd name="T101" fmla="*/ 8 h 13"/>
                  <a:gd name="T102" fmla="*/ 6 w 14"/>
                  <a:gd name="T103" fmla="*/ 4 h 13"/>
                  <a:gd name="T104" fmla="*/ 9 w 14"/>
                  <a:gd name="T105" fmla="*/ 6 h 13"/>
                  <a:gd name="T106" fmla="*/ 8 w 14"/>
                  <a:gd name="T107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4" h="13">
                    <a:moveTo>
                      <a:pt x="13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5"/>
                      <a:pt x="14" y="5"/>
                      <a:pt x="13" y="4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2" y="3"/>
                      <a:pt x="12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0" y="3"/>
                      <a:pt x="10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1" y="1"/>
                      <a:pt x="10" y="1"/>
                      <a:pt x="1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8" y="0"/>
                      <a:pt x="8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8"/>
                      <a:pt x="0" y="8"/>
                      <a:pt x="1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2" y="10"/>
                      <a:pt x="2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4" y="10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3" y="12"/>
                      <a:pt x="4" y="12"/>
                      <a:pt x="4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6" y="13"/>
                      <a:pt x="6" y="13"/>
                      <a:pt x="6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3"/>
                      <a:pt x="9" y="13"/>
                      <a:pt x="9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12"/>
                      <a:pt x="11" y="12"/>
                      <a:pt x="11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3" y="10"/>
                      <a:pt x="13" y="9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8"/>
                      <a:pt x="13" y="7"/>
                      <a:pt x="13" y="7"/>
                    </a:cubicBezTo>
                    <a:close/>
                    <a:moveTo>
                      <a:pt x="8" y="9"/>
                    </a:moveTo>
                    <a:cubicBezTo>
                      <a:pt x="7" y="9"/>
                      <a:pt x="5" y="9"/>
                      <a:pt x="5" y="8"/>
                    </a:cubicBezTo>
                    <a:cubicBezTo>
                      <a:pt x="4" y="6"/>
                      <a:pt x="5" y="5"/>
                      <a:pt x="6" y="4"/>
                    </a:cubicBezTo>
                    <a:cubicBezTo>
                      <a:pt x="7" y="4"/>
                      <a:pt x="9" y="4"/>
                      <a:pt x="9" y="6"/>
                    </a:cubicBezTo>
                    <a:cubicBezTo>
                      <a:pt x="10" y="7"/>
                      <a:pt x="9" y="8"/>
                      <a:pt x="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6" name="Freeform 198"/>
              <p:cNvSpPr>
                <a:spLocks noEditPoints="1"/>
              </p:cNvSpPr>
              <p:nvPr/>
            </p:nvSpPr>
            <p:spPr bwMode="auto">
              <a:xfrm>
                <a:off x="4018" y="2002"/>
                <a:ext cx="21" cy="21"/>
              </a:xfrm>
              <a:custGeom>
                <a:avLst/>
                <a:gdLst>
                  <a:gd name="T0" fmla="*/ 8 w 9"/>
                  <a:gd name="T1" fmla="*/ 5 h 9"/>
                  <a:gd name="T2" fmla="*/ 8 w 9"/>
                  <a:gd name="T3" fmla="*/ 5 h 9"/>
                  <a:gd name="T4" fmla="*/ 8 w 9"/>
                  <a:gd name="T5" fmla="*/ 4 h 9"/>
                  <a:gd name="T6" fmla="*/ 8 w 9"/>
                  <a:gd name="T7" fmla="*/ 4 h 9"/>
                  <a:gd name="T8" fmla="*/ 8 w 9"/>
                  <a:gd name="T9" fmla="*/ 3 h 9"/>
                  <a:gd name="T10" fmla="*/ 8 w 9"/>
                  <a:gd name="T11" fmla="*/ 2 h 9"/>
                  <a:gd name="T12" fmla="*/ 7 w 9"/>
                  <a:gd name="T13" fmla="*/ 2 h 9"/>
                  <a:gd name="T14" fmla="*/ 7 w 9"/>
                  <a:gd name="T15" fmla="*/ 2 h 9"/>
                  <a:gd name="T16" fmla="*/ 6 w 9"/>
                  <a:gd name="T17" fmla="*/ 2 h 9"/>
                  <a:gd name="T18" fmla="*/ 7 w 9"/>
                  <a:gd name="T19" fmla="*/ 1 h 9"/>
                  <a:gd name="T20" fmla="*/ 6 w 9"/>
                  <a:gd name="T21" fmla="*/ 0 h 9"/>
                  <a:gd name="T22" fmla="*/ 6 w 9"/>
                  <a:gd name="T23" fmla="*/ 0 h 9"/>
                  <a:gd name="T24" fmla="*/ 5 w 9"/>
                  <a:gd name="T25" fmla="*/ 0 h 9"/>
                  <a:gd name="T26" fmla="*/ 4 w 9"/>
                  <a:gd name="T27" fmla="*/ 1 h 9"/>
                  <a:gd name="T28" fmla="*/ 4 w 9"/>
                  <a:gd name="T29" fmla="*/ 1 h 9"/>
                  <a:gd name="T30" fmla="*/ 4 w 9"/>
                  <a:gd name="T31" fmla="*/ 0 h 9"/>
                  <a:gd name="T32" fmla="*/ 3 w 9"/>
                  <a:gd name="T33" fmla="*/ 0 h 9"/>
                  <a:gd name="T34" fmla="*/ 2 w 9"/>
                  <a:gd name="T35" fmla="*/ 0 h 9"/>
                  <a:gd name="T36" fmla="*/ 2 w 9"/>
                  <a:gd name="T37" fmla="*/ 1 h 9"/>
                  <a:gd name="T38" fmla="*/ 2 w 9"/>
                  <a:gd name="T39" fmla="*/ 2 h 9"/>
                  <a:gd name="T40" fmla="*/ 1 w 9"/>
                  <a:gd name="T41" fmla="*/ 2 h 9"/>
                  <a:gd name="T42" fmla="*/ 1 w 9"/>
                  <a:gd name="T43" fmla="*/ 2 h 9"/>
                  <a:gd name="T44" fmla="*/ 0 w 9"/>
                  <a:gd name="T45" fmla="*/ 2 h 9"/>
                  <a:gd name="T46" fmla="*/ 0 w 9"/>
                  <a:gd name="T47" fmla="*/ 3 h 9"/>
                  <a:gd name="T48" fmla="*/ 0 w 9"/>
                  <a:gd name="T49" fmla="*/ 4 h 9"/>
                  <a:gd name="T50" fmla="*/ 1 w 9"/>
                  <a:gd name="T51" fmla="*/ 4 h 9"/>
                  <a:gd name="T52" fmla="*/ 1 w 9"/>
                  <a:gd name="T53" fmla="*/ 5 h 9"/>
                  <a:gd name="T54" fmla="*/ 0 w 9"/>
                  <a:gd name="T55" fmla="*/ 5 h 9"/>
                  <a:gd name="T56" fmla="*/ 0 w 9"/>
                  <a:gd name="T57" fmla="*/ 6 h 9"/>
                  <a:gd name="T58" fmla="*/ 0 w 9"/>
                  <a:gd name="T59" fmla="*/ 6 h 9"/>
                  <a:gd name="T60" fmla="*/ 1 w 9"/>
                  <a:gd name="T61" fmla="*/ 7 h 9"/>
                  <a:gd name="T62" fmla="*/ 2 w 9"/>
                  <a:gd name="T63" fmla="*/ 7 h 9"/>
                  <a:gd name="T64" fmla="*/ 2 w 9"/>
                  <a:gd name="T65" fmla="*/ 7 h 9"/>
                  <a:gd name="T66" fmla="*/ 2 w 9"/>
                  <a:gd name="T67" fmla="*/ 8 h 9"/>
                  <a:gd name="T68" fmla="*/ 2 w 9"/>
                  <a:gd name="T69" fmla="*/ 8 h 9"/>
                  <a:gd name="T70" fmla="*/ 3 w 9"/>
                  <a:gd name="T71" fmla="*/ 9 h 9"/>
                  <a:gd name="T72" fmla="*/ 4 w 9"/>
                  <a:gd name="T73" fmla="*/ 8 h 9"/>
                  <a:gd name="T74" fmla="*/ 4 w 9"/>
                  <a:gd name="T75" fmla="*/ 8 h 9"/>
                  <a:gd name="T76" fmla="*/ 5 w 9"/>
                  <a:gd name="T77" fmla="*/ 8 h 9"/>
                  <a:gd name="T78" fmla="*/ 5 w 9"/>
                  <a:gd name="T79" fmla="*/ 8 h 9"/>
                  <a:gd name="T80" fmla="*/ 6 w 9"/>
                  <a:gd name="T81" fmla="*/ 9 h 9"/>
                  <a:gd name="T82" fmla="*/ 6 w 9"/>
                  <a:gd name="T83" fmla="*/ 8 h 9"/>
                  <a:gd name="T84" fmla="*/ 7 w 9"/>
                  <a:gd name="T85" fmla="*/ 7 h 9"/>
                  <a:gd name="T86" fmla="*/ 6 w 9"/>
                  <a:gd name="T87" fmla="*/ 7 h 9"/>
                  <a:gd name="T88" fmla="*/ 7 w 9"/>
                  <a:gd name="T89" fmla="*/ 6 h 9"/>
                  <a:gd name="T90" fmla="*/ 7 w 9"/>
                  <a:gd name="T91" fmla="*/ 7 h 9"/>
                  <a:gd name="T92" fmla="*/ 8 w 9"/>
                  <a:gd name="T93" fmla="*/ 6 h 9"/>
                  <a:gd name="T94" fmla="*/ 9 w 9"/>
                  <a:gd name="T95" fmla="*/ 6 h 9"/>
                  <a:gd name="T96" fmla="*/ 8 w 9"/>
                  <a:gd name="T97" fmla="*/ 5 h 9"/>
                  <a:gd name="T98" fmla="*/ 5 w 9"/>
                  <a:gd name="T99" fmla="*/ 6 h 9"/>
                  <a:gd name="T100" fmla="*/ 3 w 9"/>
                  <a:gd name="T101" fmla="*/ 5 h 9"/>
                  <a:gd name="T102" fmla="*/ 3 w 9"/>
                  <a:gd name="T103" fmla="*/ 3 h 9"/>
                  <a:gd name="T104" fmla="*/ 6 w 9"/>
                  <a:gd name="T105" fmla="*/ 4 h 9"/>
                  <a:gd name="T106" fmla="*/ 5 w 9"/>
                  <a:gd name="T107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" h="9">
                    <a:moveTo>
                      <a:pt x="8" y="5"/>
                    </a:move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9" y="3"/>
                      <a:pt x="8" y="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6" y="2"/>
                      <a:pt x="6" y="2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4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7" y="8"/>
                      <a:pt x="7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7" y="7"/>
                      <a:pt x="7" y="7"/>
                      <a:pt x="7" y="6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5"/>
                      <a:pt x="8" y="5"/>
                      <a:pt x="8" y="5"/>
                    </a:cubicBezTo>
                    <a:close/>
                    <a:moveTo>
                      <a:pt x="5" y="6"/>
                    </a:moveTo>
                    <a:cubicBezTo>
                      <a:pt x="4" y="6"/>
                      <a:pt x="3" y="6"/>
                      <a:pt x="3" y="5"/>
                    </a:cubicBezTo>
                    <a:cubicBezTo>
                      <a:pt x="2" y="4"/>
                      <a:pt x="3" y="3"/>
                      <a:pt x="3" y="3"/>
                    </a:cubicBezTo>
                    <a:cubicBezTo>
                      <a:pt x="4" y="2"/>
                      <a:pt x="5" y="3"/>
                      <a:pt x="6" y="4"/>
                    </a:cubicBezTo>
                    <a:cubicBezTo>
                      <a:pt x="6" y="5"/>
                      <a:pt x="6" y="6"/>
                      <a:pt x="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7" name="Freeform 199"/>
              <p:cNvSpPr>
                <a:spLocks noEditPoints="1"/>
              </p:cNvSpPr>
              <p:nvPr/>
            </p:nvSpPr>
            <p:spPr bwMode="auto">
              <a:xfrm>
                <a:off x="3767" y="1615"/>
                <a:ext cx="26" cy="26"/>
              </a:xfrm>
              <a:custGeom>
                <a:avLst/>
                <a:gdLst>
                  <a:gd name="T0" fmla="*/ 11 w 11"/>
                  <a:gd name="T1" fmla="*/ 7 h 11"/>
                  <a:gd name="T2" fmla="*/ 10 w 11"/>
                  <a:gd name="T3" fmla="*/ 6 h 11"/>
                  <a:gd name="T4" fmla="*/ 10 w 11"/>
                  <a:gd name="T5" fmla="*/ 5 h 11"/>
                  <a:gd name="T6" fmla="*/ 11 w 11"/>
                  <a:gd name="T7" fmla="*/ 5 h 11"/>
                  <a:gd name="T8" fmla="*/ 11 w 11"/>
                  <a:gd name="T9" fmla="*/ 4 h 11"/>
                  <a:gd name="T10" fmla="*/ 11 w 11"/>
                  <a:gd name="T11" fmla="*/ 3 h 11"/>
                  <a:gd name="T12" fmla="*/ 10 w 11"/>
                  <a:gd name="T13" fmla="*/ 3 h 11"/>
                  <a:gd name="T14" fmla="*/ 9 w 11"/>
                  <a:gd name="T15" fmla="*/ 3 h 11"/>
                  <a:gd name="T16" fmla="*/ 8 w 11"/>
                  <a:gd name="T17" fmla="*/ 3 h 11"/>
                  <a:gd name="T18" fmla="*/ 9 w 11"/>
                  <a:gd name="T19" fmla="*/ 2 h 11"/>
                  <a:gd name="T20" fmla="*/ 8 w 11"/>
                  <a:gd name="T21" fmla="*/ 1 h 11"/>
                  <a:gd name="T22" fmla="*/ 7 w 11"/>
                  <a:gd name="T23" fmla="*/ 1 h 11"/>
                  <a:gd name="T24" fmla="*/ 6 w 11"/>
                  <a:gd name="T25" fmla="*/ 1 h 11"/>
                  <a:gd name="T26" fmla="*/ 6 w 11"/>
                  <a:gd name="T27" fmla="*/ 2 h 11"/>
                  <a:gd name="T28" fmla="*/ 5 w 11"/>
                  <a:gd name="T29" fmla="*/ 2 h 11"/>
                  <a:gd name="T30" fmla="*/ 5 w 11"/>
                  <a:gd name="T31" fmla="*/ 1 h 11"/>
                  <a:gd name="T32" fmla="*/ 4 w 11"/>
                  <a:gd name="T33" fmla="*/ 1 h 11"/>
                  <a:gd name="T34" fmla="*/ 3 w 11"/>
                  <a:gd name="T35" fmla="*/ 1 h 11"/>
                  <a:gd name="T36" fmla="*/ 3 w 11"/>
                  <a:gd name="T37" fmla="*/ 2 h 11"/>
                  <a:gd name="T38" fmla="*/ 3 w 11"/>
                  <a:gd name="T39" fmla="*/ 3 h 11"/>
                  <a:gd name="T40" fmla="*/ 2 w 11"/>
                  <a:gd name="T41" fmla="*/ 3 h 11"/>
                  <a:gd name="T42" fmla="*/ 2 w 11"/>
                  <a:gd name="T43" fmla="*/ 3 h 11"/>
                  <a:gd name="T44" fmla="*/ 1 w 11"/>
                  <a:gd name="T45" fmla="*/ 3 h 11"/>
                  <a:gd name="T46" fmla="*/ 0 w 11"/>
                  <a:gd name="T47" fmla="*/ 4 h 11"/>
                  <a:gd name="T48" fmla="*/ 1 w 11"/>
                  <a:gd name="T49" fmla="*/ 5 h 11"/>
                  <a:gd name="T50" fmla="*/ 1 w 11"/>
                  <a:gd name="T51" fmla="*/ 6 h 11"/>
                  <a:gd name="T52" fmla="*/ 1 w 11"/>
                  <a:gd name="T53" fmla="*/ 6 h 11"/>
                  <a:gd name="T54" fmla="*/ 1 w 11"/>
                  <a:gd name="T55" fmla="*/ 7 h 11"/>
                  <a:gd name="T56" fmla="*/ 0 w 11"/>
                  <a:gd name="T57" fmla="*/ 8 h 11"/>
                  <a:gd name="T58" fmla="*/ 1 w 11"/>
                  <a:gd name="T59" fmla="*/ 9 h 11"/>
                  <a:gd name="T60" fmla="*/ 2 w 11"/>
                  <a:gd name="T61" fmla="*/ 9 h 11"/>
                  <a:gd name="T62" fmla="*/ 2 w 11"/>
                  <a:gd name="T63" fmla="*/ 9 h 11"/>
                  <a:gd name="T64" fmla="*/ 3 w 11"/>
                  <a:gd name="T65" fmla="*/ 9 h 11"/>
                  <a:gd name="T66" fmla="*/ 3 w 11"/>
                  <a:gd name="T67" fmla="*/ 10 h 11"/>
                  <a:gd name="T68" fmla="*/ 3 w 11"/>
                  <a:gd name="T69" fmla="*/ 11 h 11"/>
                  <a:gd name="T70" fmla="*/ 4 w 11"/>
                  <a:gd name="T71" fmla="*/ 11 h 11"/>
                  <a:gd name="T72" fmla="*/ 5 w 11"/>
                  <a:gd name="T73" fmla="*/ 11 h 11"/>
                  <a:gd name="T74" fmla="*/ 5 w 11"/>
                  <a:gd name="T75" fmla="*/ 10 h 11"/>
                  <a:gd name="T76" fmla="*/ 6 w 11"/>
                  <a:gd name="T77" fmla="*/ 10 h 11"/>
                  <a:gd name="T78" fmla="*/ 6 w 11"/>
                  <a:gd name="T79" fmla="*/ 11 h 11"/>
                  <a:gd name="T80" fmla="*/ 8 w 11"/>
                  <a:gd name="T81" fmla="*/ 11 h 11"/>
                  <a:gd name="T82" fmla="*/ 8 w 11"/>
                  <a:gd name="T83" fmla="*/ 11 h 11"/>
                  <a:gd name="T84" fmla="*/ 9 w 11"/>
                  <a:gd name="T85" fmla="*/ 10 h 11"/>
                  <a:gd name="T86" fmla="*/ 8 w 11"/>
                  <a:gd name="T87" fmla="*/ 9 h 11"/>
                  <a:gd name="T88" fmla="*/ 9 w 11"/>
                  <a:gd name="T89" fmla="*/ 9 h 11"/>
                  <a:gd name="T90" fmla="*/ 10 w 11"/>
                  <a:gd name="T91" fmla="*/ 9 h 11"/>
                  <a:gd name="T92" fmla="*/ 11 w 11"/>
                  <a:gd name="T93" fmla="*/ 8 h 11"/>
                  <a:gd name="T94" fmla="*/ 11 w 11"/>
                  <a:gd name="T95" fmla="*/ 8 h 11"/>
                  <a:gd name="T96" fmla="*/ 11 w 11"/>
                  <a:gd name="T97" fmla="*/ 7 h 11"/>
                  <a:gd name="T98" fmla="*/ 6 w 11"/>
                  <a:gd name="T99" fmla="*/ 8 h 11"/>
                  <a:gd name="T100" fmla="*/ 4 w 11"/>
                  <a:gd name="T101" fmla="*/ 7 h 11"/>
                  <a:gd name="T102" fmla="*/ 5 w 11"/>
                  <a:gd name="T103" fmla="*/ 4 h 11"/>
                  <a:gd name="T104" fmla="*/ 8 w 11"/>
                  <a:gd name="T105" fmla="*/ 5 h 11"/>
                  <a:gd name="T106" fmla="*/ 6 w 11"/>
                  <a:gd name="T10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" h="11">
                    <a:moveTo>
                      <a:pt x="11" y="7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5"/>
                      <a:pt x="11" y="4"/>
                      <a:pt x="11" y="4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8" y="3"/>
                      <a:pt x="8" y="3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9" y="1"/>
                      <a:pt x="8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4" y="0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2" y="2"/>
                      <a:pt x="3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7"/>
                      <a:pt x="0" y="8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3" y="11"/>
                      <a:pt x="3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1"/>
                      <a:pt x="7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1"/>
                      <a:pt x="9" y="10"/>
                      <a:pt x="9" y="1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1" y="9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7"/>
                      <a:pt x="11" y="7"/>
                      <a:pt x="11" y="7"/>
                    </a:cubicBezTo>
                    <a:close/>
                    <a:moveTo>
                      <a:pt x="6" y="8"/>
                    </a:moveTo>
                    <a:cubicBezTo>
                      <a:pt x="5" y="8"/>
                      <a:pt x="4" y="8"/>
                      <a:pt x="4" y="7"/>
                    </a:cubicBezTo>
                    <a:cubicBezTo>
                      <a:pt x="3" y="6"/>
                      <a:pt x="4" y="5"/>
                      <a:pt x="5" y="4"/>
                    </a:cubicBezTo>
                    <a:cubicBezTo>
                      <a:pt x="6" y="4"/>
                      <a:pt x="7" y="4"/>
                      <a:pt x="8" y="5"/>
                    </a:cubicBezTo>
                    <a:cubicBezTo>
                      <a:pt x="8" y="6"/>
                      <a:pt x="8" y="7"/>
                      <a:pt x="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8" name="Freeform 200"/>
              <p:cNvSpPr>
                <a:spLocks noEditPoints="1"/>
              </p:cNvSpPr>
              <p:nvPr/>
            </p:nvSpPr>
            <p:spPr bwMode="auto">
              <a:xfrm>
                <a:off x="3622" y="1729"/>
                <a:ext cx="31" cy="31"/>
              </a:xfrm>
              <a:custGeom>
                <a:avLst/>
                <a:gdLst>
                  <a:gd name="T0" fmla="*/ 13 w 13"/>
                  <a:gd name="T1" fmla="*/ 7 h 13"/>
                  <a:gd name="T2" fmla="*/ 12 w 13"/>
                  <a:gd name="T3" fmla="*/ 7 h 13"/>
                  <a:gd name="T4" fmla="*/ 12 w 13"/>
                  <a:gd name="T5" fmla="*/ 6 h 13"/>
                  <a:gd name="T6" fmla="*/ 13 w 13"/>
                  <a:gd name="T7" fmla="*/ 5 h 13"/>
                  <a:gd name="T8" fmla="*/ 13 w 13"/>
                  <a:gd name="T9" fmla="*/ 4 h 13"/>
                  <a:gd name="T10" fmla="*/ 13 w 13"/>
                  <a:gd name="T11" fmla="*/ 3 h 13"/>
                  <a:gd name="T12" fmla="*/ 11 w 13"/>
                  <a:gd name="T13" fmla="*/ 3 h 13"/>
                  <a:gd name="T14" fmla="*/ 10 w 13"/>
                  <a:gd name="T15" fmla="*/ 3 h 13"/>
                  <a:gd name="T16" fmla="*/ 10 w 13"/>
                  <a:gd name="T17" fmla="*/ 2 h 13"/>
                  <a:gd name="T18" fmla="*/ 10 w 13"/>
                  <a:gd name="T19" fmla="*/ 1 h 13"/>
                  <a:gd name="T20" fmla="*/ 10 w 13"/>
                  <a:gd name="T21" fmla="*/ 0 h 13"/>
                  <a:gd name="T22" fmla="*/ 9 w 13"/>
                  <a:gd name="T23" fmla="*/ 0 h 13"/>
                  <a:gd name="T24" fmla="*/ 7 w 13"/>
                  <a:gd name="T25" fmla="*/ 0 h 13"/>
                  <a:gd name="T26" fmla="*/ 7 w 13"/>
                  <a:gd name="T27" fmla="*/ 1 h 13"/>
                  <a:gd name="T28" fmla="*/ 6 w 13"/>
                  <a:gd name="T29" fmla="*/ 1 h 13"/>
                  <a:gd name="T30" fmla="*/ 6 w 13"/>
                  <a:gd name="T31" fmla="*/ 0 h 13"/>
                  <a:gd name="T32" fmla="*/ 5 w 13"/>
                  <a:gd name="T33" fmla="*/ 0 h 13"/>
                  <a:gd name="T34" fmla="*/ 4 w 13"/>
                  <a:gd name="T35" fmla="*/ 0 h 13"/>
                  <a:gd name="T36" fmla="*/ 3 w 13"/>
                  <a:gd name="T37" fmla="*/ 1 h 13"/>
                  <a:gd name="T38" fmla="*/ 3 w 13"/>
                  <a:gd name="T39" fmla="*/ 2 h 13"/>
                  <a:gd name="T40" fmla="*/ 3 w 13"/>
                  <a:gd name="T41" fmla="*/ 3 h 13"/>
                  <a:gd name="T42" fmla="*/ 2 w 13"/>
                  <a:gd name="T43" fmla="*/ 3 h 13"/>
                  <a:gd name="T44" fmla="*/ 1 w 13"/>
                  <a:gd name="T45" fmla="*/ 3 h 13"/>
                  <a:gd name="T46" fmla="*/ 0 w 13"/>
                  <a:gd name="T47" fmla="*/ 4 h 13"/>
                  <a:gd name="T48" fmla="*/ 1 w 13"/>
                  <a:gd name="T49" fmla="*/ 5 h 13"/>
                  <a:gd name="T50" fmla="*/ 2 w 13"/>
                  <a:gd name="T51" fmla="*/ 6 h 13"/>
                  <a:gd name="T52" fmla="*/ 2 w 13"/>
                  <a:gd name="T53" fmla="*/ 7 h 13"/>
                  <a:gd name="T54" fmla="*/ 1 w 13"/>
                  <a:gd name="T55" fmla="*/ 7 h 13"/>
                  <a:gd name="T56" fmla="*/ 0 w 13"/>
                  <a:gd name="T57" fmla="*/ 8 h 13"/>
                  <a:gd name="T58" fmla="*/ 1 w 13"/>
                  <a:gd name="T59" fmla="*/ 9 h 13"/>
                  <a:gd name="T60" fmla="*/ 2 w 13"/>
                  <a:gd name="T61" fmla="*/ 10 h 13"/>
                  <a:gd name="T62" fmla="*/ 3 w 13"/>
                  <a:gd name="T63" fmla="*/ 9 h 13"/>
                  <a:gd name="T64" fmla="*/ 4 w 13"/>
                  <a:gd name="T65" fmla="*/ 10 h 13"/>
                  <a:gd name="T66" fmla="*/ 3 w 13"/>
                  <a:gd name="T67" fmla="*/ 11 h 13"/>
                  <a:gd name="T68" fmla="*/ 4 w 13"/>
                  <a:gd name="T69" fmla="*/ 12 h 13"/>
                  <a:gd name="T70" fmla="*/ 5 w 13"/>
                  <a:gd name="T71" fmla="*/ 13 h 13"/>
                  <a:gd name="T72" fmla="*/ 6 w 13"/>
                  <a:gd name="T73" fmla="*/ 12 h 13"/>
                  <a:gd name="T74" fmla="*/ 6 w 13"/>
                  <a:gd name="T75" fmla="*/ 11 h 13"/>
                  <a:gd name="T76" fmla="*/ 7 w 13"/>
                  <a:gd name="T77" fmla="*/ 11 h 13"/>
                  <a:gd name="T78" fmla="*/ 8 w 13"/>
                  <a:gd name="T79" fmla="*/ 12 h 13"/>
                  <a:gd name="T80" fmla="*/ 9 w 13"/>
                  <a:gd name="T81" fmla="*/ 12 h 13"/>
                  <a:gd name="T82" fmla="*/ 10 w 13"/>
                  <a:gd name="T83" fmla="*/ 12 h 13"/>
                  <a:gd name="T84" fmla="*/ 10 w 13"/>
                  <a:gd name="T85" fmla="*/ 11 h 13"/>
                  <a:gd name="T86" fmla="*/ 10 w 13"/>
                  <a:gd name="T87" fmla="*/ 10 h 13"/>
                  <a:gd name="T88" fmla="*/ 11 w 13"/>
                  <a:gd name="T89" fmla="*/ 9 h 13"/>
                  <a:gd name="T90" fmla="*/ 12 w 13"/>
                  <a:gd name="T91" fmla="*/ 10 h 13"/>
                  <a:gd name="T92" fmla="*/ 13 w 13"/>
                  <a:gd name="T93" fmla="*/ 9 h 13"/>
                  <a:gd name="T94" fmla="*/ 13 w 13"/>
                  <a:gd name="T95" fmla="*/ 8 h 13"/>
                  <a:gd name="T96" fmla="*/ 13 w 13"/>
                  <a:gd name="T97" fmla="*/ 7 h 13"/>
                  <a:gd name="T98" fmla="*/ 8 w 13"/>
                  <a:gd name="T99" fmla="*/ 9 h 13"/>
                  <a:gd name="T100" fmla="*/ 4 w 13"/>
                  <a:gd name="T101" fmla="*/ 7 h 13"/>
                  <a:gd name="T102" fmla="*/ 6 w 13"/>
                  <a:gd name="T103" fmla="*/ 4 h 13"/>
                  <a:gd name="T104" fmla="*/ 9 w 13"/>
                  <a:gd name="T105" fmla="*/ 5 h 13"/>
                  <a:gd name="T106" fmla="*/ 8 w 13"/>
                  <a:gd name="T107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" h="13">
                    <a:moveTo>
                      <a:pt x="13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3" y="4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3"/>
                      <a:pt x="12" y="2"/>
                      <a:pt x="11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0"/>
                      <a:pt x="1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6" y="1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0"/>
                      <a:pt x="2" y="10"/>
                      <a:pt x="2" y="10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10"/>
                      <a:pt x="3" y="10"/>
                      <a:pt x="4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3" y="12"/>
                      <a:pt x="4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6" y="13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2"/>
                      <a:pt x="8" y="13"/>
                      <a:pt x="9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1" y="11"/>
                      <a:pt x="10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1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3" y="10"/>
                      <a:pt x="13" y="9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7"/>
                      <a:pt x="13" y="7"/>
                    </a:cubicBezTo>
                    <a:close/>
                    <a:moveTo>
                      <a:pt x="8" y="9"/>
                    </a:moveTo>
                    <a:cubicBezTo>
                      <a:pt x="6" y="9"/>
                      <a:pt x="5" y="8"/>
                      <a:pt x="4" y="7"/>
                    </a:cubicBezTo>
                    <a:cubicBezTo>
                      <a:pt x="4" y="6"/>
                      <a:pt x="4" y="4"/>
                      <a:pt x="6" y="4"/>
                    </a:cubicBezTo>
                    <a:cubicBezTo>
                      <a:pt x="7" y="3"/>
                      <a:pt x="8" y="4"/>
                      <a:pt x="9" y="5"/>
                    </a:cubicBezTo>
                    <a:cubicBezTo>
                      <a:pt x="10" y="6"/>
                      <a:pt x="9" y="8"/>
                      <a:pt x="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59" name="Freeform 201"/>
              <p:cNvSpPr>
                <a:spLocks noEditPoints="1"/>
              </p:cNvSpPr>
              <p:nvPr/>
            </p:nvSpPr>
            <p:spPr bwMode="auto">
              <a:xfrm>
                <a:off x="3677" y="1618"/>
                <a:ext cx="26" cy="26"/>
              </a:xfrm>
              <a:custGeom>
                <a:avLst/>
                <a:gdLst>
                  <a:gd name="T0" fmla="*/ 11 w 11"/>
                  <a:gd name="T1" fmla="*/ 6 h 11"/>
                  <a:gd name="T2" fmla="*/ 10 w 11"/>
                  <a:gd name="T3" fmla="*/ 6 h 11"/>
                  <a:gd name="T4" fmla="*/ 10 w 11"/>
                  <a:gd name="T5" fmla="*/ 5 h 11"/>
                  <a:gd name="T6" fmla="*/ 11 w 11"/>
                  <a:gd name="T7" fmla="*/ 4 h 11"/>
                  <a:gd name="T8" fmla="*/ 11 w 11"/>
                  <a:gd name="T9" fmla="*/ 3 h 11"/>
                  <a:gd name="T10" fmla="*/ 11 w 11"/>
                  <a:gd name="T11" fmla="*/ 3 h 11"/>
                  <a:gd name="T12" fmla="*/ 10 w 11"/>
                  <a:gd name="T13" fmla="*/ 2 h 11"/>
                  <a:gd name="T14" fmla="*/ 9 w 11"/>
                  <a:gd name="T15" fmla="*/ 2 h 11"/>
                  <a:gd name="T16" fmla="*/ 8 w 11"/>
                  <a:gd name="T17" fmla="*/ 2 h 11"/>
                  <a:gd name="T18" fmla="*/ 9 w 11"/>
                  <a:gd name="T19" fmla="*/ 1 h 11"/>
                  <a:gd name="T20" fmla="*/ 8 w 11"/>
                  <a:gd name="T21" fmla="*/ 0 h 11"/>
                  <a:gd name="T22" fmla="*/ 7 w 11"/>
                  <a:gd name="T23" fmla="*/ 0 h 11"/>
                  <a:gd name="T24" fmla="*/ 6 w 11"/>
                  <a:gd name="T25" fmla="*/ 0 h 11"/>
                  <a:gd name="T26" fmla="*/ 6 w 11"/>
                  <a:gd name="T27" fmla="*/ 1 h 11"/>
                  <a:gd name="T28" fmla="*/ 5 w 11"/>
                  <a:gd name="T29" fmla="*/ 1 h 11"/>
                  <a:gd name="T30" fmla="*/ 5 w 11"/>
                  <a:gd name="T31" fmla="*/ 0 h 11"/>
                  <a:gd name="T32" fmla="*/ 4 w 11"/>
                  <a:gd name="T33" fmla="*/ 0 h 11"/>
                  <a:gd name="T34" fmla="*/ 3 w 11"/>
                  <a:gd name="T35" fmla="*/ 0 h 11"/>
                  <a:gd name="T36" fmla="*/ 3 w 11"/>
                  <a:gd name="T37" fmla="*/ 1 h 11"/>
                  <a:gd name="T38" fmla="*/ 3 w 11"/>
                  <a:gd name="T39" fmla="*/ 2 h 11"/>
                  <a:gd name="T40" fmla="*/ 2 w 11"/>
                  <a:gd name="T41" fmla="*/ 3 h 11"/>
                  <a:gd name="T42" fmla="*/ 2 w 11"/>
                  <a:gd name="T43" fmla="*/ 2 h 11"/>
                  <a:gd name="T44" fmla="*/ 1 w 11"/>
                  <a:gd name="T45" fmla="*/ 3 h 11"/>
                  <a:gd name="T46" fmla="*/ 0 w 11"/>
                  <a:gd name="T47" fmla="*/ 4 h 11"/>
                  <a:gd name="T48" fmla="*/ 1 w 11"/>
                  <a:gd name="T49" fmla="*/ 5 h 11"/>
                  <a:gd name="T50" fmla="*/ 1 w 11"/>
                  <a:gd name="T51" fmla="*/ 5 h 11"/>
                  <a:gd name="T52" fmla="*/ 1 w 11"/>
                  <a:gd name="T53" fmla="*/ 6 h 11"/>
                  <a:gd name="T54" fmla="*/ 1 w 11"/>
                  <a:gd name="T55" fmla="*/ 6 h 11"/>
                  <a:gd name="T56" fmla="*/ 0 w 11"/>
                  <a:gd name="T57" fmla="*/ 7 h 11"/>
                  <a:gd name="T58" fmla="*/ 1 w 11"/>
                  <a:gd name="T59" fmla="*/ 8 h 11"/>
                  <a:gd name="T60" fmla="*/ 2 w 11"/>
                  <a:gd name="T61" fmla="*/ 8 h 11"/>
                  <a:gd name="T62" fmla="*/ 2 w 11"/>
                  <a:gd name="T63" fmla="*/ 8 h 11"/>
                  <a:gd name="T64" fmla="*/ 3 w 11"/>
                  <a:gd name="T65" fmla="*/ 9 h 11"/>
                  <a:gd name="T66" fmla="*/ 3 w 11"/>
                  <a:gd name="T67" fmla="*/ 9 h 11"/>
                  <a:gd name="T68" fmla="*/ 3 w 11"/>
                  <a:gd name="T69" fmla="*/ 10 h 11"/>
                  <a:gd name="T70" fmla="*/ 4 w 11"/>
                  <a:gd name="T71" fmla="*/ 11 h 11"/>
                  <a:gd name="T72" fmla="*/ 5 w 11"/>
                  <a:gd name="T73" fmla="*/ 10 h 11"/>
                  <a:gd name="T74" fmla="*/ 5 w 11"/>
                  <a:gd name="T75" fmla="*/ 9 h 11"/>
                  <a:gd name="T76" fmla="*/ 6 w 11"/>
                  <a:gd name="T77" fmla="*/ 9 h 11"/>
                  <a:gd name="T78" fmla="*/ 6 w 11"/>
                  <a:gd name="T79" fmla="*/ 10 h 11"/>
                  <a:gd name="T80" fmla="*/ 7 w 11"/>
                  <a:gd name="T81" fmla="*/ 11 h 11"/>
                  <a:gd name="T82" fmla="*/ 8 w 11"/>
                  <a:gd name="T83" fmla="*/ 10 h 11"/>
                  <a:gd name="T84" fmla="*/ 9 w 11"/>
                  <a:gd name="T85" fmla="*/ 9 h 11"/>
                  <a:gd name="T86" fmla="*/ 8 w 11"/>
                  <a:gd name="T87" fmla="*/ 8 h 11"/>
                  <a:gd name="T88" fmla="*/ 9 w 11"/>
                  <a:gd name="T89" fmla="*/ 8 h 11"/>
                  <a:gd name="T90" fmla="*/ 10 w 11"/>
                  <a:gd name="T91" fmla="*/ 8 h 11"/>
                  <a:gd name="T92" fmla="*/ 11 w 11"/>
                  <a:gd name="T93" fmla="*/ 8 h 11"/>
                  <a:gd name="T94" fmla="*/ 11 w 11"/>
                  <a:gd name="T95" fmla="*/ 7 h 11"/>
                  <a:gd name="T96" fmla="*/ 11 w 11"/>
                  <a:gd name="T97" fmla="*/ 6 h 11"/>
                  <a:gd name="T98" fmla="*/ 6 w 11"/>
                  <a:gd name="T99" fmla="*/ 7 h 11"/>
                  <a:gd name="T100" fmla="*/ 4 w 11"/>
                  <a:gd name="T101" fmla="*/ 6 h 11"/>
                  <a:gd name="T102" fmla="*/ 5 w 11"/>
                  <a:gd name="T103" fmla="*/ 3 h 11"/>
                  <a:gd name="T104" fmla="*/ 7 w 11"/>
                  <a:gd name="T105" fmla="*/ 4 h 11"/>
                  <a:gd name="T106" fmla="*/ 6 w 11"/>
                  <a:gd name="T10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" h="11">
                    <a:moveTo>
                      <a:pt x="11" y="6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8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1"/>
                      <a:pt x="3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5" y="11"/>
                      <a:pt x="5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9" y="10"/>
                      <a:pt x="9" y="10"/>
                      <a:pt x="9" y="9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1" y="8"/>
                      <a:pt x="11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6"/>
                      <a:pt x="11" y="6"/>
                      <a:pt x="11" y="6"/>
                    </a:cubicBezTo>
                    <a:close/>
                    <a:moveTo>
                      <a:pt x="6" y="7"/>
                    </a:moveTo>
                    <a:cubicBezTo>
                      <a:pt x="5" y="8"/>
                      <a:pt x="4" y="7"/>
                      <a:pt x="4" y="6"/>
                    </a:cubicBezTo>
                    <a:cubicBezTo>
                      <a:pt x="3" y="5"/>
                      <a:pt x="4" y="4"/>
                      <a:pt x="5" y="3"/>
                    </a:cubicBezTo>
                    <a:cubicBezTo>
                      <a:pt x="6" y="3"/>
                      <a:pt x="7" y="3"/>
                      <a:pt x="7" y="4"/>
                    </a:cubicBezTo>
                    <a:cubicBezTo>
                      <a:pt x="8" y="5"/>
                      <a:pt x="7" y="7"/>
                      <a:pt x="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60" name="Freeform 202"/>
              <p:cNvSpPr>
                <a:spLocks noEditPoints="1"/>
              </p:cNvSpPr>
              <p:nvPr/>
            </p:nvSpPr>
            <p:spPr bwMode="auto">
              <a:xfrm>
                <a:off x="3660" y="2140"/>
                <a:ext cx="24" cy="40"/>
              </a:xfrm>
              <a:custGeom>
                <a:avLst/>
                <a:gdLst>
                  <a:gd name="T0" fmla="*/ 5 w 10"/>
                  <a:gd name="T1" fmla="*/ 17 h 17"/>
                  <a:gd name="T2" fmla="*/ 10 w 10"/>
                  <a:gd name="T3" fmla="*/ 12 h 17"/>
                  <a:gd name="T4" fmla="*/ 5 w 10"/>
                  <a:gd name="T5" fmla="*/ 0 h 17"/>
                  <a:gd name="T6" fmla="*/ 0 w 10"/>
                  <a:gd name="T7" fmla="*/ 12 h 17"/>
                  <a:gd name="T8" fmla="*/ 5 w 10"/>
                  <a:gd name="T9" fmla="*/ 17 h 17"/>
                  <a:gd name="T10" fmla="*/ 8 w 10"/>
                  <a:gd name="T11" fmla="*/ 11 h 17"/>
                  <a:gd name="T12" fmla="*/ 5 w 10"/>
                  <a:gd name="T13" fmla="*/ 15 h 17"/>
                  <a:gd name="T14" fmla="*/ 8 w 10"/>
                  <a:gd name="T1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17">
                    <a:moveTo>
                      <a:pt x="5" y="17"/>
                    </a:moveTo>
                    <a:cubicBezTo>
                      <a:pt x="8" y="17"/>
                      <a:pt x="10" y="14"/>
                      <a:pt x="10" y="12"/>
                    </a:cubicBezTo>
                    <a:cubicBezTo>
                      <a:pt x="10" y="7"/>
                      <a:pt x="5" y="0"/>
                      <a:pt x="5" y="0"/>
                    </a:cubicBezTo>
                    <a:cubicBezTo>
                      <a:pt x="5" y="0"/>
                      <a:pt x="0" y="7"/>
                      <a:pt x="0" y="12"/>
                    </a:cubicBezTo>
                    <a:cubicBezTo>
                      <a:pt x="0" y="15"/>
                      <a:pt x="3" y="17"/>
                      <a:pt x="5" y="17"/>
                    </a:cubicBezTo>
                    <a:close/>
                    <a:moveTo>
                      <a:pt x="8" y="11"/>
                    </a:moveTo>
                    <a:cubicBezTo>
                      <a:pt x="8" y="11"/>
                      <a:pt x="9" y="15"/>
                      <a:pt x="5" y="15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61" name="Freeform 203"/>
              <p:cNvSpPr>
                <a:spLocks noEditPoints="1"/>
              </p:cNvSpPr>
              <p:nvPr/>
            </p:nvSpPr>
            <p:spPr bwMode="auto">
              <a:xfrm>
                <a:off x="4112" y="2028"/>
                <a:ext cx="24" cy="41"/>
              </a:xfrm>
              <a:custGeom>
                <a:avLst/>
                <a:gdLst>
                  <a:gd name="T0" fmla="*/ 5 w 10"/>
                  <a:gd name="T1" fmla="*/ 16 h 17"/>
                  <a:gd name="T2" fmla="*/ 10 w 10"/>
                  <a:gd name="T3" fmla="*/ 12 h 17"/>
                  <a:gd name="T4" fmla="*/ 5 w 10"/>
                  <a:gd name="T5" fmla="*/ 0 h 17"/>
                  <a:gd name="T6" fmla="*/ 0 w 10"/>
                  <a:gd name="T7" fmla="*/ 12 h 17"/>
                  <a:gd name="T8" fmla="*/ 5 w 10"/>
                  <a:gd name="T9" fmla="*/ 16 h 17"/>
                  <a:gd name="T10" fmla="*/ 8 w 10"/>
                  <a:gd name="T11" fmla="*/ 11 h 17"/>
                  <a:gd name="T12" fmla="*/ 5 w 10"/>
                  <a:gd name="T13" fmla="*/ 15 h 17"/>
                  <a:gd name="T14" fmla="*/ 8 w 10"/>
                  <a:gd name="T1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17">
                    <a:moveTo>
                      <a:pt x="5" y="16"/>
                    </a:moveTo>
                    <a:cubicBezTo>
                      <a:pt x="8" y="16"/>
                      <a:pt x="10" y="14"/>
                      <a:pt x="10" y="12"/>
                    </a:cubicBezTo>
                    <a:cubicBezTo>
                      <a:pt x="10" y="7"/>
                      <a:pt x="5" y="0"/>
                      <a:pt x="5" y="0"/>
                    </a:cubicBezTo>
                    <a:cubicBezTo>
                      <a:pt x="5" y="0"/>
                      <a:pt x="0" y="7"/>
                      <a:pt x="0" y="12"/>
                    </a:cubicBezTo>
                    <a:cubicBezTo>
                      <a:pt x="0" y="14"/>
                      <a:pt x="2" y="17"/>
                      <a:pt x="5" y="16"/>
                    </a:cubicBezTo>
                    <a:close/>
                    <a:moveTo>
                      <a:pt x="8" y="11"/>
                    </a:moveTo>
                    <a:cubicBezTo>
                      <a:pt x="8" y="11"/>
                      <a:pt x="8" y="15"/>
                      <a:pt x="5" y="15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  <p:sp>
            <p:nvSpPr>
              <p:cNvPr id="262" name="Freeform 204"/>
              <p:cNvSpPr>
                <a:spLocks noEditPoints="1"/>
              </p:cNvSpPr>
              <p:nvPr/>
            </p:nvSpPr>
            <p:spPr bwMode="auto">
              <a:xfrm>
                <a:off x="3975" y="2230"/>
                <a:ext cx="33" cy="55"/>
              </a:xfrm>
              <a:custGeom>
                <a:avLst/>
                <a:gdLst>
                  <a:gd name="T0" fmla="*/ 7 w 14"/>
                  <a:gd name="T1" fmla="*/ 23 h 23"/>
                  <a:gd name="T2" fmla="*/ 14 w 14"/>
                  <a:gd name="T3" fmla="*/ 16 h 23"/>
                  <a:gd name="T4" fmla="*/ 7 w 14"/>
                  <a:gd name="T5" fmla="*/ 0 h 23"/>
                  <a:gd name="T6" fmla="*/ 0 w 14"/>
                  <a:gd name="T7" fmla="*/ 17 h 23"/>
                  <a:gd name="T8" fmla="*/ 7 w 14"/>
                  <a:gd name="T9" fmla="*/ 23 h 23"/>
                  <a:gd name="T10" fmla="*/ 11 w 14"/>
                  <a:gd name="T11" fmla="*/ 15 h 23"/>
                  <a:gd name="T12" fmla="*/ 7 w 14"/>
                  <a:gd name="T13" fmla="*/ 21 h 23"/>
                  <a:gd name="T14" fmla="*/ 11 w 14"/>
                  <a:gd name="T15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23">
                    <a:moveTo>
                      <a:pt x="7" y="23"/>
                    </a:moveTo>
                    <a:cubicBezTo>
                      <a:pt x="11" y="23"/>
                      <a:pt x="14" y="20"/>
                      <a:pt x="14" y="16"/>
                    </a:cubicBezTo>
                    <a:cubicBezTo>
                      <a:pt x="14" y="9"/>
                      <a:pt x="7" y="0"/>
                      <a:pt x="7" y="0"/>
                    </a:cubicBezTo>
                    <a:cubicBezTo>
                      <a:pt x="7" y="0"/>
                      <a:pt x="0" y="10"/>
                      <a:pt x="0" y="17"/>
                    </a:cubicBezTo>
                    <a:cubicBezTo>
                      <a:pt x="1" y="20"/>
                      <a:pt x="4" y="23"/>
                      <a:pt x="7" y="23"/>
                    </a:cubicBezTo>
                    <a:close/>
                    <a:moveTo>
                      <a:pt x="11" y="15"/>
                    </a:moveTo>
                    <a:cubicBezTo>
                      <a:pt x="11" y="15"/>
                      <a:pt x="12" y="20"/>
                      <a:pt x="7" y="21"/>
                    </a:cubicBezTo>
                    <a:lnTo>
                      <a:pt x="11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3598" tIns="46799" rIns="93598" bIns="46799" numCol="1" anchor="t" anchorCtr="0" compatLnSpc="1"/>
              <a:lstStyle/>
              <a:p>
                <a:pPr fontAlgn="base"/>
                <a:endParaRPr lang="zh-CN" altLang="en-US" sz="1945" strike="noStrike" noProof="1"/>
              </a:p>
            </p:txBody>
          </p:sp>
        </p:grpSp>
        <p:sp>
          <p:nvSpPr>
            <p:cNvPr id="33" name="Freeform 206"/>
            <p:cNvSpPr>
              <a:spLocks noEditPoints="1"/>
            </p:cNvSpPr>
            <p:nvPr/>
          </p:nvSpPr>
          <p:spPr bwMode="auto">
            <a:xfrm>
              <a:off x="4046" y="1940"/>
              <a:ext cx="21" cy="29"/>
            </a:xfrm>
            <a:custGeom>
              <a:avLst/>
              <a:gdLst>
                <a:gd name="T0" fmla="*/ 3 w 9"/>
                <a:gd name="T1" fmla="*/ 11 h 12"/>
                <a:gd name="T2" fmla="*/ 8 w 9"/>
                <a:gd name="T3" fmla="*/ 10 h 12"/>
                <a:gd name="T4" fmla="*/ 9 w 9"/>
                <a:gd name="T5" fmla="*/ 0 h 12"/>
                <a:gd name="T6" fmla="*/ 1 w 9"/>
                <a:gd name="T7" fmla="*/ 6 h 12"/>
                <a:gd name="T8" fmla="*/ 3 w 9"/>
                <a:gd name="T9" fmla="*/ 11 h 12"/>
                <a:gd name="T10" fmla="*/ 7 w 9"/>
                <a:gd name="T11" fmla="*/ 8 h 12"/>
                <a:gd name="T12" fmla="*/ 3 w 9"/>
                <a:gd name="T13" fmla="*/ 10 h 12"/>
                <a:gd name="T14" fmla="*/ 7 w 9"/>
                <a:gd name="T15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2">
                  <a:moveTo>
                    <a:pt x="3" y="11"/>
                  </a:moveTo>
                  <a:cubicBezTo>
                    <a:pt x="4" y="12"/>
                    <a:pt x="7" y="11"/>
                    <a:pt x="8" y="10"/>
                  </a:cubicBezTo>
                  <a:cubicBezTo>
                    <a:pt x="9" y="6"/>
                    <a:pt x="9" y="0"/>
                    <a:pt x="9" y="0"/>
                  </a:cubicBezTo>
                  <a:cubicBezTo>
                    <a:pt x="9" y="0"/>
                    <a:pt x="3" y="3"/>
                    <a:pt x="1" y="6"/>
                  </a:cubicBezTo>
                  <a:cubicBezTo>
                    <a:pt x="0" y="8"/>
                    <a:pt x="1" y="10"/>
                    <a:pt x="3" y="11"/>
                  </a:cubicBezTo>
                  <a:close/>
                  <a:moveTo>
                    <a:pt x="7" y="8"/>
                  </a:moveTo>
                  <a:cubicBezTo>
                    <a:pt x="7" y="8"/>
                    <a:pt x="6" y="11"/>
                    <a:pt x="3" y="10"/>
                  </a:cubicBezTo>
                  <a:lnTo>
                    <a:pt x="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34" name="Freeform 207"/>
            <p:cNvSpPr>
              <a:spLocks noEditPoints="1"/>
            </p:cNvSpPr>
            <p:nvPr/>
          </p:nvSpPr>
          <p:spPr bwMode="auto">
            <a:xfrm>
              <a:off x="4136" y="2524"/>
              <a:ext cx="26" cy="45"/>
            </a:xfrm>
            <a:custGeom>
              <a:avLst/>
              <a:gdLst>
                <a:gd name="T0" fmla="*/ 5 w 11"/>
                <a:gd name="T1" fmla="*/ 19 h 19"/>
                <a:gd name="T2" fmla="*/ 11 w 11"/>
                <a:gd name="T3" fmla="*/ 14 h 19"/>
                <a:gd name="T4" fmla="*/ 5 w 11"/>
                <a:gd name="T5" fmla="*/ 0 h 19"/>
                <a:gd name="T6" fmla="*/ 0 w 11"/>
                <a:gd name="T7" fmla="*/ 14 h 19"/>
                <a:gd name="T8" fmla="*/ 5 w 11"/>
                <a:gd name="T9" fmla="*/ 19 h 19"/>
                <a:gd name="T10" fmla="*/ 9 w 11"/>
                <a:gd name="T11" fmla="*/ 13 h 19"/>
                <a:gd name="T12" fmla="*/ 5 w 11"/>
                <a:gd name="T13" fmla="*/ 17 h 19"/>
                <a:gd name="T14" fmla="*/ 9 w 11"/>
                <a:gd name="T15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9">
                  <a:moveTo>
                    <a:pt x="5" y="19"/>
                  </a:moveTo>
                  <a:cubicBezTo>
                    <a:pt x="9" y="19"/>
                    <a:pt x="11" y="17"/>
                    <a:pt x="11" y="14"/>
                  </a:cubicBezTo>
                  <a:cubicBezTo>
                    <a:pt x="11" y="8"/>
                    <a:pt x="5" y="0"/>
                    <a:pt x="5" y="0"/>
                  </a:cubicBezTo>
                  <a:cubicBezTo>
                    <a:pt x="5" y="0"/>
                    <a:pt x="0" y="8"/>
                    <a:pt x="0" y="14"/>
                  </a:cubicBezTo>
                  <a:cubicBezTo>
                    <a:pt x="0" y="17"/>
                    <a:pt x="2" y="19"/>
                    <a:pt x="5" y="19"/>
                  </a:cubicBezTo>
                  <a:close/>
                  <a:moveTo>
                    <a:pt x="9" y="13"/>
                  </a:moveTo>
                  <a:cubicBezTo>
                    <a:pt x="9" y="13"/>
                    <a:pt x="9" y="17"/>
                    <a:pt x="5" y="17"/>
                  </a:cubicBezTo>
                  <a:lnTo>
                    <a:pt x="9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35" name="Freeform 208"/>
            <p:cNvSpPr>
              <a:spLocks noEditPoints="1"/>
            </p:cNvSpPr>
            <p:nvPr/>
          </p:nvSpPr>
          <p:spPr bwMode="auto">
            <a:xfrm>
              <a:off x="3743" y="1845"/>
              <a:ext cx="31" cy="50"/>
            </a:xfrm>
            <a:custGeom>
              <a:avLst/>
              <a:gdLst>
                <a:gd name="T0" fmla="*/ 5 w 13"/>
                <a:gd name="T1" fmla="*/ 0 h 21"/>
                <a:gd name="T2" fmla="*/ 1 w 13"/>
                <a:gd name="T3" fmla="*/ 15 h 21"/>
                <a:gd name="T4" fmla="*/ 7 w 13"/>
                <a:gd name="T5" fmla="*/ 20 h 21"/>
                <a:gd name="T6" fmla="*/ 12 w 13"/>
                <a:gd name="T7" fmla="*/ 14 h 21"/>
                <a:gd name="T8" fmla="*/ 5 w 13"/>
                <a:gd name="T9" fmla="*/ 0 h 21"/>
                <a:gd name="T10" fmla="*/ 7 w 13"/>
                <a:gd name="T11" fmla="*/ 18 h 21"/>
                <a:gd name="T12" fmla="*/ 10 w 13"/>
                <a:gd name="T13" fmla="*/ 13 h 21"/>
                <a:gd name="T14" fmla="*/ 7 w 13"/>
                <a:gd name="T15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21">
                  <a:moveTo>
                    <a:pt x="5" y="0"/>
                  </a:moveTo>
                  <a:cubicBezTo>
                    <a:pt x="5" y="0"/>
                    <a:pt x="0" y="9"/>
                    <a:pt x="1" y="15"/>
                  </a:cubicBezTo>
                  <a:cubicBezTo>
                    <a:pt x="1" y="18"/>
                    <a:pt x="4" y="21"/>
                    <a:pt x="7" y="20"/>
                  </a:cubicBezTo>
                  <a:cubicBezTo>
                    <a:pt x="10" y="20"/>
                    <a:pt x="13" y="17"/>
                    <a:pt x="12" y="14"/>
                  </a:cubicBezTo>
                  <a:cubicBezTo>
                    <a:pt x="11" y="8"/>
                    <a:pt x="5" y="0"/>
                    <a:pt x="5" y="0"/>
                  </a:cubicBezTo>
                  <a:close/>
                  <a:moveTo>
                    <a:pt x="7" y="18"/>
                  </a:move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1" y="18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36" name="Freeform 209"/>
            <p:cNvSpPr/>
            <p:nvPr/>
          </p:nvSpPr>
          <p:spPr bwMode="auto">
            <a:xfrm>
              <a:off x="3759" y="2489"/>
              <a:ext cx="41" cy="85"/>
            </a:xfrm>
            <a:custGeom>
              <a:avLst/>
              <a:gdLst>
                <a:gd name="T0" fmla="*/ 17 w 17"/>
                <a:gd name="T1" fmla="*/ 4 h 36"/>
                <a:gd name="T2" fmla="*/ 17 w 17"/>
                <a:gd name="T3" fmla="*/ 4 h 36"/>
                <a:gd name="T4" fmla="*/ 17 w 17"/>
                <a:gd name="T5" fmla="*/ 4 h 36"/>
                <a:gd name="T6" fmla="*/ 10 w 17"/>
                <a:gd name="T7" fmla="*/ 0 h 36"/>
                <a:gd name="T8" fmla="*/ 10 w 17"/>
                <a:gd name="T9" fmla="*/ 0 h 36"/>
                <a:gd name="T10" fmla="*/ 7 w 17"/>
                <a:gd name="T11" fmla="*/ 0 h 36"/>
                <a:gd name="T12" fmla="*/ 0 w 17"/>
                <a:gd name="T13" fmla="*/ 5 h 36"/>
                <a:gd name="T14" fmla="*/ 0 w 17"/>
                <a:gd name="T15" fmla="*/ 16 h 36"/>
                <a:gd name="T16" fmla="*/ 2 w 17"/>
                <a:gd name="T17" fmla="*/ 17 h 36"/>
                <a:gd name="T18" fmla="*/ 4 w 17"/>
                <a:gd name="T19" fmla="*/ 15 h 36"/>
                <a:gd name="T20" fmla="*/ 4 w 17"/>
                <a:gd name="T21" fmla="*/ 7 h 36"/>
                <a:gd name="T22" fmla="*/ 4 w 17"/>
                <a:gd name="T23" fmla="*/ 7 h 36"/>
                <a:gd name="T24" fmla="*/ 4 w 17"/>
                <a:gd name="T25" fmla="*/ 12 h 36"/>
                <a:gd name="T26" fmla="*/ 4 w 17"/>
                <a:gd name="T27" fmla="*/ 17 h 36"/>
                <a:gd name="T28" fmla="*/ 5 w 17"/>
                <a:gd name="T29" fmla="*/ 34 h 36"/>
                <a:gd name="T30" fmla="*/ 7 w 17"/>
                <a:gd name="T31" fmla="*/ 36 h 36"/>
                <a:gd name="T32" fmla="*/ 9 w 17"/>
                <a:gd name="T33" fmla="*/ 34 h 36"/>
                <a:gd name="T34" fmla="*/ 9 w 17"/>
                <a:gd name="T35" fmla="*/ 18 h 36"/>
                <a:gd name="T36" fmla="*/ 9 w 17"/>
                <a:gd name="T37" fmla="*/ 18 h 36"/>
                <a:gd name="T38" fmla="*/ 10 w 17"/>
                <a:gd name="T39" fmla="*/ 33 h 36"/>
                <a:gd name="T40" fmla="*/ 12 w 17"/>
                <a:gd name="T41" fmla="*/ 35 h 36"/>
                <a:gd name="T42" fmla="*/ 14 w 17"/>
                <a:gd name="T43" fmla="*/ 33 h 36"/>
                <a:gd name="T44" fmla="*/ 13 w 17"/>
                <a:gd name="T45" fmla="*/ 16 h 36"/>
                <a:gd name="T46" fmla="*/ 13 w 17"/>
                <a:gd name="T47" fmla="*/ 12 h 36"/>
                <a:gd name="T48" fmla="*/ 13 w 17"/>
                <a:gd name="T49" fmla="*/ 7 h 36"/>
                <a:gd name="T50" fmla="*/ 14 w 17"/>
                <a:gd name="T51" fmla="*/ 7 h 36"/>
                <a:gd name="T52" fmla="*/ 14 w 17"/>
                <a:gd name="T53" fmla="*/ 15 h 36"/>
                <a:gd name="T54" fmla="*/ 16 w 17"/>
                <a:gd name="T55" fmla="*/ 17 h 36"/>
                <a:gd name="T56" fmla="*/ 17 w 17"/>
                <a:gd name="T57" fmla="*/ 15 h 36"/>
                <a:gd name="T58" fmla="*/ 17 w 17"/>
                <a:gd name="T59" fmla="*/ 4 h 36"/>
                <a:gd name="T60" fmla="*/ 17 w 17"/>
                <a:gd name="T61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" h="36">
                  <a:moveTo>
                    <a:pt x="17" y="4"/>
                  </a:move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1"/>
                    <a:pt x="12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0" y="0"/>
                    <a:pt x="0" y="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5"/>
                    <a:pt x="6" y="36"/>
                    <a:pt x="7" y="36"/>
                  </a:cubicBezTo>
                  <a:cubicBezTo>
                    <a:pt x="8" y="36"/>
                    <a:pt x="9" y="35"/>
                    <a:pt x="9" y="34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5"/>
                    <a:pt x="10" y="36"/>
                    <a:pt x="12" y="35"/>
                  </a:cubicBezTo>
                  <a:cubicBezTo>
                    <a:pt x="13" y="35"/>
                    <a:pt x="14" y="35"/>
                    <a:pt x="14" y="33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6"/>
                    <a:pt x="15" y="17"/>
                    <a:pt x="16" y="17"/>
                  </a:cubicBezTo>
                  <a:cubicBezTo>
                    <a:pt x="16" y="17"/>
                    <a:pt x="17" y="16"/>
                    <a:pt x="17" y="1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37" name="Freeform 210"/>
            <p:cNvSpPr/>
            <p:nvPr/>
          </p:nvSpPr>
          <p:spPr bwMode="auto">
            <a:xfrm>
              <a:off x="3771" y="2470"/>
              <a:ext cx="17" cy="19"/>
            </a:xfrm>
            <a:custGeom>
              <a:avLst/>
              <a:gdLst>
                <a:gd name="T0" fmla="*/ 3 w 7"/>
                <a:gd name="T1" fmla="*/ 8 h 8"/>
                <a:gd name="T2" fmla="*/ 7 w 7"/>
                <a:gd name="T3" fmla="*/ 4 h 8"/>
                <a:gd name="T4" fmla="*/ 3 w 7"/>
                <a:gd name="T5" fmla="*/ 0 h 8"/>
                <a:gd name="T6" fmla="*/ 0 w 7"/>
                <a:gd name="T7" fmla="*/ 4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6" y="8"/>
                    <a:pt x="7" y="6"/>
                    <a:pt x="7" y="4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38" name="Freeform 211"/>
            <p:cNvSpPr/>
            <p:nvPr/>
          </p:nvSpPr>
          <p:spPr bwMode="auto">
            <a:xfrm>
              <a:off x="3674" y="2726"/>
              <a:ext cx="57" cy="116"/>
            </a:xfrm>
            <a:custGeom>
              <a:avLst/>
              <a:gdLst>
                <a:gd name="T0" fmla="*/ 24 w 24"/>
                <a:gd name="T1" fmla="*/ 5 h 49"/>
                <a:gd name="T2" fmla="*/ 24 w 24"/>
                <a:gd name="T3" fmla="*/ 5 h 49"/>
                <a:gd name="T4" fmla="*/ 24 w 24"/>
                <a:gd name="T5" fmla="*/ 5 h 49"/>
                <a:gd name="T6" fmla="*/ 15 w 24"/>
                <a:gd name="T7" fmla="*/ 0 h 49"/>
                <a:gd name="T8" fmla="*/ 14 w 24"/>
                <a:gd name="T9" fmla="*/ 0 h 49"/>
                <a:gd name="T10" fmla="*/ 11 w 24"/>
                <a:gd name="T11" fmla="*/ 0 h 49"/>
                <a:gd name="T12" fmla="*/ 0 w 24"/>
                <a:gd name="T13" fmla="*/ 6 h 49"/>
                <a:gd name="T14" fmla="*/ 1 w 24"/>
                <a:gd name="T15" fmla="*/ 22 h 49"/>
                <a:gd name="T16" fmla="*/ 3 w 24"/>
                <a:gd name="T17" fmla="*/ 24 h 49"/>
                <a:gd name="T18" fmla="*/ 6 w 24"/>
                <a:gd name="T19" fmla="*/ 21 h 49"/>
                <a:gd name="T20" fmla="*/ 5 w 24"/>
                <a:gd name="T21" fmla="*/ 10 h 49"/>
                <a:gd name="T22" fmla="*/ 6 w 24"/>
                <a:gd name="T23" fmla="*/ 10 h 49"/>
                <a:gd name="T24" fmla="*/ 6 w 24"/>
                <a:gd name="T25" fmla="*/ 17 h 49"/>
                <a:gd name="T26" fmla="*/ 7 w 24"/>
                <a:gd name="T27" fmla="*/ 23 h 49"/>
                <a:gd name="T28" fmla="*/ 7 w 24"/>
                <a:gd name="T29" fmla="*/ 47 h 49"/>
                <a:gd name="T30" fmla="*/ 10 w 24"/>
                <a:gd name="T31" fmla="*/ 49 h 49"/>
                <a:gd name="T32" fmla="*/ 13 w 24"/>
                <a:gd name="T33" fmla="*/ 46 h 49"/>
                <a:gd name="T34" fmla="*/ 12 w 24"/>
                <a:gd name="T35" fmla="*/ 25 h 49"/>
                <a:gd name="T36" fmla="*/ 13 w 24"/>
                <a:gd name="T37" fmla="*/ 25 h 49"/>
                <a:gd name="T38" fmla="*/ 14 w 24"/>
                <a:gd name="T39" fmla="*/ 46 h 49"/>
                <a:gd name="T40" fmla="*/ 17 w 24"/>
                <a:gd name="T41" fmla="*/ 49 h 49"/>
                <a:gd name="T42" fmla="*/ 19 w 24"/>
                <a:gd name="T43" fmla="*/ 46 h 49"/>
                <a:gd name="T44" fmla="*/ 19 w 24"/>
                <a:gd name="T45" fmla="*/ 23 h 49"/>
                <a:gd name="T46" fmla="*/ 19 w 24"/>
                <a:gd name="T47" fmla="*/ 16 h 49"/>
                <a:gd name="T48" fmla="*/ 18 w 24"/>
                <a:gd name="T49" fmla="*/ 9 h 49"/>
                <a:gd name="T50" fmla="*/ 19 w 24"/>
                <a:gd name="T51" fmla="*/ 9 h 49"/>
                <a:gd name="T52" fmla="*/ 19 w 24"/>
                <a:gd name="T53" fmla="*/ 21 h 49"/>
                <a:gd name="T54" fmla="*/ 22 w 24"/>
                <a:gd name="T55" fmla="*/ 23 h 49"/>
                <a:gd name="T56" fmla="*/ 24 w 24"/>
                <a:gd name="T57" fmla="*/ 21 h 49"/>
                <a:gd name="T58" fmla="*/ 24 w 24"/>
                <a:gd name="T59" fmla="*/ 6 h 49"/>
                <a:gd name="T60" fmla="*/ 24 w 24"/>
                <a:gd name="T61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" h="49">
                  <a:moveTo>
                    <a:pt x="24" y="5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3" y="1"/>
                    <a:pt x="17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0" y="0"/>
                    <a:pt x="0" y="6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3"/>
                    <a:pt x="2" y="24"/>
                    <a:pt x="3" y="24"/>
                  </a:cubicBezTo>
                  <a:cubicBezTo>
                    <a:pt x="5" y="24"/>
                    <a:pt x="6" y="23"/>
                    <a:pt x="6" y="2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48"/>
                    <a:pt x="8" y="49"/>
                    <a:pt x="10" y="49"/>
                  </a:cubicBezTo>
                  <a:cubicBezTo>
                    <a:pt x="11" y="49"/>
                    <a:pt x="13" y="48"/>
                    <a:pt x="13" y="46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8"/>
                    <a:pt x="15" y="49"/>
                    <a:pt x="17" y="49"/>
                  </a:cubicBezTo>
                  <a:cubicBezTo>
                    <a:pt x="18" y="49"/>
                    <a:pt x="19" y="48"/>
                    <a:pt x="19" y="46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0" y="22"/>
                    <a:pt x="21" y="23"/>
                    <a:pt x="22" y="23"/>
                  </a:cubicBezTo>
                  <a:cubicBezTo>
                    <a:pt x="23" y="23"/>
                    <a:pt x="24" y="22"/>
                    <a:pt x="24" y="21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5"/>
                    <a:pt x="2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39" name="Oval 212"/>
            <p:cNvSpPr>
              <a:spLocks noChangeArrowheads="1"/>
            </p:cNvSpPr>
            <p:nvPr/>
          </p:nvSpPr>
          <p:spPr bwMode="auto">
            <a:xfrm>
              <a:off x="3691" y="2700"/>
              <a:ext cx="23" cy="2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0" name="Freeform 213"/>
            <p:cNvSpPr>
              <a:spLocks noEditPoints="1"/>
            </p:cNvSpPr>
            <p:nvPr/>
          </p:nvSpPr>
          <p:spPr bwMode="auto">
            <a:xfrm>
              <a:off x="3738" y="1475"/>
              <a:ext cx="76" cy="136"/>
            </a:xfrm>
            <a:custGeom>
              <a:avLst/>
              <a:gdLst>
                <a:gd name="T0" fmla="*/ 16 w 32"/>
                <a:gd name="T1" fmla="*/ 8 h 57"/>
                <a:gd name="T2" fmla="*/ 20 w 32"/>
                <a:gd name="T3" fmla="*/ 4 h 57"/>
                <a:gd name="T4" fmla="*/ 15 w 32"/>
                <a:gd name="T5" fmla="*/ 0 h 57"/>
                <a:gd name="T6" fmla="*/ 11 w 32"/>
                <a:gd name="T7" fmla="*/ 4 h 57"/>
                <a:gd name="T8" fmla="*/ 16 w 32"/>
                <a:gd name="T9" fmla="*/ 8 h 57"/>
                <a:gd name="T10" fmla="*/ 27 w 32"/>
                <a:gd name="T11" fmla="*/ 24 h 57"/>
                <a:gd name="T12" fmla="*/ 30 w 32"/>
                <a:gd name="T13" fmla="*/ 26 h 57"/>
                <a:gd name="T14" fmla="*/ 32 w 32"/>
                <a:gd name="T15" fmla="*/ 23 h 57"/>
                <a:gd name="T16" fmla="*/ 30 w 32"/>
                <a:gd name="T17" fmla="*/ 14 h 57"/>
                <a:gd name="T18" fmla="*/ 28 w 32"/>
                <a:gd name="T19" fmla="*/ 12 h 57"/>
                <a:gd name="T20" fmla="*/ 22 w 32"/>
                <a:gd name="T21" fmla="*/ 10 h 57"/>
                <a:gd name="T22" fmla="*/ 17 w 32"/>
                <a:gd name="T23" fmla="*/ 9 h 57"/>
                <a:gd name="T24" fmla="*/ 14 w 32"/>
                <a:gd name="T25" fmla="*/ 11 h 57"/>
                <a:gd name="T26" fmla="*/ 14 w 32"/>
                <a:gd name="T27" fmla="*/ 11 h 57"/>
                <a:gd name="T28" fmla="*/ 14 w 32"/>
                <a:gd name="T29" fmla="*/ 11 h 57"/>
                <a:gd name="T30" fmla="*/ 13 w 32"/>
                <a:gd name="T31" fmla="*/ 12 h 57"/>
                <a:gd name="T32" fmla="*/ 9 w 32"/>
                <a:gd name="T33" fmla="*/ 20 h 57"/>
                <a:gd name="T34" fmla="*/ 8 w 32"/>
                <a:gd name="T35" fmla="*/ 20 h 57"/>
                <a:gd name="T36" fmla="*/ 1 w 32"/>
                <a:gd name="T37" fmla="*/ 26 h 57"/>
                <a:gd name="T38" fmla="*/ 1 w 32"/>
                <a:gd name="T39" fmla="*/ 29 h 57"/>
                <a:gd name="T40" fmla="*/ 4 w 32"/>
                <a:gd name="T41" fmla="*/ 29 h 57"/>
                <a:gd name="T42" fmla="*/ 11 w 32"/>
                <a:gd name="T43" fmla="*/ 23 h 57"/>
                <a:gd name="T44" fmla="*/ 12 w 32"/>
                <a:gd name="T45" fmla="*/ 23 h 57"/>
                <a:gd name="T46" fmla="*/ 13 w 32"/>
                <a:gd name="T47" fmla="*/ 22 h 57"/>
                <a:gd name="T48" fmla="*/ 14 w 32"/>
                <a:gd name="T49" fmla="*/ 20 h 57"/>
                <a:gd name="T50" fmla="*/ 15 w 32"/>
                <a:gd name="T51" fmla="*/ 28 h 57"/>
                <a:gd name="T52" fmla="*/ 16 w 32"/>
                <a:gd name="T53" fmla="*/ 30 h 57"/>
                <a:gd name="T54" fmla="*/ 11 w 32"/>
                <a:gd name="T55" fmla="*/ 40 h 57"/>
                <a:gd name="T56" fmla="*/ 11 w 32"/>
                <a:gd name="T57" fmla="*/ 40 h 57"/>
                <a:gd name="T58" fmla="*/ 11 w 32"/>
                <a:gd name="T59" fmla="*/ 40 h 57"/>
                <a:gd name="T60" fmla="*/ 11 w 32"/>
                <a:gd name="T61" fmla="*/ 42 h 57"/>
                <a:gd name="T62" fmla="*/ 9 w 32"/>
                <a:gd name="T63" fmla="*/ 54 h 57"/>
                <a:gd name="T64" fmla="*/ 12 w 32"/>
                <a:gd name="T65" fmla="*/ 57 h 57"/>
                <a:gd name="T66" fmla="*/ 15 w 32"/>
                <a:gd name="T67" fmla="*/ 54 h 57"/>
                <a:gd name="T68" fmla="*/ 16 w 32"/>
                <a:gd name="T69" fmla="*/ 42 h 57"/>
                <a:gd name="T70" fmla="*/ 21 w 32"/>
                <a:gd name="T71" fmla="*/ 36 h 57"/>
                <a:gd name="T72" fmla="*/ 26 w 32"/>
                <a:gd name="T73" fmla="*/ 54 h 57"/>
                <a:gd name="T74" fmla="*/ 29 w 32"/>
                <a:gd name="T75" fmla="*/ 56 h 57"/>
                <a:gd name="T76" fmla="*/ 31 w 32"/>
                <a:gd name="T77" fmla="*/ 53 h 57"/>
                <a:gd name="T78" fmla="*/ 25 w 32"/>
                <a:gd name="T79" fmla="*/ 28 h 57"/>
                <a:gd name="T80" fmla="*/ 26 w 32"/>
                <a:gd name="T81" fmla="*/ 25 h 57"/>
                <a:gd name="T82" fmla="*/ 24 w 32"/>
                <a:gd name="T83" fmla="*/ 16 h 57"/>
                <a:gd name="T84" fmla="*/ 26 w 32"/>
                <a:gd name="T85" fmla="*/ 16 h 57"/>
                <a:gd name="T86" fmla="*/ 27 w 32"/>
                <a:gd name="T87" fmla="*/ 2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" h="57">
                  <a:moveTo>
                    <a:pt x="16" y="8"/>
                  </a:moveTo>
                  <a:cubicBezTo>
                    <a:pt x="18" y="8"/>
                    <a:pt x="20" y="6"/>
                    <a:pt x="20" y="4"/>
                  </a:cubicBezTo>
                  <a:cubicBezTo>
                    <a:pt x="20" y="1"/>
                    <a:pt x="18" y="0"/>
                    <a:pt x="15" y="0"/>
                  </a:cubicBezTo>
                  <a:cubicBezTo>
                    <a:pt x="13" y="0"/>
                    <a:pt x="11" y="2"/>
                    <a:pt x="11" y="4"/>
                  </a:cubicBezTo>
                  <a:cubicBezTo>
                    <a:pt x="11" y="7"/>
                    <a:pt x="13" y="9"/>
                    <a:pt x="16" y="8"/>
                  </a:cubicBezTo>
                  <a:close/>
                  <a:moveTo>
                    <a:pt x="27" y="24"/>
                  </a:moveTo>
                  <a:cubicBezTo>
                    <a:pt x="28" y="25"/>
                    <a:pt x="29" y="26"/>
                    <a:pt x="30" y="26"/>
                  </a:cubicBezTo>
                  <a:cubicBezTo>
                    <a:pt x="31" y="25"/>
                    <a:pt x="32" y="24"/>
                    <a:pt x="32" y="2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3"/>
                    <a:pt x="29" y="12"/>
                    <a:pt x="28" y="12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9"/>
                    <a:pt x="19" y="9"/>
                    <a:pt x="17" y="9"/>
                  </a:cubicBezTo>
                  <a:cubicBezTo>
                    <a:pt x="16" y="9"/>
                    <a:pt x="14" y="10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2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8" y="20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7"/>
                    <a:pt x="0" y="28"/>
                    <a:pt x="1" y="29"/>
                  </a:cubicBezTo>
                  <a:cubicBezTo>
                    <a:pt x="2" y="30"/>
                    <a:pt x="3" y="30"/>
                    <a:pt x="4" y="29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2"/>
                    <a:pt x="13" y="22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9"/>
                    <a:pt x="16" y="3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1"/>
                    <a:pt x="11" y="41"/>
                    <a:pt x="11" y="42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6"/>
                    <a:pt x="10" y="57"/>
                    <a:pt x="12" y="57"/>
                  </a:cubicBezTo>
                  <a:cubicBezTo>
                    <a:pt x="13" y="57"/>
                    <a:pt x="15" y="56"/>
                    <a:pt x="15" y="54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6"/>
                    <a:pt x="28" y="57"/>
                    <a:pt x="29" y="56"/>
                  </a:cubicBezTo>
                  <a:cubicBezTo>
                    <a:pt x="31" y="56"/>
                    <a:pt x="32" y="54"/>
                    <a:pt x="31" y="53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6" y="16"/>
                    <a:pt x="26" y="16"/>
                    <a:pt x="26" y="16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1" name="Freeform 214"/>
            <p:cNvSpPr/>
            <p:nvPr/>
          </p:nvSpPr>
          <p:spPr bwMode="auto">
            <a:xfrm>
              <a:off x="3835" y="1359"/>
              <a:ext cx="45" cy="33"/>
            </a:xfrm>
            <a:custGeom>
              <a:avLst/>
              <a:gdLst>
                <a:gd name="T0" fmla="*/ 8 w 19"/>
                <a:gd name="T1" fmla="*/ 12 h 14"/>
                <a:gd name="T2" fmla="*/ 1 w 19"/>
                <a:gd name="T3" fmla="*/ 4 h 14"/>
                <a:gd name="T4" fmla="*/ 3 w 19"/>
                <a:gd name="T5" fmla="*/ 1 h 14"/>
                <a:gd name="T6" fmla="*/ 16 w 19"/>
                <a:gd name="T7" fmla="*/ 1 h 14"/>
                <a:gd name="T8" fmla="*/ 18 w 19"/>
                <a:gd name="T9" fmla="*/ 4 h 14"/>
                <a:gd name="T10" fmla="*/ 12 w 19"/>
                <a:gd name="T11" fmla="*/ 12 h 14"/>
                <a:gd name="T12" fmla="*/ 8 w 19"/>
                <a:gd name="T13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4">
                  <a:moveTo>
                    <a:pt x="8" y="12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8" y="0"/>
                    <a:pt x="19" y="2"/>
                    <a:pt x="18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1" y="14"/>
                    <a:pt x="9" y="14"/>
                    <a:pt x="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2" name="Freeform 215"/>
            <p:cNvSpPr>
              <a:spLocks noEditPoints="1"/>
            </p:cNvSpPr>
            <p:nvPr/>
          </p:nvSpPr>
          <p:spPr bwMode="auto">
            <a:xfrm>
              <a:off x="3549" y="1848"/>
              <a:ext cx="40" cy="57"/>
            </a:xfrm>
            <a:custGeom>
              <a:avLst/>
              <a:gdLst>
                <a:gd name="T0" fmla="*/ 12 w 17"/>
                <a:gd name="T1" fmla="*/ 7 h 24"/>
                <a:gd name="T2" fmla="*/ 14 w 17"/>
                <a:gd name="T3" fmla="*/ 4 h 24"/>
                <a:gd name="T4" fmla="*/ 11 w 17"/>
                <a:gd name="T5" fmla="*/ 0 h 24"/>
                <a:gd name="T6" fmla="*/ 5 w 17"/>
                <a:gd name="T7" fmla="*/ 0 h 24"/>
                <a:gd name="T8" fmla="*/ 2 w 17"/>
                <a:gd name="T9" fmla="*/ 4 h 24"/>
                <a:gd name="T10" fmla="*/ 5 w 17"/>
                <a:gd name="T11" fmla="*/ 7 h 24"/>
                <a:gd name="T12" fmla="*/ 0 w 17"/>
                <a:gd name="T13" fmla="*/ 15 h 24"/>
                <a:gd name="T14" fmla="*/ 8 w 17"/>
                <a:gd name="T15" fmla="*/ 24 h 24"/>
                <a:gd name="T16" fmla="*/ 17 w 17"/>
                <a:gd name="T17" fmla="*/ 15 h 24"/>
                <a:gd name="T18" fmla="*/ 12 w 17"/>
                <a:gd name="T19" fmla="*/ 7 h 24"/>
                <a:gd name="T20" fmla="*/ 10 w 17"/>
                <a:gd name="T21" fmla="*/ 1 h 24"/>
                <a:gd name="T22" fmla="*/ 12 w 17"/>
                <a:gd name="T23" fmla="*/ 4 h 24"/>
                <a:gd name="T24" fmla="*/ 10 w 17"/>
                <a:gd name="T25" fmla="*/ 4 h 24"/>
                <a:gd name="T26" fmla="*/ 10 w 17"/>
                <a:gd name="T27" fmla="*/ 1 h 24"/>
                <a:gd name="T28" fmla="*/ 4 w 17"/>
                <a:gd name="T29" fmla="*/ 4 h 24"/>
                <a:gd name="T30" fmla="*/ 6 w 17"/>
                <a:gd name="T31" fmla="*/ 4 h 24"/>
                <a:gd name="T32" fmla="*/ 6 w 17"/>
                <a:gd name="T33" fmla="*/ 7 h 24"/>
                <a:gd name="T34" fmla="*/ 4 w 17"/>
                <a:gd name="T35" fmla="*/ 4 h 24"/>
                <a:gd name="T36" fmla="*/ 8 w 17"/>
                <a:gd name="T37" fmla="*/ 21 h 24"/>
                <a:gd name="T38" fmla="*/ 2 w 17"/>
                <a:gd name="T39" fmla="*/ 15 h 24"/>
                <a:gd name="T40" fmla="*/ 8 w 17"/>
                <a:gd name="T41" fmla="*/ 9 h 24"/>
                <a:gd name="T42" fmla="*/ 15 w 17"/>
                <a:gd name="T43" fmla="*/ 15 h 24"/>
                <a:gd name="T44" fmla="*/ 8 w 17"/>
                <a:gd name="T45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" h="24">
                  <a:moveTo>
                    <a:pt x="12" y="7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2" y="8"/>
                    <a:pt x="0" y="12"/>
                    <a:pt x="0" y="15"/>
                  </a:cubicBezTo>
                  <a:cubicBezTo>
                    <a:pt x="0" y="20"/>
                    <a:pt x="4" y="24"/>
                    <a:pt x="8" y="24"/>
                  </a:cubicBezTo>
                  <a:cubicBezTo>
                    <a:pt x="13" y="24"/>
                    <a:pt x="17" y="20"/>
                    <a:pt x="17" y="15"/>
                  </a:cubicBezTo>
                  <a:cubicBezTo>
                    <a:pt x="17" y="11"/>
                    <a:pt x="15" y="9"/>
                    <a:pt x="12" y="7"/>
                  </a:cubicBezTo>
                  <a:close/>
                  <a:moveTo>
                    <a:pt x="10" y="1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0" y="4"/>
                    <a:pt x="10" y="4"/>
                    <a:pt x="10" y="4"/>
                  </a:cubicBezTo>
                  <a:lnTo>
                    <a:pt x="10" y="1"/>
                  </a:lnTo>
                  <a:close/>
                  <a:moveTo>
                    <a:pt x="4" y="4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7"/>
                    <a:pt x="6" y="7"/>
                    <a:pt x="6" y="7"/>
                  </a:cubicBezTo>
                  <a:lnTo>
                    <a:pt x="4" y="4"/>
                  </a:lnTo>
                  <a:close/>
                  <a:moveTo>
                    <a:pt x="8" y="21"/>
                  </a:moveTo>
                  <a:cubicBezTo>
                    <a:pt x="5" y="21"/>
                    <a:pt x="2" y="19"/>
                    <a:pt x="2" y="15"/>
                  </a:cubicBezTo>
                  <a:cubicBezTo>
                    <a:pt x="2" y="12"/>
                    <a:pt x="5" y="9"/>
                    <a:pt x="8" y="9"/>
                  </a:cubicBezTo>
                  <a:cubicBezTo>
                    <a:pt x="12" y="9"/>
                    <a:pt x="14" y="11"/>
                    <a:pt x="15" y="15"/>
                  </a:cubicBezTo>
                  <a:cubicBezTo>
                    <a:pt x="15" y="18"/>
                    <a:pt x="12" y="21"/>
                    <a:pt x="8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3" name="Freeform 216"/>
            <p:cNvSpPr>
              <a:spLocks noEditPoints="1"/>
            </p:cNvSpPr>
            <p:nvPr/>
          </p:nvSpPr>
          <p:spPr bwMode="auto">
            <a:xfrm>
              <a:off x="3807" y="2529"/>
              <a:ext cx="35" cy="50"/>
            </a:xfrm>
            <a:custGeom>
              <a:avLst/>
              <a:gdLst>
                <a:gd name="T0" fmla="*/ 11 w 15"/>
                <a:gd name="T1" fmla="*/ 6 h 21"/>
                <a:gd name="T2" fmla="*/ 13 w 15"/>
                <a:gd name="T3" fmla="*/ 3 h 21"/>
                <a:gd name="T4" fmla="*/ 10 w 15"/>
                <a:gd name="T5" fmla="*/ 0 h 21"/>
                <a:gd name="T6" fmla="*/ 5 w 15"/>
                <a:gd name="T7" fmla="*/ 0 h 21"/>
                <a:gd name="T8" fmla="*/ 2 w 15"/>
                <a:gd name="T9" fmla="*/ 4 h 21"/>
                <a:gd name="T10" fmla="*/ 4 w 15"/>
                <a:gd name="T11" fmla="*/ 6 h 21"/>
                <a:gd name="T12" fmla="*/ 0 w 15"/>
                <a:gd name="T13" fmla="*/ 14 h 21"/>
                <a:gd name="T14" fmla="*/ 8 w 15"/>
                <a:gd name="T15" fmla="*/ 21 h 21"/>
                <a:gd name="T16" fmla="*/ 15 w 15"/>
                <a:gd name="T17" fmla="*/ 13 h 21"/>
                <a:gd name="T18" fmla="*/ 11 w 15"/>
                <a:gd name="T19" fmla="*/ 6 h 21"/>
                <a:gd name="T20" fmla="*/ 9 w 15"/>
                <a:gd name="T21" fmla="*/ 1 h 21"/>
                <a:gd name="T22" fmla="*/ 11 w 15"/>
                <a:gd name="T23" fmla="*/ 3 h 21"/>
                <a:gd name="T24" fmla="*/ 9 w 15"/>
                <a:gd name="T25" fmla="*/ 3 h 21"/>
                <a:gd name="T26" fmla="*/ 9 w 15"/>
                <a:gd name="T27" fmla="*/ 1 h 21"/>
                <a:gd name="T28" fmla="*/ 4 w 15"/>
                <a:gd name="T29" fmla="*/ 3 h 21"/>
                <a:gd name="T30" fmla="*/ 5 w 15"/>
                <a:gd name="T31" fmla="*/ 3 h 21"/>
                <a:gd name="T32" fmla="*/ 6 w 15"/>
                <a:gd name="T33" fmla="*/ 6 h 21"/>
                <a:gd name="T34" fmla="*/ 4 w 15"/>
                <a:gd name="T35" fmla="*/ 3 h 21"/>
                <a:gd name="T36" fmla="*/ 8 w 15"/>
                <a:gd name="T37" fmla="*/ 19 h 21"/>
                <a:gd name="T38" fmla="*/ 2 w 15"/>
                <a:gd name="T39" fmla="*/ 14 h 21"/>
                <a:gd name="T40" fmla="*/ 7 w 15"/>
                <a:gd name="T41" fmla="*/ 8 h 21"/>
                <a:gd name="T42" fmla="*/ 13 w 15"/>
                <a:gd name="T43" fmla="*/ 13 h 21"/>
                <a:gd name="T44" fmla="*/ 8 w 15"/>
                <a:gd name="T4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21">
                  <a:moveTo>
                    <a:pt x="11" y="6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7"/>
                    <a:pt x="0" y="10"/>
                    <a:pt x="0" y="14"/>
                  </a:cubicBezTo>
                  <a:cubicBezTo>
                    <a:pt x="0" y="18"/>
                    <a:pt x="3" y="21"/>
                    <a:pt x="8" y="21"/>
                  </a:cubicBezTo>
                  <a:cubicBezTo>
                    <a:pt x="12" y="21"/>
                    <a:pt x="15" y="18"/>
                    <a:pt x="15" y="13"/>
                  </a:cubicBezTo>
                  <a:cubicBezTo>
                    <a:pt x="15" y="10"/>
                    <a:pt x="13" y="8"/>
                    <a:pt x="11" y="6"/>
                  </a:cubicBezTo>
                  <a:close/>
                  <a:moveTo>
                    <a:pt x="9" y="1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9" y="3"/>
                    <a:pt x="9" y="3"/>
                  </a:cubicBezTo>
                  <a:lnTo>
                    <a:pt x="9" y="1"/>
                  </a:lnTo>
                  <a:close/>
                  <a:moveTo>
                    <a:pt x="4" y="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4" y="3"/>
                  </a:lnTo>
                  <a:close/>
                  <a:moveTo>
                    <a:pt x="8" y="19"/>
                  </a:moveTo>
                  <a:cubicBezTo>
                    <a:pt x="4" y="19"/>
                    <a:pt x="2" y="17"/>
                    <a:pt x="2" y="14"/>
                  </a:cubicBezTo>
                  <a:cubicBezTo>
                    <a:pt x="2" y="10"/>
                    <a:pt x="4" y="8"/>
                    <a:pt x="7" y="8"/>
                  </a:cubicBezTo>
                  <a:cubicBezTo>
                    <a:pt x="11" y="8"/>
                    <a:pt x="13" y="10"/>
                    <a:pt x="13" y="13"/>
                  </a:cubicBezTo>
                  <a:cubicBezTo>
                    <a:pt x="13" y="17"/>
                    <a:pt x="11" y="19"/>
                    <a:pt x="8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4" name="Freeform 217"/>
            <p:cNvSpPr>
              <a:spLocks noEditPoints="1"/>
            </p:cNvSpPr>
            <p:nvPr/>
          </p:nvSpPr>
          <p:spPr bwMode="auto">
            <a:xfrm>
              <a:off x="3774" y="1843"/>
              <a:ext cx="38" cy="50"/>
            </a:xfrm>
            <a:custGeom>
              <a:avLst/>
              <a:gdLst>
                <a:gd name="T0" fmla="*/ 12 w 16"/>
                <a:gd name="T1" fmla="*/ 6 h 21"/>
                <a:gd name="T2" fmla="*/ 14 w 16"/>
                <a:gd name="T3" fmla="*/ 3 h 21"/>
                <a:gd name="T4" fmla="*/ 11 w 16"/>
                <a:gd name="T5" fmla="*/ 0 h 21"/>
                <a:gd name="T6" fmla="*/ 6 w 16"/>
                <a:gd name="T7" fmla="*/ 0 h 21"/>
                <a:gd name="T8" fmla="*/ 3 w 16"/>
                <a:gd name="T9" fmla="*/ 3 h 21"/>
                <a:gd name="T10" fmla="*/ 5 w 16"/>
                <a:gd name="T11" fmla="*/ 6 h 21"/>
                <a:gd name="T12" fmla="*/ 1 w 16"/>
                <a:gd name="T13" fmla="*/ 13 h 21"/>
                <a:gd name="T14" fmla="*/ 8 w 16"/>
                <a:gd name="T15" fmla="*/ 21 h 21"/>
                <a:gd name="T16" fmla="*/ 16 w 16"/>
                <a:gd name="T17" fmla="*/ 13 h 21"/>
                <a:gd name="T18" fmla="*/ 12 w 16"/>
                <a:gd name="T19" fmla="*/ 6 h 21"/>
                <a:gd name="T20" fmla="*/ 10 w 16"/>
                <a:gd name="T21" fmla="*/ 1 h 21"/>
                <a:gd name="T22" fmla="*/ 12 w 16"/>
                <a:gd name="T23" fmla="*/ 3 h 21"/>
                <a:gd name="T24" fmla="*/ 10 w 16"/>
                <a:gd name="T25" fmla="*/ 3 h 21"/>
                <a:gd name="T26" fmla="*/ 10 w 16"/>
                <a:gd name="T27" fmla="*/ 1 h 21"/>
                <a:gd name="T28" fmla="*/ 5 w 16"/>
                <a:gd name="T29" fmla="*/ 3 h 21"/>
                <a:gd name="T30" fmla="*/ 6 w 16"/>
                <a:gd name="T31" fmla="*/ 3 h 21"/>
                <a:gd name="T32" fmla="*/ 7 w 16"/>
                <a:gd name="T33" fmla="*/ 6 h 21"/>
                <a:gd name="T34" fmla="*/ 5 w 16"/>
                <a:gd name="T35" fmla="*/ 3 h 21"/>
                <a:gd name="T36" fmla="*/ 8 w 16"/>
                <a:gd name="T37" fmla="*/ 19 h 21"/>
                <a:gd name="T38" fmla="*/ 3 w 16"/>
                <a:gd name="T39" fmla="*/ 13 h 21"/>
                <a:gd name="T40" fmla="*/ 8 w 16"/>
                <a:gd name="T41" fmla="*/ 7 h 21"/>
                <a:gd name="T42" fmla="*/ 14 w 16"/>
                <a:gd name="T43" fmla="*/ 13 h 21"/>
                <a:gd name="T44" fmla="*/ 8 w 16"/>
                <a:gd name="T4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21">
                  <a:moveTo>
                    <a:pt x="12" y="6"/>
                  </a:moveTo>
                  <a:cubicBezTo>
                    <a:pt x="14" y="3"/>
                    <a:pt x="14" y="3"/>
                    <a:pt x="14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2" y="7"/>
                    <a:pt x="0" y="10"/>
                    <a:pt x="1" y="13"/>
                  </a:cubicBezTo>
                  <a:cubicBezTo>
                    <a:pt x="1" y="17"/>
                    <a:pt x="4" y="21"/>
                    <a:pt x="8" y="21"/>
                  </a:cubicBezTo>
                  <a:cubicBezTo>
                    <a:pt x="13" y="21"/>
                    <a:pt x="16" y="17"/>
                    <a:pt x="16" y="13"/>
                  </a:cubicBezTo>
                  <a:cubicBezTo>
                    <a:pt x="16" y="10"/>
                    <a:pt x="14" y="7"/>
                    <a:pt x="12" y="6"/>
                  </a:cubicBezTo>
                  <a:close/>
                  <a:moveTo>
                    <a:pt x="10" y="1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0" y="3"/>
                    <a:pt x="10" y="3"/>
                    <a:pt x="10" y="3"/>
                  </a:cubicBezTo>
                  <a:lnTo>
                    <a:pt x="10" y="1"/>
                  </a:lnTo>
                  <a:close/>
                  <a:moveTo>
                    <a:pt x="5" y="3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5" y="3"/>
                  </a:lnTo>
                  <a:close/>
                  <a:moveTo>
                    <a:pt x="8" y="19"/>
                  </a:moveTo>
                  <a:cubicBezTo>
                    <a:pt x="5" y="19"/>
                    <a:pt x="3" y="16"/>
                    <a:pt x="3" y="13"/>
                  </a:cubicBezTo>
                  <a:cubicBezTo>
                    <a:pt x="3" y="10"/>
                    <a:pt x="5" y="7"/>
                    <a:pt x="8" y="7"/>
                  </a:cubicBezTo>
                  <a:cubicBezTo>
                    <a:pt x="11" y="7"/>
                    <a:pt x="14" y="10"/>
                    <a:pt x="14" y="13"/>
                  </a:cubicBezTo>
                  <a:cubicBezTo>
                    <a:pt x="14" y="16"/>
                    <a:pt x="12" y="19"/>
                    <a:pt x="8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5" name="Freeform 218"/>
            <p:cNvSpPr>
              <a:spLocks noEditPoints="1"/>
            </p:cNvSpPr>
            <p:nvPr/>
          </p:nvSpPr>
          <p:spPr bwMode="auto">
            <a:xfrm>
              <a:off x="4131" y="2050"/>
              <a:ext cx="38" cy="52"/>
            </a:xfrm>
            <a:custGeom>
              <a:avLst/>
              <a:gdLst>
                <a:gd name="T0" fmla="*/ 11 w 16"/>
                <a:gd name="T1" fmla="*/ 7 h 22"/>
                <a:gd name="T2" fmla="*/ 13 w 16"/>
                <a:gd name="T3" fmla="*/ 4 h 22"/>
                <a:gd name="T4" fmla="*/ 11 w 16"/>
                <a:gd name="T5" fmla="*/ 0 h 22"/>
                <a:gd name="T6" fmla="*/ 5 w 16"/>
                <a:gd name="T7" fmla="*/ 1 h 22"/>
                <a:gd name="T8" fmla="*/ 2 w 16"/>
                <a:gd name="T9" fmla="*/ 4 h 22"/>
                <a:gd name="T10" fmla="*/ 5 w 16"/>
                <a:gd name="T11" fmla="*/ 7 h 22"/>
                <a:gd name="T12" fmla="*/ 0 w 16"/>
                <a:gd name="T13" fmla="*/ 14 h 22"/>
                <a:gd name="T14" fmla="*/ 8 w 16"/>
                <a:gd name="T15" fmla="*/ 22 h 22"/>
                <a:gd name="T16" fmla="*/ 16 w 16"/>
                <a:gd name="T17" fmla="*/ 14 h 22"/>
                <a:gd name="T18" fmla="*/ 11 w 16"/>
                <a:gd name="T19" fmla="*/ 7 h 22"/>
                <a:gd name="T20" fmla="*/ 10 w 16"/>
                <a:gd name="T21" fmla="*/ 1 h 22"/>
                <a:gd name="T22" fmla="*/ 11 w 16"/>
                <a:gd name="T23" fmla="*/ 4 h 22"/>
                <a:gd name="T24" fmla="*/ 10 w 16"/>
                <a:gd name="T25" fmla="*/ 4 h 22"/>
                <a:gd name="T26" fmla="*/ 10 w 16"/>
                <a:gd name="T27" fmla="*/ 1 h 22"/>
                <a:gd name="T28" fmla="*/ 4 w 16"/>
                <a:gd name="T29" fmla="*/ 4 h 22"/>
                <a:gd name="T30" fmla="*/ 6 w 16"/>
                <a:gd name="T31" fmla="*/ 4 h 22"/>
                <a:gd name="T32" fmla="*/ 6 w 16"/>
                <a:gd name="T33" fmla="*/ 6 h 22"/>
                <a:gd name="T34" fmla="*/ 4 w 16"/>
                <a:gd name="T35" fmla="*/ 4 h 22"/>
                <a:gd name="T36" fmla="*/ 8 w 16"/>
                <a:gd name="T37" fmla="*/ 20 h 22"/>
                <a:gd name="T38" fmla="*/ 2 w 16"/>
                <a:gd name="T39" fmla="*/ 14 h 22"/>
                <a:gd name="T40" fmla="*/ 8 w 16"/>
                <a:gd name="T41" fmla="*/ 8 h 22"/>
                <a:gd name="T42" fmla="*/ 14 w 16"/>
                <a:gd name="T43" fmla="*/ 14 h 22"/>
                <a:gd name="T44" fmla="*/ 8 w 16"/>
                <a:gd name="T4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22">
                  <a:moveTo>
                    <a:pt x="11" y="7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2" y="8"/>
                    <a:pt x="0" y="11"/>
                    <a:pt x="0" y="14"/>
                  </a:cubicBezTo>
                  <a:cubicBezTo>
                    <a:pt x="0" y="18"/>
                    <a:pt x="4" y="22"/>
                    <a:pt x="8" y="22"/>
                  </a:cubicBezTo>
                  <a:cubicBezTo>
                    <a:pt x="12" y="22"/>
                    <a:pt x="16" y="18"/>
                    <a:pt x="16" y="14"/>
                  </a:cubicBezTo>
                  <a:cubicBezTo>
                    <a:pt x="16" y="11"/>
                    <a:pt x="14" y="8"/>
                    <a:pt x="11" y="7"/>
                  </a:cubicBezTo>
                  <a:close/>
                  <a:moveTo>
                    <a:pt x="10" y="1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lnTo>
                    <a:pt x="10" y="1"/>
                  </a:lnTo>
                  <a:close/>
                  <a:moveTo>
                    <a:pt x="4" y="4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4" y="4"/>
                  </a:lnTo>
                  <a:close/>
                  <a:moveTo>
                    <a:pt x="8" y="20"/>
                  </a:moveTo>
                  <a:cubicBezTo>
                    <a:pt x="5" y="20"/>
                    <a:pt x="2" y="17"/>
                    <a:pt x="2" y="14"/>
                  </a:cubicBezTo>
                  <a:cubicBezTo>
                    <a:pt x="2" y="11"/>
                    <a:pt x="5" y="8"/>
                    <a:pt x="8" y="8"/>
                  </a:cubicBezTo>
                  <a:cubicBezTo>
                    <a:pt x="11" y="8"/>
                    <a:pt x="13" y="11"/>
                    <a:pt x="14" y="14"/>
                  </a:cubicBezTo>
                  <a:cubicBezTo>
                    <a:pt x="14" y="17"/>
                    <a:pt x="11" y="20"/>
                    <a:pt x="8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6" name="Freeform 219"/>
            <p:cNvSpPr>
              <a:spLocks noEditPoints="1"/>
            </p:cNvSpPr>
            <p:nvPr/>
          </p:nvSpPr>
          <p:spPr bwMode="auto">
            <a:xfrm>
              <a:off x="3958" y="2474"/>
              <a:ext cx="38" cy="50"/>
            </a:xfrm>
            <a:custGeom>
              <a:avLst/>
              <a:gdLst>
                <a:gd name="T0" fmla="*/ 11 w 16"/>
                <a:gd name="T1" fmla="*/ 6 h 21"/>
                <a:gd name="T2" fmla="*/ 14 w 16"/>
                <a:gd name="T3" fmla="*/ 3 h 21"/>
                <a:gd name="T4" fmla="*/ 11 w 16"/>
                <a:gd name="T5" fmla="*/ 0 h 21"/>
                <a:gd name="T6" fmla="*/ 6 w 16"/>
                <a:gd name="T7" fmla="*/ 0 h 21"/>
                <a:gd name="T8" fmla="*/ 3 w 16"/>
                <a:gd name="T9" fmla="*/ 3 h 21"/>
                <a:gd name="T10" fmla="*/ 5 w 16"/>
                <a:gd name="T11" fmla="*/ 6 h 21"/>
                <a:gd name="T12" fmla="*/ 0 w 16"/>
                <a:gd name="T13" fmla="*/ 13 h 21"/>
                <a:gd name="T14" fmla="*/ 8 w 16"/>
                <a:gd name="T15" fmla="*/ 21 h 21"/>
                <a:gd name="T16" fmla="*/ 16 w 16"/>
                <a:gd name="T17" fmla="*/ 13 h 21"/>
                <a:gd name="T18" fmla="*/ 11 w 16"/>
                <a:gd name="T19" fmla="*/ 6 h 21"/>
                <a:gd name="T20" fmla="*/ 10 w 16"/>
                <a:gd name="T21" fmla="*/ 0 h 21"/>
                <a:gd name="T22" fmla="*/ 12 w 16"/>
                <a:gd name="T23" fmla="*/ 3 h 21"/>
                <a:gd name="T24" fmla="*/ 10 w 16"/>
                <a:gd name="T25" fmla="*/ 3 h 21"/>
                <a:gd name="T26" fmla="*/ 10 w 16"/>
                <a:gd name="T27" fmla="*/ 0 h 21"/>
                <a:gd name="T28" fmla="*/ 4 w 16"/>
                <a:gd name="T29" fmla="*/ 3 h 21"/>
                <a:gd name="T30" fmla="*/ 6 w 16"/>
                <a:gd name="T31" fmla="*/ 3 h 21"/>
                <a:gd name="T32" fmla="*/ 6 w 16"/>
                <a:gd name="T33" fmla="*/ 5 h 21"/>
                <a:gd name="T34" fmla="*/ 4 w 16"/>
                <a:gd name="T35" fmla="*/ 3 h 21"/>
                <a:gd name="T36" fmla="*/ 8 w 16"/>
                <a:gd name="T37" fmla="*/ 19 h 21"/>
                <a:gd name="T38" fmla="*/ 2 w 16"/>
                <a:gd name="T39" fmla="*/ 13 h 21"/>
                <a:gd name="T40" fmla="*/ 8 w 16"/>
                <a:gd name="T41" fmla="*/ 7 h 21"/>
                <a:gd name="T42" fmla="*/ 14 w 16"/>
                <a:gd name="T43" fmla="*/ 13 h 21"/>
                <a:gd name="T44" fmla="*/ 8 w 16"/>
                <a:gd name="T4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21">
                  <a:moveTo>
                    <a:pt x="11" y="6"/>
                  </a:moveTo>
                  <a:cubicBezTo>
                    <a:pt x="14" y="3"/>
                    <a:pt x="14" y="3"/>
                    <a:pt x="14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2" y="7"/>
                    <a:pt x="0" y="10"/>
                    <a:pt x="0" y="13"/>
                  </a:cubicBezTo>
                  <a:cubicBezTo>
                    <a:pt x="0" y="17"/>
                    <a:pt x="4" y="21"/>
                    <a:pt x="8" y="21"/>
                  </a:cubicBezTo>
                  <a:cubicBezTo>
                    <a:pt x="13" y="21"/>
                    <a:pt x="16" y="17"/>
                    <a:pt x="16" y="13"/>
                  </a:cubicBezTo>
                  <a:cubicBezTo>
                    <a:pt x="16" y="10"/>
                    <a:pt x="14" y="7"/>
                    <a:pt x="11" y="6"/>
                  </a:cubicBezTo>
                  <a:close/>
                  <a:moveTo>
                    <a:pt x="10" y="0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0" y="3"/>
                    <a:pt x="10" y="3"/>
                    <a:pt x="10" y="3"/>
                  </a:cubicBezTo>
                  <a:lnTo>
                    <a:pt x="10" y="0"/>
                  </a:lnTo>
                  <a:close/>
                  <a:moveTo>
                    <a:pt x="4" y="3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4" y="3"/>
                  </a:lnTo>
                  <a:close/>
                  <a:moveTo>
                    <a:pt x="8" y="19"/>
                  </a:moveTo>
                  <a:cubicBezTo>
                    <a:pt x="5" y="19"/>
                    <a:pt x="2" y="16"/>
                    <a:pt x="2" y="13"/>
                  </a:cubicBezTo>
                  <a:cubicBezTo>
                    <a:pt x="2" y="10"/>
                    <a:pt x="5" y="7"/>
                    <a:pt x="8" y="7"/>
                  </a:cubicBezTo>
                  <a:cubicBezTo>
                    <a:pt x="11" y="7"/>
                    <a:pt x="14" y="10"/>
                    <a:pt x="14" y="13"/>
                  </a:cubicBezTo>
                  <a:cubicBezTo>
                    <a:pt x="14" y="16"/>
                    <a:pt x="11" y="19"/>
                    <a:pt x="8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7" name="Freeform 220"/>
            <p:cNvSpPr>
              <a:spLocks noEditPoints="1"/>
            </p:cNvSpPr>
            <p:nvPr/>
          </p:nvSpPr>
          <p:spPr bwMode="auto">
            <a:xfrm>
              <a:off x="3845" y="2142"/>
              <a:ext cx="80" cy="83"/>
            </a:xfrm>
            <a:custGeom>
              <a:avLst/>
              <a:gdLst>
                <a:gd name="T0" fmla="*/ 0 w 34"/>
                <a:gd name="T1" fmla="*/ 32 h 35"/>
                <a:gd name="T2" fmla="*/ 0 w 34"/>
                <a:gd name="T3" fmla="*/ 35 h 35"/>
                <a:gd name="T4" fmla="*/ 6 w 34"/>
                <a:gd name="T5" fmla="*/ 35 h 35"/>
                <a:gd name="T6" fmla="*/ 20 w 34"/>
                <a:gd name="T7" fmla="*/ 35 h 35"/>
                <a:gd name="T8" fmla="*/ 26 w 34"/>
                <a:gd name="T9" fmla="*/ 35 h 35"/>
                <a:gd name="T10" fmla="*/ 26 w 34"/>
                <a:gd name="T11" fmla="*/ 32 h 35"/>
                <a:gd name="T12" fmla="*/ 23 w 34"/>
                <a:gd name="T13" fmla="*/ 32 h 35"/>
                <a:gd name="T14" fmla="*/ 23 w 34"/>
                <a:gd name="T15" fmla="*/ 28 h 35"/>
                <a:gd name="T16" fmla="*/ 29 w 34"/>
                <a:gd name="T17" fmla="*/ 28 h 35"/>
                <a:gd name="T18" fmla="*/ 34 w 34"/>
                <a:gd name="T19" fmla="*/ 23 h 35"/>
                <a:gd name="T20" fmla="*/ 34 w 34"/>
                <a:gd name="T21" fmla="*/ 8 h 35"/>
                <a:gd name="T22" fmla="*/ 29 w 34"/>
                <a:gd name="T23" fmla="*/ 3 h 35"/>
                <a:gd name="T24" fmla="*/ 25 w 34"/>
                <a:gd name="T25" fmla="*/ 3 h 35"/>
                <a:gd name="T26" fmla="*/ 25 w 34"/>
                <a:gd name="T27" fmla="*/ 6 h 35"/>
                <a:gd name="T28" fmla="*/ 27 w 34"/>
                <a:gd name="T29" fmla="*/ 6 h 35"/>
                <a:gd name="T30" fmla="*/ 27 w 34"/>
                <a:gd name="T31" fmla="*/ 8 h 35"/>
                <a:gd name="T32" fmla="*/ 30 w 34"/>
                <a:gd name="T33" fmla="*/ 11 h 35"/>
                <a:gd name="T34" fmla="*/ 30 w 34"/>
                <a:gd name="T35" fmla="*/ 11 h 35"/>
                <a:gd name="T36" fmla="*/ 30 w 34"/>
                <a:gd name="T37" fmla="*/ 23 h 35"/>
                <a:gd name="T38" fmla="*/ 29 w 34"/>
                <a:gd name="T39" fmla="*/ 24 h 35"/>
                <a:gd name="T40" fmla="*/ 23 w 34"/>
                <a:gd name="T41" fmla="*/ 24 h 35"/>
                <a:gd name="T42" fmla="*/ 23 w 34"/>
                <a:gd name="T43" fmla="*/ 6 h 35"/>
                <a:gd name="T44" fmla="*/ 23 w 34"/>
                <a:gd name="T45" fmla="*/ 3 h 35"/>
                <a:gd name="T46" fmla="*/ 20 w 34"/>
                <a:gd name="T47" fmla="*/ 0 h 35"/>
                <a:gd name="T48" fmla="*/ 6 w 34"/>
                <a:gd name="T49" fmla="*/ 0 h 35"/>
                <a:gd name="T50" fmla="*/ 2 w 34"/>
                <a:gd name="T51" fmla="*/ 3 h 35"/>
                <a:gd name="T52" fmla="*/ 2 w 34"/>
                <a:gd name="T53" fmla="*/ 32 h 35"/>
                <a:gd name="T54" fmla="*/ 0 w 34"/>
                <a:gd name="T55" fmla="*/ 32 h 35"/>
                <a:gd name="T56" fmla="*/ 30 w 34"/>
                <a:gd name="T57" fmla="*/ 10 h 35"/>
                <a:gd name="T58" fmla="*/ 28 w 34"/>
                <a:gd name="T59" fmla="*/ 8 h 35"/>
                <a:gd name="T60" fmla="*/ 30 w 34"/>
                <a:gd name="T61" fmla="*/ 6 h 35"/>
                <a:gd name="T62" fmla="*/ 31 w 34"/>
                <a:gd name="T63" fmla="*/ 7 h 35"/>
                <a:gd name="T64" fmla="*/ 29 w 34"/>
                <a:gd name="T65" fmla="*/ 8 h 35"/>
                <a:gd name="T66" fmla="*/ 29 w 34"/>
                <a:gd name="T67" fmla="*/ 9 h 35"/>
                <a:gd name="T68" fmla="*/ 30 w 34"/>
                <a:gd name="T69" fmla="*/ 9 h 35"/>
                <a:gd name="T70" fmla="*/ 31 w 34"/>
                <a:gd name="T71" fmla="*/ 8 h 35"/>
                <a:gd name="T72" fmla="*/ 31 w 34"/>
                <a:gd name="T73" fmla="*/ 8 h 35"/>
                <a:gd name="T74" fmla="*/ 30 w 34"/>
                <a:gd name="T75" fmla="*/ 10 h 35"/>
                <a:gd name="T76" fmla="*/ 6 w 34"/>
                <a:gd name="T77" fmla="*/ 16 h 35"/>
                <a:gd name="T78" fmla="*/ 7 w 34"/>
                <a:gd name="T79" fmla="*/ 15 h 35"/>
                <a:gd name="T80" fmla="*/ 19 w 34"/>
                <a:gd name="T81" fmla="*/ 15 h 35"/>
                <a:gd name="T82" fmla="*/ 20 w 34"/>
                <a:gd name="T83" fmla="*/ 16 h 35"/>
                <a:gd name="T84" fmla="*/ 20 w 34"/>
                <a:gd name="T85" fmla="*/ 16 h 35"/>
                <a:gd name="T86" fmla="*/ 19 w 34"/>
                <a:gd name="T87" fmla="*/ 17 h 35"/>
                <a:gd name="T88" fmla="*/ 7 w 34"/>
                <a:gd name="T89" fmla="*/ 17 h 35"/>
                <a:gd name="T90" fmla="*/ 6 w 34"/>
                <a:gd name="T91" fmla="*/ 16 h 35"/>
                <a:gd name="T92" fmla="*/ 6 w 34"/>
                <a:gd name="T93" fmla="*/ 4 h 35"/>
                <a:gd name="T94" fmla="*/ 7 w 34"/>
                <a:gd name="T95" fmla="*/ 3 h 35"/>
                <a:gd name="T96" fmla="*/ 19 w 34"/>
                <a:gd name="T97" fmla="*/ 3 h 35"/>
                <a:gd name="T98" fmla="*/ 20 w 34"/>
                <a:gd name="T99" fmla="*/ 4 h 35"/>
                <a:gd name="T100" fmla="*/ 20 w 34"/>
                <a:gd name="T101" fmla="*/ 10 h 35"/>
                <a:gd name="T102" fmla="*/ 19 w 34"/>
                <a:gd name="T103" fmla="*/ 11 h 35"/>
                <a:gd name="T104" fmla="*/ 7 w 34"/>
                <a:gd name="T105" fmla="*/ 11 h 35"/>
                <a:gd name="T106" fmla="*/ 6 w 34"/>
                <a:gd name="T107" fmla="*/ 10 h 35"/>
                <a:gd name="T108" fmla="*/ 6 w 34"/>
                <a:gd name="T109" fmla="*/ 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" h="35">
                  <a:moveTo>
                    <a:pt x="0" y="32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2" y="28"/>
                    <a:pt x="34" y="25"/>
                    <a:pt x="34" y="23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5"/>
                    <a:pt x="32" y="3"/>
                    <a:pt x="29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7"/>
                    <a:pt x="27" y="8"/>
                    <a:pt x="27" y="8"/>
                  </a:cubicBezTo>
                  <a:cubicBezTo>
                    <a:pt x="27" y="10"/>
                    <a:pt x="28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2" y="1"/>
                    <a:pt x="2" y="3"/>
                  </a:cubicBezTo>
                  <a:cubicBezTo>
                    <a:pt x="2" y="32"/>
                    <a:pt x="2" y="32"/>
                    <a:pt x="2" y="32"/>
                  </a:cubicBezTo>
                  <a:lnTo>
                    <a:pt x="0" y="32"/>
                  </a:lnTo>
                  <a:close/>
                  <a:moveTo>
                    <a:pt x="30" y="10"/>
                  </a:moveTo>
                  <a:cubicBezTo>
                    <a:pt x="29" y="10"/>
                    <a:pt x="28" y="9"/>
                    <a:pt x="28" y="8"/>
                  </a:cubicBezTo>
                  <a:cubicBezTo>
                    <a:pt x="28" y="7"/>
                    <a:pt x="29" y="6"/>
                    <a:pt x="30" y="6"/>
                  </a:cubicBezTo>
                  <a:cubicBezTo>
                    <a:pt x="30" y="6"/>
                    <a:pt x="30" y="7"/>
                    <a:pt x="31" y="7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9"/>
                    <a:pt x="31" y="10"/>
                    <a:pt x="30" y="10"/>
                  </a:cubicBezTo>
                  <a:close/>
                  <a:moveTo>
                    <a:pt x="6" y="16"/>
                  </a:moveTo>
                  <a:cubicBezTo>
                    <a:pt x="6" y="15"/>
                    <a:pt x="6" y="15"/>
                    <a:pt x="7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20" y="15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7"/>
                    <a:pt x="6" y="17"/>
                    <a:pt x="6" y="16"/>
                  </a:cubicBezTo>
                  <a:close/>
                  <a:moveTo>
                    <a:pt x="6" y="4"/>
                  </a:moveTo>
                  <a:cubicBezTo>
                    <a:pt x="6" y="4"/>
                    <a:pt x="6" y="3"/>
                    <a:pt x="7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20" y="4"/>
                    <a:pt x="20" y="4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19" y="11"/>
                    <a:pt x="19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6" y="11"/>
                    <a:pt x="6" y="11"/>
                    <a:pt x="6" y="10"/>
                  </a:cubicBezTo>
                  <a:lnTo>
                    <a:pt x="6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8" name="Freeform 221"/>
            <p:cNvSpPr/>
            <p:nvPr/>
          </p:nvSpPr>
          <p:spPr bwMode="auto">
            <a:xfrm>
              <a:off x="3165" y="1993"/>
              <a:ext cx="481" cy="413"/>
            </a:xfrm>
            <a:custGeom>
              <a:avLst/>
              <a:gdLst>
                <a:gd name="T0" fmla="*/ 2 w 203"/>
                <a:gd name="T1" fmla="*/ 95 h 174"/>
                <a:gd name="T2" fmla="*/ 42 w 203"/>
                <a:gd name="T3" fmla="*/ 8 h 174"/>
                <a:gd name="T4" fmla="*/ 56 w 203"/>
                <a:gd name="T5" fmla="*/ 3 h 174"/>
                <a:gd name="T6" fmla="*/ 103 w 203"/>
                <a:gd name="T7" fmla="*/ 23 h 174"/>
                <a:gd name="T8" fmla="*/ 110 w 203"/>
                <a:gd name="T9" fmla="*/ 8 h 174"/>
                <a:gd name="T10" fmla="*/ 113 w 203"/>
                <a:gd name="T11" fmla="*/ 7 h 174"/>
                <a:gd name="T12" fmla="*/ 119 w 203"/>
                <a:gd name="T13" fmla="*/ 10 h 174"/>
                <a:gd name="T14" fmla="*/ 118 w 203"/>
                <a:gd name="T15" fmla="*/ 18 h 174"/>
                <a:gd name="T16" fmla="*/ 115 w 203"/>
                <a:gd name="T17" fmla="*/ 17 h 174"/>
                <a:gd name="T18" fmla="*/ 111 w 203"/>
                <a:gd name="T19" fmla="*/ 27 h 174"/>
                <a:gd name="T20" fmla="*/ 138 w 203"/>
                <a:gd name="T21" fmla="*/ 39 h 174"/>
                <a:gd name="T22" fmla="*/ 141 w 203"/>
                <a:gd name="T23" fmla="*/ 33 h 174"/>
                <a:gd name="T24" fmla="*/ 152 w 203"/>
                <a:gd name="T25" fmla="*/ 25 h 174"/>
                <a:gd name="T26" fmla="*/ 153 w 203"/>
                <a:gd name="T27" fmla="*/ 28 h 174"/>
                <a:gd name="T28" fmla="*/ 146 w 203"/>
                <a:gd name="T29" fmla="*/ 43 h 174"/>
                <a:gd name="T30" fmla="*/ 195 w 203"/>
                <a:gd name="T31" fmla="*/ 65 h 174"/>
                <a:gd name="T32" fmla="*/ 201 w 203"/>
                <a:gd name="T33" fmla="*/ 80 h 174"/>
                <a:gd name="T34" fmla="*/ 160 w 203"/>
                <a:gd name="T35" fmla="*/ 167 h 174"/>
                <a:gd name="T36" fmla="*/ 146 w 203"/>
                <a:gd name="T37" fmla="*/ 172 h 174"/>
                <a:gd name="T38" fmla="*/ 8 w 203"/>
                <a:gd name="T39" fmla="*/ 109 h 174"/>
                <a:gd name="T40" fmla="*/ 2 w 203"/>
                <a:gd name="T41" fmla="*/ 9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3" h="174">
                  <a:moveTo>
                    <a:pt x="2" y="95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5" y="2"/>
                    <a:pt x="51" y="0"/>
                    <a:pt x="56" y="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7"/>
                    <a:pt x="112" y="6"/>
                    <a:pt x="113" y="7"/>
                  </a:cubicBezTo>
                  <a:cubicBezTo>
                    <a:pt x="119" y="10"/>
                    <a:pt x="119" y="10"/>
                    <a:pt x="119" y="10"/>
                  </a:cubicBezTo>
                  <a:cubicBezTo>
                    <a:pt x="119" y="12"/>
                    <a:pt x="118" y="15"/>
                    <a:pt x="118" y="18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38" y="39"/>
                    <a:pt x="138" y="39"/>
                    <a:pt x="138" y="39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44" y="32"/>
                    <a:pt x="150" y="29"/>
                    <a:pt x="152" y="25"/>
                  </a:cubicBezTo>
                  <a:cubicBezTo>
                    <a:pt x="153" y="26"/>
                    <a:pt x="153" y="27"/>
                    <a:pt x="153" y="28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95" y="65"/>
                    <a:pt x="195" y="65"/>
                    <a:pt x="195" y="65"/>
                  </a:cubicBezTo>
                  <a:cubicBezTo>
                    <a:pt x="201" y="68"/>
                    <a:pt x="203" y="74"/>
                    <a:pt x="201" y="80"/>
                  </a:cubicBezTo>
                  <a:cubicBezTo>
                    <a:pt x="160" y="167"/>
                    <a:pt x="160" y="167"/>
                    <a:pt x="160" y="167"/>
                  </a:cubicBezTo>
                  <a:cubicBezTo>
                    <a:pt x="158" y="172"/>
                    <a:pt x="152" y="174"/>
                    <a:pt x="146" y="172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2" y="107"/>
                    <a:pt x="0" y="100"/>
                    <a:pt x="2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49" name="Freeform 222"/>
            <p:cNvSpPr>
              <a:spLocks noEditPoints="1"/>
            </p:cNvSpPr>
            <p:nvPr/>
          </p:nvSpPr>
          <p:spPr bwMode="auto">
            <a:xfrm>
              <a:off x="4205" y="2690"/>
              <a:ext cx="26" cy="27"/>
            </a:xfrm>
            <a:custGeom>
              <a:avLst/>
              <a:gdLst>
                <a:gd name="T0" fmla="*/ 11 w 11"/>
                <a:gd name="T1" fmla="*/ 6 h 11"/>
                <a:gd name="T2" fmla="*/ 10 w 11"/>
                <a:gd name="T3" fmla="*/ 6 h 11"/>
                <a:gd name="T4" fmla="*/ 10 w 11"/>
                <a:gd name="T5" fmla="*/ 5 h 11"/>
                <a:gd name="T6" fmla="*/ 11 w 11"/>
                <a:gd name="T7" fmla="*/ 5 h 11"/>
                <a:gd name="T8" fmla="*/ 11 w 11"/>
                <a:gd name="T9" fmla="*/ 4 h 11"/>
                <a:gd name="T10" fmla="*/ 11 w 11"/>
                <a:gd name="T11" fmla="*/ 3 h 11"/>
                <a:gd name="T12" fmla="*/ 10 w 11"/>
                <a:gd name="T13" fmla="*/ 3 h 11"/>
                <a:gd name="T14" fmla="*/ 9 w 11"/>
                <a:gd name="T15" fmla="*/ 3 h 11"/>
                <a:gd name="T16" fmla="*/ 9 w 11"/>
                <a:gd name="T17" fmla="*/ 3 h 11"/>
                <a:gd name="T18" fmla="*/ 9 w 11"/>
                <a:gd name="T19" fmla="*/ 2 h 11"/>
                <a:gd name="T20" fmla="*/ 8 w 11"/>
                <a:gd name="T21" fmla="*/ 1 h 11"/>
                <a:gd name="T22" fmla="*/ 8 w 11"/>
                <a:gd name="T23" fmla="*/ 0 h 11"/>
                <a:gd name="T24" fmla="*/ 7 w 11"/>
                <a:gd name="T25" fmla="*/ 1 h 11"/>
                <a:gd name="T26" fmla="*/ 6 w 11"/>
                <a:gd name="T27" fmla="*/ 2 h 11"/>
                <a:gd name="T28" fmla="*/ 5 w 11"/>
                <a:gd name="T29" fmla="*/ 2 h 11"/>
                <a:gd name="T30" fmla="*/ 5 w 11"/>
                <a:gd name="T31" fmla="*/ 1 h 11"/>
                <a:gd name="T32" fmla="*/ 4 w 11"/>
                <a:gd name="T33" fmla="*/ 1 h 11"/>
                <a:gd name="T34" fmla="*/ 3 w 11"/>
                <a:gd name="T35" fmla="*/ 1 h 11"/>
                <a:gd name="T36" fmla="*/ 3 w 11"/>
                <a:gd name="T37" fmla="*/ 2 h 11"/>
                <a:gd name="T38" fmla="*/ 3 w 11"/>
                <a:gd name="T39" fmla="*/ 3 h 11"/>
                <a:gd name="T40" fmla="*/ 3 w 11"/>
                <a:gd name="T41" fmla="*/ 3 h 11"/>
                <a:gd name="T42" fmla="*/ 2 w 11"/>
                <a:gd name="T43" fmla="*/ 3 h 11"/>
                <a:gd name="T44" fmla="*/ 1 w 11"/>
                <a:gd name="T45" fmla="*/ 3 h 11"/>
                <a:gd name="T46" fmla="*/ 1 w 11"/>
                <a:gd name="T47" fmla="*/ 4 h 11"/>
                <a:gd name="T48" fmla="*/ 1 w 11"/>
                <a:gd name="T49" fmla="*/ 5 h 11"/>
                <a:gd name="T50" fmla="*/ 2 w 11"/>
                <a:gd name="T51" fmla="*/ 5 h 11"/>
                <a:gd name="T52" fmla="*/ 2 w 11"/>
                <a:gd name="T53" fmla="*/ 6 h 11"/>
                <a:gd name="T54" fmla="*/ 1 w 11"/>
                <a:gd name="T55" fmla="*/ 7 h 11"/>
                <a:gd name="T56" fmla="*/ 1 w 11"/>
                <a:gd name="T57" fmla="*/ 8 h 11"/>
                <a:gd name="T58" fmla="*/ 1 w 11"/>
                <a:gd name="T59" fmla="*/ 9 h 11"/>
                <a:gd name="T60" fmla="*/ 2 w 11"/>
                <a:gd name="T61" fmla="*/ 9 h 11"/>
                <a:gd name="T62" fmla="*/ 3 w 11"/>
                <a:gd name="T63" fmla="*/ 9 h 11"/>
                <a:gd name="T64" fmla="*/ 3 w 11"/>
                <a:gd name="T65" fmla="*/ 9 h 11"/>
                <a:gd name="T66" fmla="*/ 3 w 11"/>
                <a:gd name="T67" fmla="*/ 10 h 11"/>
                <a:gd name="T68" fmla="*/ 3 w 11"/>
                <a:gd name="T69" fmla="*/ 11 h 11"/>
                <a:gd name="T70" fmla="*/ 4 w 11"/>
                <a:gd name="T71" fmla="*/ 11 h 11"/>
                <a:gd name="T72" fmla="*/ 5 w 11"/>
                <a:gd name="T73" fmla="*/ 11 h 11"/>
                <a:gd name="T74" fmla="*/ 6 w 11"/>
                <a:gd name="T75" fmla="*/ 10 h 11"/>
                <a:gd name="T76" fmla="*/ 6 w 11"/>
                <a:gd name="T77" fmla="*/ 10 h 11"/>
                <a:gd name="T78" fmla="*/ 7 w 11"/>
                <a:gd name="T79" fmla="*/ 11 h 11"/>
                <a:gd name="T80" fmla="*/ 8 w 11"/>
                <a:gd name="T81" fmla="*/ 11 h 11"/>
                <a:gd name="T82" fmla="*/ 9 w 11"/>
                <a:gd name="T83" fmla="*/ 11 h 11"/>
                <a:gd name="T84" fmla="*/ 9 w 11"/>
                <a:gd name="T85" fmla="*/ 10 h 11"/>
                <a:gd name="T86" fmla="*/ 9 w 11"/>
                <a:gd name="T87" fmla="*/ 9 h 11"/>
                <a:gd name="T88" fmla="*/ 9 w 11"/>
                <a:gd name="T89" fmla="*/ 8 h 11"/>
                <a:gd name="T90" fmla="*/ 10 w 11"/>
                <a:gd name="T91" fmla="*/ 9 h 11"/>
                <a:gd name="T92" fmla="*/ 11 w 11"/>
                <a:gd name="T93" fmla="*/ 8 h 11"/>
                <a:gd name="T94" fmla="*/ 11 w 11"/>
                <a:gd name="T95" fmla="*/ 7 h 11"/>
                <a:gd name="T96" fmla="*/ 11 w 11"/>
                <a:gd name="T97" fmla="*/ 6 h 11"/>
                <a:gd name="T98" fmla="*/ 7 w 11"/>
                <a:gd name="T99" fmla="*/ 8 h 11"/>
                <a:gd name="T100" fmla="*/ 4 w 11"/>
                <a:gd name="T101" fmla="*/ 7 h 11"/>
                <a:gd name="T102" fmla="*/ 5 w 11"/>
                <a:gd name="T103" fmla="*/ 4 h 11"/>
                <a:gd name="T104" fmla="*/ 8 w 11"/>
                <a:gd name="T105" fmla="*/ 5 h 11"/>
                <a:gd name="T106" fmla="*/ 7 w 11"/>
                <a:gd name="T107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1"/>
                    <a:pt x="7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0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0" y="7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2" y="9"/>
                    <a:pt x="2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1" y="9"/>
                    <a:pt x="11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6"/>
                  </a:cubicBezTo>
                  <a:close/>
                  <a:moveTo>
                    <a:pt x="7" y="8"/>
                  </a:moveTo>
                  <a:cubicBezTo>
                    <a:pt x="6" y="8"/>
                    <a:pt x="4" y="8"/>
                    <a:pt x="4" y="7"/>
                  </a:cubicBezTo>
                  <a:cubicBezTo>
                    <a:pt x="3" y="6"/>
                    <a:pt x="4" y="4"/>
                    <a:pt x="5" y="4"/>
                  </a:cubicBezTo>
                  <a:cubicBezTo>
                    <a:pt x="6" y="3"/>
                    <a:pt x="7" y="4"/>
                    <a:pt x="8" y="5"/>
                  </a:cubicBezTo>
                  <a:cubicBezTo>
                    <a:pt x="8" y="6"/>
                    <a:pt x="8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0" name="Freeform 223"/>
            <p:cNvSpPr>
              <a:spLocks noEditPoints="1"/>
            </p:cNvSpPr>
            <p:nvPr/>
          </p:nvSpPr>
          <p:spPr bwMode="auto">
            <a:xfrm>
              <a:off x="4089" y="2465"/>
              <a:ext cx="26" cy="26"/>
            </a:xfrm>
            <a:custGeom>
              <a:avLst/>
              <a:gdLst>
                <a:gd name="T0" fmla="*/ 10 w 11"/>
                <a:gd name="T1" fmla="*/ 6 h 11"/>
                <a:gd name="T2" fmla="*/ 10 w 11"/>
                <a:gd name="T3" fmla="*/ 6 h 11"/>
                <a:gd name="T4" fmla="*/ 10 w 11"/>
                <a:gd name="T5" fmla="*/ 5 h 11"/>
                <a:gd name="T6" fmla="*/ 10 w 11"/>
                <a:gd name="T7" fmla="*/ 5 h 11"/>
                <a:gd name="T8" fmla="*/ 11 w 11"/>
                <a:gd name="T9" fmla="*/ 4 h 11"/>
                <a:gd name="T10" fmla="*/ 10 w 11"/>
                <a:gd name="T11" fmla="*/ 3 h 11"/>
                <a:gd name="T12" fmla="*/ 9 w 11"/>
                <a:gd name="T13" fmla="*/ 2 h 11"/>
                <a:gd name="T14" fmla="*/ 9 w 11"/>
                <a:gd name="T15" fmla="*/ 3 h 11"/>
                <a:gd name="T16" fmla="*/ 8 w 11"/>
                <a:gd name="T17" fmla="*/ 2 h 11"/>
                <a:gd name="T18" fmla="*/ 8 w 11"/>
                <a:gd name="T19" fmla="*/ 1 h 11"/>
                <a:gd name="T20" fmla="*/ 8 w 11"/>
                <a:gd name="T21" fmla="*/ 0 h 11"/>
                <a:gd name="T22" fmla="*/ 7 w 11"/>
                <a:gd name="T23" fmla="*/ 0 h 11"/>
                <a:gd name="T24" fmla="*/ 6 w 11"/>
                <a:gd name="T25" fmla="*/ 1 h 11"/>
                <a:gd name="T26" fmla="*/ 6 w 11"/>
                <a:gd name="T27" fmla="*/ 1 h 11"/>
                <a:gd name="T28" fmla="*/ 5 w 11"/>
                <a:gd name="T29" fmla="*/ 1 h 11"/>
                <a:gd name="T30" fmla="*/ 5 w 11"/>
                <a:gd name="T31" fmla="*/ 1 h 11"/>
                <a:gd name="T32" fmla="*/ 4 w 11"/>
                <a:gd name="T33" fmla="*/ 0 h 11"/>
                <a:gd name="T34" fmla="*/ 3 w 11"/>
                <a:gd name="T35" fmla="*/ 1 h 11"/>
                <a:gd name="T36" fmla="*/ 2 w 11"/>
                <a:gd name="T37" fmla="*/ 2 h 11"/>
                <a:gd name="T38" fmla="*/ 3 w 11"/>
                <a:gd name="T39" fmla="*/ 2 h 11"/>
                <a:gd name="T40" fmla="*/ 2 w 11"/>
                <a:gd name="T41" fmla="*/ 3 h 11"/>
                <a:gd name="T42" fmla="*/ 1 w 11"/>
                <a:gd name="T43" fmla="*/ 3 h 11"/>
                <a:gd name="T44" fmla="*/ 0 w 11"/>
                <a:gd name="T45" fmla="*/ 3 h 11"/>
                <a:gd name="T46" fmla="*/ 0 w 11"/>
                <a:gd name="T47" fmla="*/ 4 h 11"/>
                <a:gd name="T48" fmla="*/ 0 w 11"/>
                <a:gd name="T49" fmla="*/ 5 h 11"/>
                <a:gd name="T50" fmla="*/ 1 w 11"/>
                <a:gd name="T51" fmla="*/ 5 h 11"/>
                <a:gd name="T52" fmla="*/ 1 w 11"/>
                <a:gd name="T53" fmla="*/ 6 h 11"/>
                <a:gd name="T54" fmla="*/ 0 w 11"/>
                <a:gd name="T55" fmla="*/ 6 h 11"/>
                <a:gd name="T56" fmla="*/ 0 w 11"/>
                <a:gd name="T57" fmla="*/ 7 h 11"/>
                <a:gd name="T58" fmla="*/ 0 w 11"/>
                <a:gd name="T59" fmla="*/ 8 h 11"/>
                <a:gd name="T60" fmla="*/ 1 w 11"/>
                <a:gd name="T61" fmla="*/ 9 h 11"/>
                <a:gd name="T62" fmla="*/ 2 w 11"/>
                <a:gd name="T63" fmla="*/ 8 h 11"/>
                <a:gd name="T64" fmla="*/ 3 w 11"/>
                <a:gd name="T65" fmla="*/ 9 h 11"/>
                <a:gd name="T66" fmla="*/ 2 w 11"/>
                <a:gd name="T67" fmla="*/ 10 h 11"/>
                <a:gd name="T68" fmla="*/ 3 w 11"/>
                <a:gd name="T69" fmla="*/ 11 h 11"/>
                <a:gd name="T70" fmla="*/ 4 w 11"/>
                <a:gd name="T71" fmla="*/ 11 h 11"/>
                <a:gd name="T72" fmla="*/ 5 w 11"/>
                <a:gd name="T73" fmla="*/ 10 h 11"/>
                <a:gd name="T74" fmla="*/ 5 w 11"/>
                <a:gd name="T75" fmla="*/ 10 h 11"/>
                <a:gd name="T76" fmla="*/ 6 w 11"/>
                <a:gd name="T77" fmla="*/ 10 h 11"/>
                <a:gd name="T78" fmla="*/ 6 w 11"/>
                <a:gd name="T79" fmla="*/ 10 h 11"/>
                <a:gd name="T80" fmla="*/ 7 w 11"/>
                <a:gd name="T81" fmla="*/ 11 h 11"/>
                <a:gd name="T82" fmla="*/ 8 w 11"/>
                <a:gd name="T83" fmla="*/ 10 h 11"/>
                <a:gd name="T84" fmla="*/ 8 w 11"/>
                <a:gd name="T85" fmla="*/ 9 h 11"/>
                <a:gd name="T86" fmla="*/ 8 w 11"/>
                <a:gd name="T87" fmla="*/ 9 h 11"/>
                <a:gd name="T88" fmla="*/ 9 w 11"/>
                <a:gd name="T89" fmla="*/ 8 h 11"/>
                <a:gd name="T90" fmla="*/ 9 w 11"/>
                <a:gd name="T91" fmla="*/ 8 h 11"/>
                <a:gd name="T92" fmla="*/ 10 w 11"/>
                <a:gd name="T93" fmla="*/ 8 h 11"/>
                <a:gd name="T94" fmla="*/ 11 w 11"/>
                <a:gd name="T95" fmla="*/ 7 h 11"/>
                <a:gd name="T96" fmla="*/ 10 w 11"/>
                <a:gd name="T97" fmla="*/ 6 h 11"/>
                <a:gd name="T98" fmla="*/ 6 w 11"/>
                <a:gd name="T99" fmla="*/ 7 h 11"/>
                <a:gd name="T100" fmla="*/ 3 w 11"/>
                <a:gd name="T101" fmla="*/ 6 h 11"/>
                <a:gd name="T102" fmla="*/ 4 w 11"/>
                <a:gd name="T103" fmla="*/ 4 h 11"/>
                <a:gd name="T104" fmla="*/ 7 w 11"/>
                <a:gd name="T105" fmla="*/ 5 h 11"/>
                <a:gd name="T106" fmla="*/ 6 w 11"/>
                <a:gd name="T107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1">
                  <a:moveTo>
                    <a:pt x="10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6" y="0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9"/>
                    <a:pt x="3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3" y="10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9" y="10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9"/>
                    <a:pt x="10" y="8"/>
                    <a:pt x="10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6"/>
                    <a:pt x="10" y="6"/>
                  </a:cubicBezTo>
                  <a:close/>
                  <a:moveTo>
                    <a:pt x="6" y="7"/>
                  </a:moveTo>
                  <a:cubicBezTo>
                    <a:pt x="5" y="8"/>
                    <a:pt x="4" y="7"/>
                    <a:pt x="3" y="6"/>
                  </a:cubicBezTo>
                  <a:cubicBezTo>
                    <a:pt x="3" y="5"/>
                    <a:pt x="3" y="4"/>
                    <a:pt x="4" y="4"/>
                  </a:cubicBezTo>
                  <a:cubicBezTo>
                    <a:pt x="6" y="3"/>
                    <a:pt x="7" y="4"/>
                    <a:pt x="7" y="5"/>
                  </a:cubicBezTo>
                  <a:cubicBezTo>
                    <a:pt x="8" y="6"/>
                    <a:pt x="7" y="7"/>
                    <a:pt x="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1" name="Freeform 224"/>
            <p:cNvSpPr>
              <a:spLocks noEditPoints="1"/>
            </p:cNvSpPr>
            <p:nvPr/>
          </p:nvSpPr>
          <p:spPr bwMode="auto">
            <a:xfrm>
              <a:off x="3994" y="2529"/>
              <a:ext cx="26" cy="29"/>
            </a:xfrm>
            <a:custGeom>
              <a:avLst/>
              <a:gdLst>
                <a:gd name="T0" fmla="*/ 11 w 11"/>
                <a:gd name="T1" fmla="*/ 7 h 12"/>
                <a:gd name="T2" fmla="*/ 10 w 11"/>
                <a:gd name="T3" fmla="*/ 6 h 12"/>
                <a:gd name="T4" fmla="*/ 10 w 11"/>
                <a:gd name="T5" fmla="*/ 6 h 12"/>
                <a:gd name="T6" fmla="*/ 11 w 11"/>
                <a:gd name="T7" fmla="*/ 5 h 12"/>
                <a:gd name="T8" fmla="*/ 11 w 11"/>
                <a:gd name="T9" fmla="*/ 4 h 12"/>
                <a:gd name="T10" fmla="*/ 11 w 11"/>
                <a:gd name="T11" fmla="*/ 3 h 12"/>
                <a:gd name="T12" fmla="*/ 10 w 11"/>
                <a:gd name="T13" fmla="*/ 3 h 12"/>
                <a:gd name="T14" fmla="*/ 9 w 11"/>
                <a:gd name="T15" fmla="*/ 3 h 12"/>
                <a:gd name="T16" fmla="*/ 9 w 11"/>
                <a:gd name="T17" fmla="*/ 3 h 12"/>
                <a:gd name="T18" fmla="*/ 9 w 11"/>
                <a:gd name="T19" fmla="*/ 2 h 12"/>
                <a:gd name="T20" fmla="*/ 8 w 11"/>
                <a:gd name="T21" fmla="*/ 1 h 12"/>
                <a:gd name="T22" fmla="*/ 8 w 11"/>
                <a:gd name="T23" fmla="*/ 1 h 12"/>
                <a:gd name="T24" fmla="*/ 7 w 11"/>
                <a:gd name="T25" fmla="*/ 1 h 12"/>
                <a:gd name="T26" fmla="*/ 6 w 11"/>
                <a:gd name="T27" fmla="*/ 2 h 12"/>
                <a:gd name="T28" fmla="*/ 5 w 11"/>
                <a:gd name="T29" fmla="*/ 2 h 12"/>
                <a:gd name="T30" fmla="*/ 5 w 11"/>
                <a:gd name="T31" fmla="*/ 1 h 12"/>
                <a:gd name="T32" fmla="*/ 4 w 11"/>
                <a:gd name="T33" fmla="*/ 1 h 12"/>
                <a:gd name="T34" fmla="*/ 3 w 11"/>
                <a:gd name="T35" fmla="*/ 1 h 12"/>
                <a:gd name="T36" fmla="*/ 3 w 11"/>
                <a:gd name="T37" fmla="*/ 2 h 12"/>
                <a:gd name="T38" fmla="*/ 3 w 11"/>
                <a:gd name="T39" fmla="*/ 3 h 12"/>
                <a:gd name="T40" fmla="*/ 3 w 11"/>
                <a:gd name="T41" fmla="*/ 3 h 12"/>
                <a:gd name="T42" fmla="*/ 2 w 11"/>
                <a:gd name="T43" fmla="*/ 3 h 12"/>
                <a:gd name="T44" fmla="*/ 1 w 11"/>
                <a:gd name="T45" fmla="*/ 4 h 12"/>
                <a:gd name="T46" fmla="*/ 1 w 11"/>
                <a:gd name="T47" fmla="*/ 4 h 12"/>
                <a:gd name="T48" fmla="*/ 1 w 11"/>
                <a:gd name="T49" fmla="*/ 5 h 12"/>
                <a:gd name="T50" fmla="*/ 2 w 11"/>
                <a:gd name="T51" fmla="*/ 6 h 12"/>
                <a:gd name="T52" fmla="*/ 2 w 11"/>
                <a:gd name="T53" fmla="*/ 7 h 12"/>
                <a:gd name="T54" fmla="*/ 1 w 11"/>
                <a:gd name="T55" fmla="*/ 7 h 12"/>
                <a:gd name="T56" fmla="*/ 1 w 11"/>
                <a:gd name="T57" fmla="*/ 8 h 12"/>
                <a:gd name="T58" fmla="*/ 1 w 11"/>
                <a:gd name="T59" fmla="*/ 9 h 12"/>
                <a:gd name="T60" fmla="*/ 2 w 11"/>
                <a:gd name="T61" fmla="*/ 9 h 12"/>
                <a:gd name="T62" fmla="*/ 3 w 11"/>
                <a:gd name="T63" fmla="*/ 9 h 12"/>
                <a:gd name="T64" fmla="*/ 3 w 11"/>
                <a:gd name="T65" fmla="*/ 9 h 12"/>
                <a:gd name="T66" fmla="*/ 3 w 11"/>
                <a:gd name="T67" fmla="*/ 10 h 12"/>
                <a:gd name="T68" fmla="*/ 3 w 11"/>
                <a:gd name="T69" fmla="*/ 11 h 12"/>
                <a:gd name="T70" fmla="*/ 4 w 11"/>
                <a:gd name="T71" fmla="*/ 11 h 12"/>
                <a:gd name="T72" fmla="*/ 5 w 11"/>
                <a:gd name="T73" fmla="*/ 11 h 12"/>
                <a:gd name="T74" fmla="*/ 6 w 11"/>
                <a:gd name="T75" fmla="*/ 10 h 12"/>
                <a:gd name="T76" fmla="*/ 6 w 11"/>
                <a:gd name="T77" fmla="*/ 10 h 12"/>
                <a:gd name="T78" fmla="*/ 7 w 11"/>
                <a:gd name="T79" fmla="*/ 11 h 12"/>
                <a:gd name="T80" fmla="*/ 8 w 11"/>
                <a:gd name="T81" fmla="*/ 11 h 12"/>
                <a:gd name="T82" fmla="*/ 9 w 11"/>
                <a:gd name="T83" fmla="*/ 11 h 12"/>
                <a:gd name="T84" fmla="*/ 9 w 11"/>
                <a:gd name="T85" fmla="*/ 10 h 12"/>
                <a:gd name="T86" fmla="*/ 9 w 11"/>
                <a:gd name="T87" fmla="*/ 9 h 12"/>
                <a:gd name="T88" fmla="*/ 9 w 11"/>
                <a:gd name="T89" fmla="*/ 9 h 12"/>
                <a:gd name="T90" fmla="*/ 10 w 11"/>
                <a:gd name="T91" fmla="*/ 9 h 12"/>
                <a:gd name="T92" fmla="*/ 11 w 11"/>
                <a:gd name="T93" fmla="*/ 8 h 12"/>
                <a:gd name="T94" fmla="*/ 11 w 11"/>
                <a:gd name="T95" fmla="*/ 8 h 12"/>
                <a:gd name="T96" fmla="*/ 11 w 11"/>
                <a:gd name="T97" fmla="*/ 7 h 12"/>
                <a:gd name="T98" fmla="*/ 7 w 11"/>
                <a:gd name="T99" fmla="*/ 8 h 12"/>
                <a:gd name="T100" fmla="*/ 4 w 11"/>
                <a:gd name="T101" fmla="*/ 7 h 12"/>
                <a:gd name="T102" fmla="*/ 5 w 11"/>
                <a:gd name="T103" fmla="*/ 4 h 12"/>
                <a:gd name="T104" fmla="*/ 8 w 11"/>
                <a:gd name="T105" fmla="*/ 5 h 12"/>
                <a:gd name="T106" fmla="*/ 7 w 11"/>
                <a:gd name="T107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2">
                  <a:moveTo>
                    <a:pt x="11" y="7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1"/>
                    <a:pt x="7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0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0" y="7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2" y="9"/>
                    <a:pt x="2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1" y="9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7"/>
                    <a:pt x="11" y="7"/>
                    <a:pt x="11" y="7"/>
                  </a:cubicBezTo>
                  <a:close/>
                  <a:moveTo>
                    <a:pt x="7" y="8"/>
                  </a:moveTo>
                  <a:cubicBezTo>
                    <a:pt x="6" y="8"/>
                    <a:pt x="4" y="8"/>
                    <a:pt x="4" y="7"/>
                  </a:cubicBezTo>
                  <a:cubicBezTo>
                    <a:pt x="3" y="6"/>
                    <a:pt x="4" y="5"/>
                    <a:pt x="5" y="4"/>
                  </a:cubicBezTo>
                  <a:cubicBezTo>
                    <a:pt x="6" y="4"/>
                    <a:pt x="7" y="4"/>
                    <a:pt x="8" y="5"/>
                  </a:cubicBezTo>
                  <a:cubicBezTo>
                    <a:pt x="8" y="6"/>
                    <a:pt x="8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2" name="Freeform 225"/>
            <p:cNvSpPr>
              <a:spLocks noEditPoints="1"/>
            </p:cNvSpPr>
            <p:nvPr/>
          </p:nvSpPr>
          <p:spPr bwMode="auto">
            <a:xfrm>
              <a:off x="3826" y="2420"/>
              <a:ext cx="31" cy="31"/>
            </a:xfrm>
            <a:custGeom>
              <a:avLst/>
              <a:gdLst>
                <a:gd name="T0" fmla="*/ 12 w 13"/>
                <a:gd name="T1" fmla="*/ 7 h 13"/>
                <a:gd name="T2" fmla="*/ 11 w 13"/>
                <a:gd name="T3" fmla="*/ 7 h 13"/>
                <a:gd name="T4" fmla="*/ 11 w 13"/>
                <a:gd name="T5" fmla="*/ 6 h 13"/>
                <a:gd name="T6" fmla="*/ 12 w 13"/>
                <a:gd name="T7" fmla="*/ 6 h 13"/>
                <a:gd name="T8" fmla="*/ 13 w 13"/>
                <a:gd name="T9" fmla="*/ 4 h 13"/>
                <a:gd name="T10" fmla="*/ 12 w 13"/>
                <a:gd name="T11" fmla="*/ 3 h 13"/>
                <a:gd name="T12" fmla="*/ 11 w 13"/>
                <a:gd name="T13" fmla="*/ 3 h 13"/>
                <a:gd name="T14" fmla="*/ 10 w 13"/>
                <a:gd name="T15" fmla="*/ 3 h 13"/>
                <a:gd name="T16" fmla="*/ 9 w 13"/>
                <a:gd name="T17" fmla="*/ 3 h 13"/>
                <a:gd name="T18" fmla="*/ 10 w 13"/>
                <a:gd name="T19" fmla="*/ 2 h 13"/>
                <a:gd name="T20" fmla="*/ 9 w 13"/>
                <a:gd name="T21" fmla="*/ 1 h 13"/>
                <a:gd name="T22" fmla="*/ 8 w 13"/>
                <a:gd name="T23" fmla="*/ 0 h 13"/>
                <a:gd name="T24" fmla="*/ 7 w 13"/>
                <a:gd name="T25" fmla="*/ 1 h 13"/>
                <a:gd name="T26" fmla="*/ 7 w 13"/>
                <a:gd name="T27" fmla="*/ 2 h 13"/>
                <a:gd name="T28" fmla="*/ 6 w 13"/>
                <a:gd name="T29" fmla="*/ 2 h 13"/>
                <a:gd name="T30" fmla="*/ 5 w 13"/>
                <a:gd name="T31" fmla="*/ 1 h 13"/>
                <a:gd name="T32" fmla="*/ 4 w 13"/>
                <a:gd name="T33" fmla="*/ 0 h 13"/>
                <a:gd name="T34" fmla="*/ 3 w 13"/>
                <a:gd name="T35" fmla="*/ 1 h 13"/>
                <a:gd name="T36" fmla="*/ 3 w 13"/>
                <a:gd name="T37" fmla="*/ 2 h 13"/>
                <a:gd name="T38" fmla="*/ 3 w 13"/>
                <a:gd name="T39" fmla="*/ 3 h 13"/>
                <a:gd name="T40" fmla="*/ 2 w 13"/>
                <a:gd name="T41" fmla="*/ 3 h 13"/>
                <a:gd name="T42" fmla="*/ 1 w 13"/>
                <a:gd name="T43" fmla="*/ 3 h 13"/>
                <a:gd name="T44" fmla="*/ 0 w 13"/>
                <a:gd name="T45" fmla="*/ 4 h 13"/>
                <a:gd name="T46" fmla="*/ 0 w 13"/>
                <a:gd name="T47" fmla="*/ 5 h 13"/>
                <a:gd name="T48" fmla="*/ 0 w 13"/>
                <a:gd name="T49" fmla="*/ 6 h 13"/>
                <a:gd name="T50" fmla="*/ 1 w 13"/>
                <a:gd name="T51" fmla="*/ 6 h 13"/>
                <a:gd name="T52" fmla="*/ 1 w 13"/>
                <a:gd name="T53" fmla="*/ 7 h 13"/>
                <a:gd name="T54" fmla="*/ 0 w 13"/>
                <a:gd name="T55" fmla="*/ 8 h 13"/>
                <a:gd name="T56" fmla="*/ 0 w 13"/>
                <a:gd name="T57" fmla="*/ 9 h 13"/>
                <a:gd name="T58" fmla="*/ 0 w 13"/>
                <a:gd name="T59" fmla="*/ 10 h 13"/>
                <a:gd name="T60" fmla="*/ 2 w 13"/>
                <a:gd name="T61" fmla="*/ 10 h 13"/>
                <a:gd name="T62" fmla="*/ 2 w 13"/>
                <a:gd name="T63" fmla="*/ 10 h 13"/>
                <a:gd name="T64" fmla="*/ 3 w 13"/>
                <a:gd name="T65" fmla="*/ 11 h 13"/>
                <a:gd name="T66" fmla="*/ 3 w 13"/>
                <a:gd name="T67" fmla="*/ 11 h 13"/>
                <a:gd name="T68" fmla="*/ 3 w 13"/>
                <a:gd name="T69" fmla="*/ 13 h 13"/>
                <a:gd name="T70" fmla="*/ 4 w 13"/>
                <a:gd name="T71" fmla="*/ 13 h 13"/>
                <a:gd name="T72" fmla="*/ 5 w 13"/>
                <a:gd name="T73" fmla="*/ 12 h 13"/>
                <a:gd name="T74" fmla="*/ 6 w 13"/>
                <a:gd name="T75" fmla="*/ 12 h 13"/>
                <a:gd name="T76" fmla="*/ 7 w 13"/>
                <a:gd name="T77" fmla="*/ 12 h 13"/>
                <a:gd name="T78" fmla="*/ 7 w 13"/>
                <a:gd name="T79" fmla="*/ 12 h 13"/>
                <a:gd name="T80" fmla="*/ 8 w 13"/>
                <a:gd name="T81" fmla="*/ 13 h 13"/>
                <a:gd name="T82" fmla="*/ 9 w 13"/>
                <a:gd name="T83" fmla="*/ 12 h 13"/>
                <a:gd name="T84" fmla="*/ 10 w 13"/>
                <a:gd name="T85" fmla="*/ 11 h 13"/>
                <a:gd name="T86" fmla="*/ 9 w 13"/>
                <a:gd name="T87" fmla="*/ 10 h 13"/>
                <a:gd name="T88" fmla="*/ 10 w 13"/>
                <a:gd name="T89" fmla="*/ 10 h 13"/>
                <a:gd name="T90" fmla="*/ 11 w 13"/>
                <a:gd name="T91" fmla="*/ 10 h 13"/>
                <a:gd name="T92" fmla="*/ 12 w 13"/>
                <a:gd name="T93" fmla="*/ 9 h 13"/>
                <a:gd name="T94" fmla="*/ 13 w 13"/>
                <a:gd name="T95" fmla="*/ 8 h 13"/>
                <a:gd name="T96" fmla="*/ 12 w 13"/>
                <a:gd name="T97" fmla="*/ 7 h 13"/>
                <a:gd name="T98" fmla="*/ 7 w 13"/>
                <a:gd name="T99" fmla="*/ 9 h 13"/>
                <a:gd name="T100" fmla="*/ 4 w 13"/>
                <a:gd name="T101" fmla="*/ 8 h 13"/>
                <a:gd name="T102" fmla="*/ 5 w 13"/>
                <a:gd name="T103" fmla="*/ 4 h 13"/>
                <a:gd name="T104" fmla="*/ 8 w 13"/>
                <a:gd name="T105" fmla="*/ 6 h 13"/>
                <a:gd name="T106" fmla="*/ 7 w 13"/>
                <a:gd name="T107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" h="13">
                  <a:moveTo>
                    <a:pt x="12" y="7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6"/>
                    <a:pt x="11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5"/>
                    <a:pt x="13" y="5"/>
                    <a:pt x="13" y="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9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2" y="1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3" y="10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3"/>
                    <a:pt x="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3"/>
                    <a:pt x="8" y="13"/>
                    <a:pt x="8" y="1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1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7"/>
                    <a:pt x="12" y="7"/>
                  </a:cubicBezTo>
                  <a:close/>
                  <a:moveTo>
                    <a:pt x="7" y="9"/>
                  </a:moveTo>
                  <a:cubicBezTo>
                    <a:pt x="6" y="9"/>
                    <a:pt x="4" y="9"/>
                    <a:pt x="4" y="8"/>
                  </a:cubicBezTo>
                  <a:cubicBezTo>
                    <a:pt x="3" y="6"/>
                    <a:pt x="4" y="5"/>
                    <a:pt x="5" y="4"/>
                  </a:cubicBezTo>
                  <a:cubicBezTo>
                    <a:pt x="6" y="4"/>
                    <a:pt x="8" y="4"/>
                    <a:pt x="8" y="6"/>
                  </a:cubicBezTo>
                  <a:cubicBezTo>
                    <a:pt x="9" y="7"/>
                    <a:pt x="8" y="8"/>
                    <a:pt x="7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3" name="Freeform 226"/>
            <p:cNvSpPr>
              <a:spLocks noEditPoints="1"/>
            </p:cNvSpPr>
            <p:nvPr/>
          </p:nvSpPr>
          <p:spPr bwMode="auto">
            <a:xfrm>
              <a:off x="3949" y="2004"/>
              <a:ext cx="26" cy="27"/>
            </a:xfrm>
            <a:custGeom>
              <a:avLst/>
              <a:gdLst>
                <a:gd name="T0" fmla="*/ 11 w 11"/>
                <a:gd name="T1" fmla="*/ 6 h 11"/>
                <a:gd name="T2" fmla="*/ 10 w 11"/>
                <a:gd name="T3" fmla="*/ 5 h 11"/>
                <a:gd name="T4" fmla="*/ 10 w 11"/>
                <a:gd name="T5" fmla="*/ 5 h 11"/>
                <a:gd name="T6" fmla="*/ 11 w 11"/>
                <a:gd name="T7" fmla="*/ 4 h 11"/>
                <a:gd name="T8" fmla="*/ 11 w 11"/>
                <a:gd name="T9" fmla="*/ 3 h 11"/>
                <a:gd name="T10" fmla="*/ 11 w 11"/>
                <a:gd name="T11" fmla="*/ 2 h 11"/>
                <a:gd name="T12" fmla="*/ 10 w 11"/>
                <a:gd name="T13" fmla="*/ 2 h 11"/>
                <a:gd name="T14" fmla="*/ 9 w 11"/>
                <a:gd name="T15" fmla="*/ 2 h 11"/>
                <a:gd name="T16" fmla="*/ 9 w 11"/>
                <a:gd name="T17" fmla="*/ 2 h 11"/>
                <a:gd name="T18" fmla="*/ 9 w 11"/>
                <a:gd name="T19" fmla="*/ 1 h 11"/>
                <a:gd name="T20" fmla="*/ 8 w 11"/>
                <a:gd name="T21" fmla="*/ 0 h 11"/>
                <a:gd name="T22" fmla="*/ 8 w 11"/>
                <a:gd name="T23" fmla="*/ 0 h 11"/>
                <a:gd name="T24" fmla="*/ 7 w 11"/>
                <a:gd name="T25" fmla="*/ 0 h 11"/>
                <a:gd name="T26" fmla="*/ 6 w 11"/>
                <a:gd name="T27" fmla="*/ 1 h 11"/>
                <a:gd name="T28" fmla="*/ 5 w 11"/>
                <a:gd name="T29" fmla="*/ 1 h 11"/>
                <a:gd name="T30" fmla="*/ 5 w 11"/>
                <a:gd name="T31" fmla="*/ 0 h 11"/>
                <a:gd name="T32" fmla="*/ 4 w 11"/>
                <a:gd name="T33" fmla="*/ 0 h 11"/>
                <a:gd name="T34" fmla="*/ 3 w 11"/>
                <a:gd name="T35" fmla="*/ 0 h 11"/>
                <a:gd name="T36" fmla="*/ 3 w 11"/>
                <a:gd name="T37" fmla="*/ 1 h 11"/>
                <a:gd name="T38" fmla="*/ 3 w 11"/>
                <a:gd name="T39" fmla="*/ 2 h 11"/>
                <a:gd name="T40" fmla="*/ 3 w 11"/>
                <a:gd name="T41" fmla="*/ 2 h 11"/>
                <a:gd name="T42" fmla="*/ 2 w 11"/>
                <a:gd name="T43" fmla="*/ 2 h 11"/>
                <a:gd name="T44" fmla="*/ 1 w 11"/>
                <a:gd name="T45" fmla="*/ 3 h 11"/>
                <a:gd name="T46" fmla="*/ 1 w 11"/>
                <a:gd name="T47" fmla="*/ 3 h 11"/>
                <a:gd name="T48" fmla="*/ 1 w 11"/>
                <a:gd name="T49" fmla="*/ 4 h 11"/>
                <a:gd name="T50" fmla="*/ 2 w 11"/>
                <a:gd name="T51" fmla="*/ 5 h 11"/>
                <a:gd name="T52" fmla="*/ 2 w 11"/>
                <a:gd name="T53" fmla="*/ 6 h 11"/>
                <a:gd name="T54" fmla="*/ 1 w 11"/>
                <a:gd name="T55" fmla="*/ 6 h 11"/>
                <a:gd name="T56" fmla="*/ 1 w 11"/>
                <a:gd name="T57" fmla="*/ 7 h 11"/>
                <a:gd name="T58" fmla="*/ 1 w 11"/>
                <a:gd name="T59" fmla="*/ 8 h 11"/>
                <a:gd name="T60" fmla="*/ 2 w 11"/>
                <a:gd name="T61" fmla="*/ 8 h 11"/>
                <a:gd name="T62" fmla="*/ 3 w 11"/>
                <a:gd name="T63" fmla="*/ 8 h 11"/>
                <a:gd name="T64" fmla="*/ 3 w 11"/>
                <a:gd name="T65" fmla="*/ 9 h 11"/>
                <a:gd name="T66" fmla="*/ 3 w 11"/>
                <a:gd name="T67" fmla="*/ 9 h 11"/>
                <a:gd name="T68" fmla="*/ 3 w 11"/>
                <a:gd name="T69" fmla="*/ 10 h 11"/>
                <a:gd name="T70" fmla="*/ 4 w 11"/>
                <a:gd name="T71" fmla="*/ 10 h 11"/>
                <a:gd name="T72" fmla="*/ 5 w 11"/>
                <a:gd name="T73" fmla="*/ 10 h 11"/>
                <a:gd name="T74" fmla="*/ 6 w 11"/>
                <a:gd name="T75" fmla="*/ 9 h 11"/>
                <a:gd name="T76" fmla="*/ 6 w 11"/>
                <a:gd name="T77" fmla="*/ 9 h 11"/>
                <a:gd name="T78" fmla="*/ 7 w 11"/>
                <a:gd name="T79" fmla="*/ 10 h 11"/>
                <a:gd name="T80" fmla="*/ 8 w 11"/>
                <a:gd name="T81" fmla="*/ 10 h 11"/>
                <a:gd name="T82" fmla="*/ 9 w 11"/>
                <a:gd name="T83" fmla="*/ 10 h 11"/>
                <a:gd name="T84" fmla="*/ 9 w 11"/>
                <a:gd name="T85" fmla="*/ 9 h 11"/>
                <a:gd name="T86" fmla="*/ 9 w 11"/>
                <a:gd name="T87" fmla="*/ 8 h 11"/>
                <a:gd name="T88" fmla="*/ 9 w 11"/>
                <a:gd name="T89" fmla="*/ 8 h 11"/>
                <a:gd name="T90" fmla="*/ 10 w 11"/>
                <a:gd name="T91" fmla="*/ 8 h 11"/>
                <a:gd name="T92" fmla="*/ 11 w 11"/>
                <a:gd name="T93" fmla="*/ 8 h 11"/>
                <a:gd name="T94" fmla="*/ 11 w 11"/>
                <a:gd name="T95" fmla="*/ 7 h 11"/>
                <a:gd name="T96" fmla="*/ 11 w 11"/>
                <a:gd name="T97" fmla="*/ 6 h 11"/>
                <a:gd name="T98" fmla="*/ 7 w 11"/>
                <a:gd name="T99" fmla="*/ 7 h 11"/>
                <a:gd name="T100" fmla="*/ 4 w 11"/>
                <a:gd name="T101" fmla="*/ 6 h 11"/>
                <a:gd name="T102" fmla="*/ 5 w 11"/>
                <a:gd name="T103" fmla="*/ 3 h 11"/>
                <a:gd name="T104" fmla="*/ 8 w 11"/>
                <a:gd name="T105" fmla="*/ 4 h 11"/>
                <a:gd name="T106" fmla="*/ 7 w 11"/>
                <a:gd name="T107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0" y="2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1"/>
                    <a:pt x="5" y="10"/>
                    <a:pt x="5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1"/>
                    <a:pt x="8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9"/>
                    <a:pt x="9" y="9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1" y="8"/>
                    <a:pt x="11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lose/>
                  <a:moveTo>
                    <a:pt x="7" y="7"/>
                  </a:moveTo>
                  <a:cubicBezTo>
                    <a:pt x="6" y="8"/>
                    <a:pt x="4" y="7"/>
                    <a:pt x="4" y="6"/>
                  </a:cubicBezTo>
                  <a:cubicBezTo>
                    <a:pt x="3" y="5"/>
                    <a:pt x="4" y="4"/>
                    <a:pt x="5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5"/>
                    <a:pt x="8" y="7"/>
                    <a:pt x="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4" name="Freeform 227"/>
            <p:cNvSpPr>
              <a:spLocks noEditPoints="1"/>
            </p:cNvSpPr>
            <p:nvPr/>
          </p:nvSpPr>
          <p:spPr bwMode="auto">
            <a:xfrm>
              <a:off x="3700" y="2652"/>
              <a:ext cx="26" cy="29"/>
            </a:xfrm>
            <a:custGeom>
              <a:avLst/>
              <a:gdLst>
                <a:gd name="T0" fmla="*/ 10 w 11"/>
                <a:gd name="T1" fmla="*/ 7 h 12"/>
                <a:gd name="T2" fmla="*/ 10 w 11"/>
                <a:gd name="T3" fmla="*/ 6 h 12"/>
                <a:gd name="T4" fmla="*/ 10 w 11"/>
                <a:gd name="T5" fmla="*/ 6 h 12"/>
                <a:gd name="T6" fmla="*/ 10 w 11"/>
                <a:gd name="T7" fmla="*/ 5 h 12"/>
                <a:gd name="T8" fmla="*/ 11 w 11"/>
                <a:gd name="T9" fmla="*/ 4 h 12"/>
                <a:gd name="T10" fmla="*/ 10 w 11"/>
                <a:gd name="T11" fmla="*/ 3 h 12"/>
                <a:gd name="T12" fmla="*/ 9 w 11"/>
                <a:gd name="T13" fmla="*/ 3 h 12"/>
                <a:gd name="T14" fmla="*/ 9 w 11"/>
                <a:gd name="T15" fmla="*/ 3 h 12"/>
                <a:gd name="T16" fmla="*/ 8 w 11"/>
                <a:gd name="T17" fmla="*/ 3 h 12"/>
                <a:gd name="T18" fmla="*/ 8 w 11"/>
                <a:gd name="T19" fmla="*/ 2 h 12"/>
                <a:gd name="T20" fmla="*/ 8 w 11"/>
                <a:gd name="T21" fmla="*/ 1 h 12"/>
                <a:gd name="T22" fmla="*/ 7 w 11"/>
                <a:gd name="T23" fmla="*/ 1 h 12"/>
                <a:gd name="T24" fmla="*/ 6 w 11"/>
                <a:gd name="T25" fmla="*/ 1 h 12"/>
                <a:gd name="T26" fmla="*/ 6 w 11"/>
                <a:gd name="T27" fmla="*/ 2 h 12"/>
                <a:gd name="T28" fmla="*/ 5 w 11"/>
                <a:gd name="T29" fmla="*/ 2 h 12"/>
                <a:gd name="T30" fmla="*/ 5 w 11"/>
                <a:gd name="T31" fmla="*/ 1 h 12"/>
                <a:gd name="T32" fmla="*/ 4 w 11"/>
                <a:gd name="T33" fmla="*/ 1 h 12"/>
                <a:gd name="T34" fmla="*/ 3 w 11"/>
                <a:gd name="T35" fmla="*/ 1 h 12"/>
                <a:gd name="T36" fmla="*/ 2 w 11"/>
                <a:gd name="T37" fmla="*/ 2 h 12"/>
                <a:gd name="T38" fmla="*/ 3 w 11"/>
                <a:gd name="T39" fmla="*/ 3 h 12"/>
                <a:gd name="T40" fmla="*/ 2 w 11"/>
                <a:gd name="T41" fmla="*/ 3 h 12"/>
                <a:gd name="T42" fmla="*/ 1 w 11"/>
                <a:gd name="T43" fmla="*/ 3 h 12"/>
                <a:gd name="T44" fmla="*/ 0 w 11"/>
                <a:gd name="T45" fmla="*/ 4 h 12"/>
                <a:gd name="T46" fmla="*/ 0 w 11"/>
                <a:gd name="T47" fmla="*/ 4 h 12"/>
                <a:gd name="T48" fmla="*/ 0 w 11"/>
                <a:gd name="T49" fmla="*/ 5 h 12"/>
                <a:gd name="T50" fmla="*/ 1 w 11"/>
                <a:gd name="T51" fmla="*/ 6 h 12"/>
                <a:gd name="T52" fmla="*/ 1 w 11"/>
                <a:gd name="T53" fmla="*/ 7 h 12"/>
                <a:gd name="T54" fmla="*/ 0 w 11"/>
                <a:gd name="T55" fmla="*/ 7 h 12"/>
                <a:gd name="T56" fmla="*/ 0 w 11"/>
                <a:gd name="T57" fmla="*/ 8 h 12"/>
                <a:gd name="T58" fmla="*/ 0 w 11"/>
                <a:gd name="T59" fmla="*/ 9 h 12"/>
                <a:gd name="T60" fmla="*/ 1 w 11"/>
                <a:gd name="T61" fmla="*/ 9 h 12"/>
                <a:gd name="T62" fmla="*/ 2 w 11"/>
                <a:gd name="T63" fmla="*/ 9 h 12"/>
                <a:gd name="T64" fmla="*/ 3 w 11"/>
                <a:gd name="T65" fmla="*/ 9 h 12"/>
                <a:gd name="T66" fmla="*/ 2 w 11"/>
                <a:gd name="T67" fmla="*/ 10 h 12"/>
                <a:gd name="T68" fmla="*/ 3 w 11"/>
                <a:gd name="T69" fmla="*/ 11 h 12"/>
                <a:gd name="T70" fmla="*/ 4 w 11"/>
                <a:gd name="T71" fmla="*/ 11 h 12"/>
                <a:gd name="T72" fmla="*/ 5 w 11"/>
                <a:gd name="T73" fmla="*/ 11 h 12"/>
                <a:gd name="T74" fmla="*/ 5 w 11"/>
                <a:gd name="T75" fmla="*/ 10 h 12"/>
                <a:gd name="T76" fmla="*/ 6 w 11"/>
                <a:gd name="T77" fmla="*/ 10 h 12"/>
                <a:gd name="T78" fmla="*/ 6 w 11"/>
                <a:gd name="T79" fmla="*/ 11 h 12"/>
                <a:gd name="T80" fmla="*/ 7 w 11"/>
                <a:gd name="T81" fmla="*/ 11 h 12"/>
                <a:gd name="T82" fmla="*/ 8 w 11"/>
                <a:gd name="T83" fmla="*/ 11 h 12"/>
                <a:gd name="T84" fmla="*/ 8 w 11"/>
                <a:gd name="T85" fmla="*/ 10 h 12"/>
                <a:gd name="T86" fmla="*/ 8 w 11"/>
                <a:gd name="T87" fmla="*/ 9 h 12"/>
                <a:gd name="T88" fmla="*/ 9 w 11"/>
                <a:gd name="T89" fmla="*/ 9 h 12"/>
                <a:gd name="T90" fmla="*/ 9 w 11"/>
                <a:gd name="T91" fmla="*/ 9 h 12"/>
                <a:gd name="T92" fmla="*/ 10 w 11"/>
                <a:gd name="T93" fmla="*/ 8 h 12"/>
                <a:gd name="T94" fmla="*/ 11 w 11"/>
                <a:gd name="T95" fmla="*/ 8 h 12"/>
                <a:gd name="T96" fmla="*/ 10 w 11"/>
                <a:gd name="T97" fmla="*/ 7 h 12"/>
                <a:gd name="T98" fmla="*/ 6 w 11"/>
                <a:gd name="T99" fmla="*/ 8 h 12"/>
                <a:gd name="T100" fmla="*/ 3 w 11"/>
                <a:gd name="T101" fmla="*/ 7 h 12"/>
                <a:gd name="T102" fmla="*/ 4 w 11"/>
                <a:gd name="T103" fmla="*/ 4 h 12"/>
                <a:gd name="T104" fmla="*/ 7 w 11"/>
                <a:gd name="T105" fmla="*/ 5 h 12"/>
                <a:gd name="T106" fmla="*/ 6 w 11"/>
                <a:gd name="T107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2">
                  <a:moveTo>
                    <a:pt x="10" y="7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3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5" y="11"/>
                    <a:pt x="5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2"/>
                    <a:pt x="7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0"/>
                    <a:pt x="8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7"/>
                    <a:pt x="11" y="7"/>
                    <a:pt x="10" y="7"/>
                  </a:cubicBezTo>
                  <a:close/>
                  <a:moveTo>
                    <a:pt x="6" y="8"/>
                  </a:moveTo>
                  <a:cubicBezTo>
                    <a:pt x="5" y="8"/>
                    <a:pt x="4" y="8"/>
                    <a:pt x="3" y="7"/>
                  </a:cubicBezTo>
                  <a:cubicBezTo>
                    <a:pt x="3" y="6"/>
                    <a:pt x="3" y="5"/>
                    <a:pt x="4" y="4"/>
                  </a:cubicBezTo>
                  <a:cubicBezTo>
                    <a:pt x="6" y="4"/>
                    <a:pt x="7" y="4"/>
                    <a:pt x="7" y="5"/>
                  </a:cubicBezTo>
                  <a:cubicBezTo>
                    <a:pt x="8" y="6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5" name="Freeform 228"/>
            <p:cNvSpPr>
              <a:spLocks noEditPoints="1"/>
            </p:cNvSpPr>
            <p:nvPr/>
          </p:nvSpPr>
          <p:spPr bwMode="auto">
            <a:xfrm>
              <a:off x="3904" y="1758"/>
              <a:ext cx="21" cy="21"/>
            </a:xfrm>
            <a:custGeom>
              <a:avLst/>
              <a:gdLst>
                <a:gd name="T0" fmla="*/ 8 w 9"/>
                <a:gd name="T1" fmla="*/ 5 h 9"/>
                <a:gd name="T2" fmla="*/ 8 w 9"/>
                <a:gd name="T3" fmla="*/ 5 h 9"/>
                <a:gd name="T4" fmla="*/ 8 w 9"/>
                <a:gd name="T5" fmla="*/ 5 h 9"/>
                <a:gd name="T6" fmla="*/ 8 w 9"/>
                <a:gd name="T7" fmla="*/ 4 h 9"/>
                <a:gd name="T8" fmla="*/ 9 w 9"/>
                <a:gd name="T9" fmla="*/ 3 h 9"/>
                <a:gd name="T10" fmla="*/ 8 w 9"/>
                <a:gd name="T11" fmla="*/ 3 h 9"/>
                <a:gd name="T12" fmla="*/ 8 w 9"/>
                <a:gd name="T13" fmla="*/ 2 h 9"/>
                <a:gd name="T14" fmla="*/ 7 w 9"/>
                <a:gd name="T15" fmla="*/ 3 h 9"/>
                <a:gd name="T16" fmla="*/ 7 w 9"/>
                <a:gd name="T17" fmla="*/ 2 h 9"/>
                <a:gd name="T18" fmla="*/ 7 w 9"/>
                <a:gd name="T19" fmla="*/ 2 h 9"/>
                <a:gd name="T20" fmla="*/ 6 w 9"/>
                <a:gd name="T21" fmla="*/ 1 h 9"/>
                <a:gd name="T22" fmla="*/ 6 w 9"/>
                <a:gd name="T23" fmla="*/ 1 h 9"/>
                <a:gd name="T24" fmla="*/ 5 w 9"/>
                <a:gd name="T25" fmla="*/ 1 h 9"/>
                <a:gd name="T26" fmla="*/ 5 w 9"/>
                <a:gd name="T27" fmla="*/ 2 h 9"/>
                <a:gd name="T28" fmla="*/ 4 w 9"/>
                <a:gd name="T29" fmla="*/ 2 h 9"/>
                <a:gd name="T30" fmla="*/ 4 w 9"/>
                <a:gd name="T31" fmla="*/ 1 h 9"/>
                <a:gd name="T32" fmla="*/ 3 w 9"/>
                <a:gd name="T33" fmla="*/ 1 h 9"/>
                <a:gd name="T34" fmla="*/ 2 w 9"/>
                <a:gd name="T35" fmla="*/ 1 h 9"/>
                <a:gd name="T36" fmla="*/ 2 w 9"/>
                <a:gd name="T37" fmla="*/ 2 h 9"/>
                <a:gd name="T38" fmla="*/ 2 w 9"/>
                <a:gd name="T39" fmla="*/ 2 h 9"/>
                <a:gd name="T40" fmla="*/ 2 w 9"/>
                <a:gd name="T41" fmla="*/ 3 h 9"/>
                <a:gd name="T42" fmla="*/ 1 w 9"/>
                <a:gd name="T43" fmla="*/ 3 h 9"/>
                <a:gd name="T44" fmla="*/ 0 w 9"/>
                <a:gd name="T45" fmla="*/ 3 h 9"/>
                <a:gd name="T46" fmla="*/ 0 w 9"/>
                <a:gd name="T47" fmla="*/ 4 h 9"/>
                <a:gd name="T48" fmla="*/ 1 w 9"/>
                <a:gd name="T49" fmla="*/ 4 h 9"/>
                <a:gd name="T50" fmla="*/ 1 w 9"/>
                <a:gd name="T51" fmla="*/ 5 h 9"/>
                <a:gd name="T52" fmla="*/ 1 w 9"/>
                <a:gd name="T53" fmla="*/ 5 h 9"/>
                <a:gd name="T54" fmla="*/ 1 w 9"/>
                <a:gd name="T55" fmla="*/ 6 h 9"/>
                <a:gd name="T56" fmla="*/ 0 w 9"/>
                <a:gd name="T57" fmla="*/ 6 h 9"/>
                <a:gd name="T58" fmla="*/ 1 w 9"/>
                <a:gd name="T59" fmla="*/ 7 h 9"/>
                <a:gd name="T60" fmla="*/ 1 w 9"/>
                <a:gd name="T61" fmla="*/ 7 h 9"/>
                <a:gd name="T62" fmla="*/ 2 w 9"/>
                <a:gd name="T63" fmla="*/ 7 h 9"/>
                <a:gd name="T64" fmla="*/ 2 w 9"/>
                <a:gd name="T65" fmla="*/ 8 h 9"/>
                <a:gd name="T66" fmla="*/ 2 w 9"/>
                <a:gd name="T67" fmla="*/ 8 h 9"/>
                <a:gd name="T68" fmla="*/ 3 w 9"/>
                <a:gd name="T69" fmla="*/ 9 h 9"/>
                <a:gd name="T70" fmla="*/ 3 w 9"/>
                <a:gd name="T71" fmla="*/ 9 h 9"/>
                <a:gd name="T72" fmla="*/ 4 w 9"/>
                <a:gd name="T73" fmla="*/ 9 h 9"/>
                <a:gd name="T74" fmla="*/ 4 w 9"/>
                <a:gd name="T75" fmla="*/ 8 h 9"/>
                <a:gd name="T76" fmla="*/ 5 w 9"/>
                <a:gd name="T77" fmla="*/ 8 h 9"/>
                <a:gd name="T78" fmla="*/ 5 w 9"/>
                <a:gd name="T79" fmla="*/ 9 h 9"/>
                <a:gd name="T80" fmla="*/ 6 w 9"/>
                <a:gd name="T81" fmla="*/ 9 h 9"/>
                <a:gd name="T82" fmla="*/ 7 w 9"/>
                <a:gd name="T83" fmla="*/ 9 h 9"/>
                <a:gd name="T84" fmla="*/ 7 w 9"/>
                <a:gd name="T85" fmla="*/ 8 h 9"/>
                <a:gd name="T86" fmla="*/ 7 w 9"/>
                <a:gd name="T87" fmla="*/ 7 h 9"/>
                <a:gd name="T88" fmla="*/ 7 w 9"/>
                <a:gd name="T89" fmla="*/ 7 h 9"/>
                <a:gd name="T90" fmla="*/ 8 w 9"/>
                <a:gd name="T91" fmla="*/ 7 h 9"/>
                <a:gd name="T92" fmla="*/ 9 w 9"/>
                <a:gd name="T93" fmla="*/ 7 h 9"/>
                <a:gd name="T94" fmla="*/ 9 w 9"/>
                <a:gd name="T95" fmla="*/ 6 h 9"/>
                <a:gd name="T96" fmla="*/ 8 w 9"/>
                <a:gd name="T97" fmla="*/ 5 h 9"/>
                <a:gd name="T98" fmla="*/ 5 w 9"/>
                <a:gd name="T99" fmla="*/ 6 h 9"/>
                <a:gd name="T100" fmla="*/ 3 w 9"/>
                <a:gd name="T101" fmla="*/ 6 h 9"/>
                <a:gd name="T102" fmla="*/ 4 w 9"/>
                <a:gd name="T103" fmla="*/ 3 h 9"/>
                <a:gd name="T104" fmla="*/ 6 w 9"/>
                <a:gd name="T105" fmla="*/ 4 h 9"/>
                <a:gd name="T106" fmla="*/ 5 w 9"/>
                <a:gd name="T107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" h="9"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8" y="5"/>
                  </a:cubicBezTo>
                  <a:close/>
                  <a:moveTo>
                    <a:pt x="5" y="6"/>
                  </a:moveTo>
                  <a:cubicBezTo>
                    <a:pt x="4" y="7"/>
                    <a:pt x="3" y="6"/>
                    <a:pt x="3" y="6"/>
                  </a:cubicBezTo>
                  <a:cubicBezTo>
                    <a:pt x="3" y="5"/>
                    <a:pt x="3" y="4"/>
                    <a:pt x="4" y="3"/>
                  </a:cubicBezTo>
                  <a:cubicBezTo>
                    <a:pt x="5" y="3"/>
                    <a:pt x="6" y="3"/>
                    <a:pt x="6" y="4"/>
                  </a:cubicBezTo>
                  <a:cubicBezTo>
                    <a:pt x="6" y="5"/>
                    <a:pt x="6" y="6"/>
                    <a:pt x="5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6" name="Freeform 229"/>
            <p:cNvSpPr/>
            <p:nvPr/>
          </p:nvSpPr>
          <p:spPr bwMode="auto">
            <a:xfrm>
              <a:off x="3868" y="1660"/>
              <a:ext cx="31" cy="29"/>
            </a:xfrm>
            <a:custGeom>
              <a:avLst/>
              <a:gdLst>
                <a:gd name="T0" fmla="*/ 10 w 13"/>
                <a:gd name="T1" fmla="*/ 12 h 12"/>
                <a:gd name="T2" fmla="*/ 10 w 13"/>
                <a:gd name="T3" fmla="*/ 9 h 12"/>
                <a:gd name="T4" fmla="*/ 10 w 13"/>
                <a:gd name="T5" fmla="*/ 5 h 12"/>
                <a:gd name="T6" fmla="*/ 10 w 13"/>
                <a:gd name="T7" fmla="*/ 5 h 12"/>
                <a:gd name="T8" fmla="*/ 10 w 13"/>
                <a:gd name="T9" fmla="*/ 11 h 12"/>
                <a:gd name="T10" fmla="*/ 11 w 13"/>
                <a:gd name="T11" fmla="*/ 12 h 12"/>
                <a:gd name="T12" fmla="*/ 13 w 13"/>
                <a:gd name="T13" fmla="*/ 10 h 12"/>
                <a:gd name="T14" fmla="*/ 12 w 13"/>
                <a:gd name="T15" fmla="*/ 3 h 12"/>
                <a:gd name="T16" fmla="*/ 12 w 13"/>
                <a:gd name="T17" fmla="*/ 3 h 12"/>
                <a:gd name="T18" fmla="*/ 12 w 13"/>
                <a:gd name="T19" fmla="*/ 3 h 12"/>
                <a:gd name="T20" fmla="*/ 12 w 13"/>
                <a:gd name="T21" fmla="*/ 3 h 12"/>
                <a:gd name="T22" fmla="*/ 8 w 13"/>
                <a:gd name="T23" fmla="*/ 1 h 12"/>
                <a:gd name="T24" fmla="*/ 8 w 13"/>
                <a:gd name="T25" fmla="*/ 1 h 12"/>
                <a:gd name="T26" fmla="*/ 6 w 13"/>
                <a:gd name="T27" fmla="*/ 1 h 12"/>
                <a:gd name="T28" fmla="*/ 1 w 13"/>
                <a:gd name="T29" fmla="*/ 4 h 12"/>
                <a:gd name="T30" fmla="*/ 1 w 13"/>
                <a:gd name="T31" fmla="*/ 11 h 12"/>
                <a:gd name="T32" fmla="*/ 2 w 13"/>
                <a:gd name="T33" fmla="*/ 12 h 12"/>
                <a:gd name="T34" fmla="*/ 3 w 13"/>
                <a:gd name="T35" fmla="*/ 11 h 12"/>
                <a:gd name="T36" fmla="*/ 3 w 13"/>
                <a:gd name="T37" fmla="*/ 5 h 12"/>
                <a:gd name="T38" fmla="*/ 3 w 13"/>
                <a:gd name="T39" fmla="*/ 5 h 12"/>
                <a:gd name="T40" fmla="*/ 4 w 13"/>
                <a:gd name="T41" fmla="*/ 9 h 12"/>
                <a:gd name="T42" fmla="*/ 4 w 13"/>
                <a:gd name="T43" fmla="*/ 12 h 12"/>
                <a:gd name="T44" fmla="*/ 10 w 13"/>
                <a:gd name="T4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" h="12">
                  <a:moveTo>
                    <a:pt x="10" y="12"/>
                  </a:moveTo>
                  <a:cubicBezTo>
                    <a:pt x="10" y="9"/>
                    <a:pt x="10" y="9"/>
                    <a:pt x="10" y="9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1" y="12"/>
                    <a:pt x="11" y="12"/>
                  </a:cubicBezTo>
                  <a:cubicBezTo>
                    <a:pt x="12" y="12"/>
                    <a:pt x="13" y="11"/>
                    <a:pt x="13" y="10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9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0" y="0"/>
                    <a:pt x="1" y="4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2"/>
                    <a:pt x="4" y="12"/>
                    <a:pt x="4" y="12"/>
                  </a:cubicBez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7" name="Freeform 230"/>
            <p:cNvSpPr/>
            <p:nvPr/>
          </p:nvSpPr>
          <p:spPr bwMode="auto">
            <a:xfrm>
              <a:off x="3878" y="1648"/>
              <a:ext cx="12" cy="12"/>
            </a:xfrm>
            <a:custGeom>
              <a:avLst/>
              <a:gdLst>
                <a:gd name="T0" fmla="*/ 2 w 5"/>
                <a:gd name="T1" fmla="*/ 5 h 5"/>
                <a:gd name="T2" fmla="*/ 5 w 5"/>
                <a:gd name="T3" fmla="*/ 2 h 5"/>
                <a:gd name="T4" fmla="*/ 2 w 5"/>
                <a:gd name="T5" fmla="*/ 0 h 5"/>
                <a:gd name="T6" fmla="*/ 0 w 5"/>
                <a:gd name="T7" fmla="*/ 3 h 5"/>
                <a:gd name="T8" fmla="*/ 2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4" y="5"/>
                    <a:pt x="5" y="4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8" name="Freeform 231"/>
            <p:cNvSpPr>
              <a:spLocks noEditPoints="1"/>
            </p:cNvSpPr>
            <p:nvPr/>
          </p:nvSpPr>
          <p:spPr bwMode="auto">
            <a:xfrm>
              <a:off x="3895" y="1686"/>
              <a:ext cx="23" cy="43"/>
            </a:xfrm>
            <a:custGeom>
              <a:avLst/>
              <a:gdLst>
                <a:gd name="T0" fmla="*/ 5 w 10"/>
                <a:gd name="T1" fmla="*/ 17 h 18"/>
                <a:gd name="T2" fmla="*/ 10 w 10"/>
                <a:gd name="T3" fmla="*/ 12 h 18"/>
                <a:gd name="T4" fmla="*/ 5 w 10"/>
                <a:gd name="T5" fmla="*/ 0 h 18"/>
                <a:gd name="T6" fmla="*/ 0 w 10"/>
                <a:gd name="T7" fmla="*/ 13 h 18"/>
                <a:gd name="T8" fmla="*/ 5 w 10"/>
                <a:gd name="T9" fmla="*/ 17 h 18"/>
                <a:gd name="T10" fmla="*/ 8 w 10"/>
                <a:gd name="T11" fmla="*/ 12 h 18"/>
                <a:gd name="T12" fmla="*/ 5 w 10"/>
                <a:gd name="T13" fmla="*/ 16 h 18"/>
                <a:gd name="T14" fmla="*/ 8 w 10"/>
                <a:gd name="T15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8">
                  <a:moveTo>
                    <a:pt x="5" y="17"/>
                  </a:moveTo>
                  <a:cubicBezTo>
                    <a:pt x="8" y="17"/>
                    <a:pt x="10" y="15"/>
                    <a:pt x="10" y="12"/>
                  </a:cubicBezTo>
                  <a:cubicBezTo>
                    <a:pt x="10" y="7"/>
                    <a:pt x="5" y="0"/>
                    <a:pt x="5" y="0"/>
                  </a:cubicBezTo>
                  <a:cubicBezTo>
                    <a:pt x="5" y="0"/>
                    <a:pt x="0" y="8"/>
                    <a:pt x="0" y="13"/>
                  </a:cubicBezTo>
                  <a:cubicBezTo>
                    <a:pt x="0" y="15"/>
                    <a:pt x="2" y="18"/>
                    <a:pt x="5" y="17"/>
                  </a:cubicBezTo>
                  <a:close/>
                  <a:moveTo>
                    <a:pt x="8" y="12"/>
                  </a:moveTo>
                  <a:cubicBezTo>
                    <a:pt x="8" y="12"/>
                    <a:pt x="8" y="16"/>
                    <a:pt x="5" y="16"/>
                  </a:cubicBezTo>
                  <a:lnTo>
                    <a:pt x="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59" name="Freeform 232"/>
            <p:cNvSpPr>
              <a:spLocks noEditPoints="1"/>
            </p:cNvSpPr>
            <p:nvPr/>
          </p:nvSpPr>
          <p:spPr bwMode="auto">
            <a:xfrm>
              <a:off x="3726" y="2531"/>
              <a:ext cx="36" cy="50"/>
            </a:xfrm>
            <a:custGeom>
              <a:avLst/>
              <a:gdLst>
                <a:gd name="T0" fmla="*/ 11 w 15"/>
                <a:gd name="T1" fmla="*/ 6 h 21"/>
                <a:gd name="T2" fmla="*/ 13 w 15"/>
                <a:gd name="T3" fmla="*/ 4 h 21"/>
                <a:gd name="T4" fmla="*/ 10 w 15"/>
                <a:gd name="T5" fmla="*/ 0 h 21"/>
                <a:gd name="T6" fmla="*/ 5 w 15"/>
                <a:gd name="T7" fmla="*/ 0 h 21"/>
                <a:gd name="T8" fmla="*/ 2 w 15"/>
                <a:gd name="T9" fmla="*/ 4 h 21"/>
                <a:gd name="T10" fmla="*/ 4 w 15"/>
                <a:gd name="T11" fmla="*/ 6 h 21"/>
                <a:gd name="T12" fmla="*/ 0 w 15"/>
                <a:gd name="T13" fmla="*/ 14 h 21"/>
                <a:gd name="T14" fmla="*/ 8 w 15"/>
                <a:gd name="T15" fmla="*/ 21 h 21"/>
                <a:gd name="T16" fmla="*/ 15 w 15"/>
                <a:gd name="T17" fmla="*/ 13 h 21"/>
                <a:gd name="T18" fmla="*/ 11 w 15"/>
                <a:gd name="T19" fmla="*/ 6 h 21"/>
                <a:gd name="T20" fmla="*/ 9 w 15"/>
                <a:gd name="T21" fmla="*/ 1 h 21"/>
                <a:gd name="T22" fmla="*/ 11 w 15"/>
                <a:gd name="T23" fmla="*/ 4 h 21"/>
                <a:gd name="T24" fmla="*/ 9 w 15"/>
                <a:gd name="T25" fmla="*/ 4 h 21"/>
                <a:gd name="T26" fmla="*/ 9 w 15"/>
                <a:gd name="T27" fmla="*/ 1 h 21"/>
                <a:gd name="T28" fmla="*/ 4 w 15"/>
                <a:gd name="T29" fmla="*/ 4 h 21"/>
                <a:gd name="T30" fmla="*/ 5 w 15"/>
                <a:gd name="T31" fmla="*/ 3 h 21"/>
                <a:gd name="T32" fmla="*/ 6 w 15"/>
                <a:gd name="T33" fmla="*/ 6 h 21"/>
                <a:gd name="T34" fmla="*/ 4 w 15"/>
                <a:gd name="T35" fmla="*/ 4 h 21"/>
                <a:gd name="T36" fmla="*/ 8 w 15"/>
                <a:gd name="T37" fmla="*/ 19 h 21"/>
                <a:gd name="T38" fmla="*/ 2 w 15"/>
                <a:gd name="T39" fmla="*/ 14 h 21"/>
                <a:gd name="T40" fmla="*/ 8 w 15"/>
                <a:gd name="T41" fmla="*/ 8 h 21"/>
                <a:gd name="T42" fmla="*/ 13 w 15"/>
                <a:gd name="T43" fmla="*/ 13 h 21"/>
                <a:gd name="T44" fmla="*/ 8 w 15"/>
                <a:gd name="T4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21">
                  <a:moveTo>
                    <a:pt x="11" y="6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8"/>
                    <a:pt x="0" y="10"/>
                    <a:pt x="0" y="14"/>
                  </a:cubicBezTo>
                  <a:cubicBezTo>
                    <a:pt x="0" y="18"/>
                    <a:pt x="3" y="21"/>
                    <a:pt x="8" y="21"/>
                  </a:cubicBezTo>
                  <a:cubicBezTo>
                    <a:pt x="12" y="21"/>
                    <a:pt x="15" y="18"/>
                    <a:pt x="15" y="13"/>
                  </a:cubicBezTo>
                  <a:cubicBezTo>
                    <a:pt x="15" y="10"/>
                    <a:pt x="14" y="8"/>
                    <a:pt x="11" y="6"/>
                  </a:cubicBezTo>
                  <a:close/>
                  <a:moveTo>
                    <a:pt x="9" y="1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9" y="4"/>
                    <a:pt x="9" y="4"/>
                    <a:pt x="9" y="4"/>
                  </a:cubicBezTo>
                  <a:lnTo>
                    <a:pt x="9" y="1"/>
                  </a:lnTo>
                  <a:close/>
                  <a:moveTo>
                    <a:pt x="4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4" y="4"/>
                  </a:lnTo>
                  <a:close/>
                  <a:moveTo>
                    <a:pt x="8" y="19"/>
                  </a:moveTo>
                  <a:cubicBezTo>
                    <a:pt x="5" y="19"/>
                    <a:pt x="2" y="17"/>
                    <a:pt x="2" y="14"/>
                  </a:cubicBezTo>
                  <a:cubicBezTo>
                    <a:pt x="2" y="10"/>
                    <a:pt x="4" y="8"/>
                    <a:pt x="8" y="8"/>
                  </a:cubicBezTo>
                  <a:cubicBezTo>
                    <a:pt x="11" y="8"/>
                    <a:pt x="13" y="10"/>
                    <a:pt x="13" y="13"/>
                  </a:cubicBezTo>
                  <a:cubicBezTo>
                    <a:pt x="13" y="17"/>
                    <a:pt x="11" y="19"/>
                    <a:pt x="8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60" name="Freeform 233"/>
            <p:cNvSpPr>
              <a:spLocks noEditPoints="1"/>
            </p:cNvSpPr>
            <p:nvPr/>
          </p:nvSpPr>
          <p:spPr bwMode="auto">
            <a:xfrm>
              <a:off x="3956" y="1824"/>
              <a:ext cx="26" cy="26"/>
            </a:xfrm>
            <a:custGeom>
              <a:avLst/>
              <a:gdLst>
                <a:gd name="T0" fmla="*/ 11 w 11"/>
                <a:gd name="T1" fmla="*/ 6 h 11"/>
                <a:gd name="T2" fmla="*/ 10 w 11"/>
                <a:gd name="T3" fmla="*/ 6 h 11"/>
                <a:gd name="T4" fmla="*/ 10 w 11"/>
                <a:gd name="T5" fmla="*/ 5 h 11"/>
                <a:gd name="T6" fmla="*/ 11 w 11"/>
                <a:gd name="T7" fmla="*/ 5 h 11"/>
                <a:gd name="T8" fmla="*/ 11 w 11"/>
                <a:gd name="T9" fmla="*/ 4 h 11"/>
                <a:gd name="T10" fmla="*/ 11 w 11"/>
                <a:gd name="T11" fmla="*/ 3 h 11"/>
                <a:gd name="T12" fmla="*/ 10 w 11"/>
                <a:gd name="T13" fmla="*/ 3 h 11"/>
                <a:gd name="T14" fmla="*/ 9 w 11"/>
                <a:gd name="T15" fmla="*/ 3 h 11"/>
                <a:gd name="T16" fmla="*/ 8 w 11"/>
                <a:gd name="T17" fmla="*/ 3 h 11"/>
                <a:gd name="T18" fmla="*/ 9 w 11"/>
                <a:gd name="T19" fmla="*/ 2 h 11"/>
                <a:gd name="T20" fmla="*/ 8 w 11"/>
                <a:gd name="T21" fmla="*/ 1 h 11"/>
                <a:gd name="T22" fmla="*/ 7 w 11"/>
                <a:gd name="T23" fmla="*/ 0 h 11"/>
                <a:gd name="T24" fmla="*/ 6 w 11"/>
                <a:gd name="T25" fmla="*/ 1 h 11"/>
                <a:gd name="T26" fmla="*/ 6 w 11"/>
                <a:gd name="T27" fmla="*/ 2 h 11"/>
                <a:gd name="T28" fmla="*/ 5 w 11"/>
                <a:gd name="T29" fmla="*/ 2 h 11"/>
                <a:gd name="T30" fmla="*/ 5 w 11"/>
                <a:gd name="T31" fmla="*/ 1 h 11"/>
                <a:gd name="T32" fmla="*/ 4 w 11"/>
                <a:gd name="T33" fmla="*/ 0 h 11"/>
                <a:gd name="T34" fmla="*/ 3 w 11"/>
                <a:gd name="T35" fmla="*/ 1 h 11"/>
                <a:gd name="T36" fmla="*/ 3 w 11"/>
                <a:gd name="T37" fmla="*/ 2 h 11"/>
                <a:gd name="T38" fmla="*/ 3 w 11"/>
                <a:gd name="T39" fmla="*/ 3 h 11"/>
                <a:gd name="T40" fmla="*/ 2 w 11"/>
                <a:gd name="T41" fmla="*/ 3 h 11"/>
                <a:gd name="T42" fmla="*/ 2 w 11"/>
                <a:gd name="T43" fmla="*/ 3 h 11"/>
                <a:gd name="T44" fmla="*/ 1 w 11"/>
                <a:gd name="T45" fmla="*/ 3 h 11"/>
                <a:gd name="T46" fmla="*/ 0 w 11"/>
                <a:gd name="T47" fmla="*/ 4 h 11"/>
                <a:gd name="T48" fmla="*/ 1 w 11"/>
                <a:gd name="T49" fmla="*/ 5 h 11"/>
                <a:gd name="T50" fmla="*/ 1 w 11"/>
                <a:gd name="T51" fmla="*/ 5 h 11"/>
                <a:gd name="T52" fmla="*/ 1 w 11"/>
                <a:gd name="T53" fmla="*/ 6 h 11"/>
                <a:gd name="T54" fmla="*/ 1 w 11"/>
                <a:gd name="T55" fmla="*/ 7 h 11"/>
                <a:gd name="T56" fmla="*/ 0 w 11"/>
                <a:gd name="T57" fmla="*/ 8 h 11"/>
                <a:gd name="T58" fmla="*/ 1 w 11"/>
                <a:gd name="T59" fmla="*/ 8 h 11"/>
                <a:gd name="T60" fmla="*/ 2 w 11"/>
                <a:gd name="T61" fmla="*/ 9 h 11"/>
                <a:gd name="T62" fmla="*/ 2 w 11"/>
                <a:gd name="T63" fmla="*/ 9 h 11"/>
                <a:gd name="T64" fmla="*/ 3 w 11"/>
                <a:gd name="T65" fmla="*/ 9 h 11"/>
                <a:gd name="T66" fmla="*/ 3 w 11"/>
                <a:gd name="T67" fmla="*/ 10 h 11"/>
                <a:gd name="T68" fmla="*/ 3 w 11"/>
                <a:gd name="T69" fmla="*/ 11 h 11"/>
                <a:gd name="T70" fmla="*/ 4 w 11"/>
                <a:gd name="T71" fmla="*/ 11 h 11"/>
                <a:gd name="T72" fmla="*/ 5 w 11"/>
                <a:gd name="T73" fmla="*/ 11 h 11"/>
                <a:gd name="T74" fmla="*/ 5 w 11"/>
                <a:gd name="T75" fmla="*/ 10 h 11"/>
                <a:gd name="T76" fmla="*/ 6 w 11"/>
                <a:gd name="T77" fmla="*/ 10 h 11"/>
                <a:gd name="T78" fmla="*/ 7 w 11"/>
                <a:gd name="T79" fmla="*/ 11 h 11"/>
                <a:gd name="T80" fmla="*/ 8 w 11"/>
                <a:gd name="T81" fmla="*/ 11 h 11"/>
                <a:gd name="T82" fmla="*/ 8 w 11"/>
                <a:gd name="T83" fmla="*/ 11 h 11"/>
                <a:gd name="T84" fmla="*/ 9 w 11"/>
                <a:gd name="T85" fmla="*/ 10 h 11"/>
                <a:gd name="T86" fmla="*/ 9 w 11"/>
                <a:gd name="T87" fmla="*/ 9 h 11"/>
                <a:gd name="T88" fmla="*/ 9 w 11"/>
                <a:gd name="T89" fmla="*/ 8 h 11"/>
                <a:gd name="T90" fmla="*/ 10 w 11"/>
                <a:gd name="T91" fmla="*/ 9 h 11"/>
                <a:gd name="T92" fmla="*/ 11 w 11"/>
                <a:gd name="T93" fmla="*/ 8 h 11"/>
                <a:gd name="T94" fmla="*/ 11 w 11"/>
                <a:gd name="T95" fmla="*/ 7 h 11"/>
                <a:gd name="T96" fmla="*/ 11 w 11"/>
                <a:gd name="T97" fmla="*/ 6 h 11"/>
                <a:gd name="T98" fmla="*/ 7 w 11"/>
                <a:gd name="T99" fmla="*/ 8 h 11"/>
                <a:gd name="T100" fmla="*/ 4 w 11"/>
                <a:gd name="T101" fmla="*/ 7 h 11"/>
                <a:gd name="T102" fmla="*/ 5 w 11"/>
                <a:gd name="T103" fmla="*/ 4 h 11"/>
                <a:gd name="T104" fmla="*/ 8 w 11"/>
                <a:gd name="T105" fmla="*/ 5 h 11"/>
                <a:gd name="T106" fmla="*/ 7 w 11"/>
                <a:gd name="T107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11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1" y="9"/>
                    <a:pt x="11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6"/>
                  </a:cubicBezTo>
                  <a:close/>
                  <a:moveTo>
                    <a:pt x="7" y="8"/>
                  </a:moveTo>
                  <a:cubicBezTo>
                    <a:pt x="5" y="8"/>
                    <a:pt x="4" y="8"/>
                    <a:pt x="4" y="7"/>
                  </a:cubicBezTo>
                  <a:cubicBezTo>
                    <a:pt x="3" y="6"/>
                    <a:pt x="4" y="4"/>
                    <a:pt x="5" y="4"/>
                  </a:cubicBezTo>
                  <a:cubicBezTo>
                    <a:pt x="6" y="3"/>
                    <a:pt x="7" y="4"/>
                    <a:pt x="8" y="5"/>
                  </a:cubicBezTo>
                  <a:cubicBezTo>
                    <a:pt x="8" y="6"/>
                    <a:pt x="8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61" name="Freeform 234"/>
            <p:cNvSpPr>
              <a:spLocks noEditPoints="1"/>
            </p:cNvSpPr>
            <p:nvPr/>
          </p:nvSpPr>
          <p:spPr bwMode="auto">
            <a:xfrm>
              <a:off x="4233" y="2061"/>
              <a:ext cx="26" cy="27"/>
            </a:xfrm>
            <a:custGeom>
              <a:avLst/>
              <a:gdLst>
                <a:gd name="T0" fmla="*/ 10 w 11"/>
                <a:gd name="T1" fmla="*/ 6 h 11"/>
                <a:gd name="T2" fmla="*/ 10 w 11"/>
                <a:gd name="T3" fmla="*/ 6 h 11"/>
                <a:gd name="T4" fmla="*/ 9 w 11"/>
                <a:gd name="T5" fmla="*/ 5 h 11"/>
                <a:gd name="T6" fmla="*/ 10 w 11"/>
                <a:gd name="T7" fmla="*/ 5 h 11"/>
                <a:gd name="T8" fmla="*/ 11 w 11"/>
                <a:gd name="T9" fmla="*/ 4 h 11"/>
                <a:gd name="T10" fmla="*/ 10 w 11"/>
                <a:gd name="T11" fmla="*/ 3 h 11"/>
                <a:gd name="T12" fmla="*/ 9 w 11"/>
                <a:gd name="T13" fmla="*/ 3 h 11"/>
                <a:gd name="T14" fmla="*/ 9 w 11"/>
                <a:gd name="T15" fmla="*/ 3 h 11"/>
                <a:gd name="T16" fmla="*/ 8 w 11"/>
                <a:gd name="T17" fmla="*/ 2 h 11"/>
                <a:gd name="T18" fmla="*/ 8 w 11"/>
                <a:gd name="T19" fmla="*/ 2 h 11"/>
                <a:gd name="T20" fmla="*/ 8 w 11"/>
                <a:gd name="T21" fmla="*/ 1 h 11"/>
                <a:gd name="T22" fmla="*/ 7 w 11"/>
                <a:gd name="T23" fmla="*/ 0 h 11"/>
                <a:gd name="T24" fmla="*/ 6 w 11"/>
                <a:gd name="T25" fmla="*/ 1 h 11"/>
                <a:gd name="T26" fmla="*/ 6 w 11"/>
                <a:gd name="T27" fmla="*/ 1 h 11"/>
                <a:gd name="T28" fmla="*/ 5 w 11"/>
                <a:gd name="T29" fmla="*/ 1 h 11"/>
                <a:gd name="T30" fmla="*/ 5 w 11"/>
                <a:gd name="T31" fmla="*/ 1 h 11"/>
                <a:gd name="T32" fmla="*/ 4 w 11"/>
                <a:gd name="T33" fmla="*/ 0 h 11"/>
                <a:gd name="T34" fmla="*/ 3 w 11"/>
                <a:gd name="T35" fmla="*/ 1 h 11"/>
                <a:gd name="T36" fmla="*/ 2 w 11"/>
                <a:gd name="T37" fmla="*/ 2 h 11"/>
                <a:gd name="T38" fmla="*/ 3 w 11"/>
                <a:gd name="T39" fmla="*/ 2 h 11"/>
                <a:gd name="T40" fmla="*/ 2 w 11"/>
                <a:gd name="T41" fmla="*/ 3 h 11"/>
                <a:gd name="T42" fmla="*/ 1 w 11"/>
                <a:gd name="T43" fmla="*/ 3 h 11"/>
                <a:gd name="T44" fmla="*/ 0 w 11"/>
                <a:gd name="T45" fmla="*/ 3 h 11"/>
                <a:gd name="T46" fmla="*/ 0 w 11"/>
                <a:gd name="T47" fmla="*/ 4 h 11"/>
                <a:gd name="T48" fmla="*/ 0 w 11"/>
                <a:gd name="T49" fmla="*/ 5 h 11"/>
                <a:gd name="T50" fmla="*/ 1 w 11"/>
                <a:gd name="T51" fmla="*/ 5 h 11"/>
                <a:gd name="T52" fmla="*/ 1 w 11"/>
                <a:gd name="T53" fmla="*/ 6 h 11"/>
                <a:gd name="T54" fmla="*/ 0 w 11"/>
                <a:gd name="T55" fmla="*/ 6 h 11"/>
                <a:gd name="T56" fmla="*/ 0 w 11"/>
                <a:gd name="T57" fmla="*/ 8 h 11"/>
                <a:gd name="T58" fmla="*/ 0 w 11"/>
                <a:gd name="T59" fmla="*/ 8 h 11"/>
                <a:gd name="T60" fmla="*/ 1 w 11"/>
                <a:gd name="T61" fmla="*/ 9 h 11"/>
                <a:gd name="T62" fmla="*/ 2 w 11"/>
                <a:gd name="T63" fmla="*/ 8 h 11"/>
                <a:gd name="T64" fmla="*/ 3 w 11"/>
                <a:gd name="T65" fmla="*/ 9 h 11"/>
                <a:gd name="T66" fmla="*/ 2 w 11"/>
                <a:gd name="T67" fmla="*/ 10 h 11"/>
                <a:gd name="T68" fmla="*/ 3 w 11"/>
                <a:gd name="T69" fmla="*/ 11 h 11"/>
                <a:gd name="T70" fmla="*/ 4 w 11"/>
                <a:gd name="T71" fmla="*/ 11 h 11"/>
                <a:gd name="T72" fmla="*/ 5 w 11"/>
                <a:gd name="T73" fmla="*/ 11 h 11"/>
                <a:gd name="T74" fmla="*/ 5 w 11"/>
                <a:gd name="T75" fmla="*/ 10 h 11"/>
                <a:gd name="T76" fmla="*/ 6 w 11"/>
                <a:gd name="T77" fmla="*/ 10 h 11"/>
                <a:gd name="T78" fmla="*/ 6 w 11"/>
                <a:gd name="T79" fmla="*/ 11 h 11"/>
                <a:gd name="T80" fmla="*/ 7 w 11"/>
                <a:gd name="T81" fmla="*/ 11 h 11"/>
                <a:gd name="T82" fmla="*/ 8 w 11"/>
                <a:gd name="T83" fmla="*/ 11 h 11"/>
                <a:gd name="T84" fmla="*/ 8 w 11"/>
                <a:gd name="T85" fmla="*/ 10 h 11"/>
                <a:gd name="T86" fmla="*/ 8 w 11"/>
                <a:gd name="T87" fmla="*/ 9 h 11"/>
                <a:gd name="T88" fmla="*/ 9 w 11"/>
                <a:gd name="T89" fmla="*/ 8 h 11"/>
                <a:gd name="T90" fmla="*/ 9 w 11"/>
                <a:gd name="T91" fmla="*/ 9 h 11"/>
                <a:gd name="T92" fmla="*/ 10 w 11"/>
                <a:gd name="T93" fmla="*/ 8 h 11"/>
                <a:gd name="T94" fmla="*/ 11 w 11"/>
                <a:gd name="T95" fmla="*/ 7 h 11"/>
                <a:gd name="T96" fmla="*/ 10 w 11"/>
                <a:gd name="T97" fmla="*/ 6 h 11"/>
                <a:gd name="T98" fmla="*/ 6 w 11"/>
                <a:gd name="T99" fmla="*/ 8 h 11"/>
                <a:gd name="T100" fmla="*/ 3 w 11"/>
                <a:gd name="T101" fmla="*/ 7 h 11"/>
                <a:gd name="T102" fmla="*/ 4 w 11"/>
                <a:gd name="T103" fmla="*/ 4 h 11"/>
                <a:gd name="T104" fmla="*/ 7 w 11"/>
                <a:gd name="T105" fmla="*/ 5 h 11"/>
                <a:gd name="T106" fmla="*/ 6 w 11"/>
                <a:gd name="T107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" h="11">
                  <a:moveTo>
                    <a:pt x="10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5"/>
                    <a:pt x="9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5"/>
                    <a:pt x="11" y="4"/>
                    <a:pt x="11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2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6" y="0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5" y="11"/>
                    <a:pt x="5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9" y="10"/>
                    <a:pt x="8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8"/>
                    <a:pt x="9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6"/>
                    <a:pt x="10" y="6"/>
                  </a:cubicBezTo>
                  <a:close/>
                  <a:moveTo>
                    <a:pt x="6" y="8"/>
                  </a:moveTo>
                  <a:cubicBezTo>
                    <a:pt x="5" y="8"/>
                    <a:pt x="4" y="8"/>
                    <a:pt x="3" y="7"/>
                  </a:cubicBezTo>
                  <a:cubicBezTo>
                    <a:pt x="3" y="5"/>
                    <a:pt x="3" y="4"/>
                    <a:pt x="4" y="4"/>
                  </a:cubicBezTo>
                  <a:cubicBezTo>
                    <a:pt x="5" y="3"/>
                    <a:pt x="7" y="4"/>
                    <a:pt x="7" y="5"/>
                  </a:cubicBezTo>
                  <a:cubicBezTo>
                    <a:pt x="8" y="6"/>
                    <a:pt x="7" y="7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  <p:sp>
          <p:nvSpPr>
            <p:cNvPr id="62" name="Freeform 235"/>
            <p:cNvSpPr/>
            <p:nvPr/>
          </p:nvSpPr>
          <p:spPr bwMode="auto">
            <a:xfrm>
              <a:off x="2637" y="2607"/>
              <a:ext cx="2406" cy="356"/>
            </a:xfrm>
            <a:custGeom>
              <a:avLst/>
              <a:gdLst>
                <a:gd name="T0" fmla="*/ 0 w 2406"/>
                <a:gd name="T1" fmla="*/ 0 h 356"/>
                <a:gd name="T2" fmla="*/ 1108 w 2406"/>
                <a:gd name="T3" fmla="*/ 335 h 356"/>
                <a:gd name="T4" fmla="*/ 1179 w 2406"/>
                <a:gd name="T5" fmla="*/ 335 h 356"/>
                <a:gd name="T6" fmla="*/ 2406 w 2406"/>
                <a:gd name="T7" fmla="*/ 7 h 356"/>
                <a:gd name="T8" fmla="*/ 2406 w 2406"/>
                <a:gd name="T9" fmla="*/ 60 h 356"/>
                <a:gd name="T10" fmla="*/ 1175 w 2406"/>
                <a:gd name="T11" fmla="*/ 356 h 356"/>
                <a:gd name="T12" fmla="*/ 1104 w 2406"/>
                <a:gd name="T13" fmla="*/ 356 h 356"/>
                <a:gd name="T14" fmla="*/ 0 w 2406"/>
                <a:gd name="T15" fmla="*/ 41 h 356"/>
                <a:gd name="T16" fmla="*/ 0 w 2406"/>
                <a:gd name="T17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6" h="356">
                  <a:moveTo>
                    <a:pt x="0" y="0"/>
                  </a:moveTo>
                  <a:lnTo>
                    <a:pt x="1108" y="335"/>
                  </a:lnTo>
                  <a:lnTo>
                    <a:pt x="1179" y="335"/>
                  </a:lnTo>
                  <a:lnTo>
                    <a:pt x="2406" y="7"/>
                  </a:lnTo>
                  <a:lnTo>
                    <a:pt x="2406" y="60"/>
                  </a:lnTo>
                  <a:lnTo>
                    <a:pt x="1175" y="356"/>
                  </a:lnTo>
                  <a:lnTo>
                    <a:pt x="1104" y="356"/>
                  </a:lnTo>
                  <a:lnTo>
                    <a:pt x="0" y="4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3598" tIns="46799" rIns="93598" bIns="46799" numCol="1" anchor="t" anchorCtr="0" compatLnSpc="1"/>
            <a:lstStyle/>
            <a:p>
              <a:pPr fontAlgn="base"/>
              <a:endParaRPr lang="zh-CN" altLang="en-US" sz="1945" strike="noStrike" noProof="1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63681E-6 L 1.1066 -0.03583 " pathEditMode="relative" rAng="0" ptsTypes="AA">
                                      <p:cBhvr>
                                        <p:cTn id="49" dur="4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00" y="-1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  <p:bldP spid="30" grpId="0" bldLvl="0" animBg="1"/>
    </p:bldLst>
  </p:timing>
</p:sld>
</file>

<file path=ppt/tags/tag1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1"/>
</p:tagLst>
</file>

<file path=ppt/tags/tag2.xml><?xml version="1.0" encoding="utf-8"?>
<p:tagLst xmlns:p="http://schemas.openxmlformats.org/presentationml/2006/main">
  <p:tag name="MH" val="20151209233025"/>
  <p:tag name="MH_LIBRARY" val="GRAPHIC"/>
  <p:tag name="MH_TYPE" val="Other"/>
  <p:tag name="MH_ORDER" val="1"/>
</p:tagLst>
</file>

<file path=ppt/tags/tag3.xml><?xml version="1.0" encoding="utf-8"?>
<p:tagLst xmlns:p="http://schemas.openxmlformats.org/presentationml/2006/main">
  <p:tag name="MH" val="20151209233025"/>
  <p:tag name="MH_LIBRARY" val="GRAPHIC"/>
  <p:tag name="MH_TYPE" val="Other"/>
  <p:tag name="MH_ORDER" val="3"/>
</p:tagLst>
</file>

<file path=ppt/tags/tag4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2"/>
</p:tagLst>
</file>

<file path=ppt/tags/tag5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3"/>
</p:tagLst>
</file>

<file path=ppt/tags/tag6.xml><?xml version="1.0" encoding="utf-8"?>
<p:tagLst xmlns:p="http://schemas.openxmlformats.org/presentationml/2006/main">
  <p:tag name="MH" val="20151209233025"/>
  <p:tag name="MH_LIBRARY" val="GRAPHIC"/>
  <p:tag name="MH_TYPE" val="SubTitle"/>
  <p:tag name="MH_ORDER" val="4"/>
</p:tagLst>
</file>

<file path=ppt/tags/tag7.xml><?xml version="1.0" encoding="utf-8"?>
<p:tagLst xmlns:p="http://schemas.openxmlformats.org/presentationml/2006/main">
  <p:tag name="MH" val="20151209233025"/>
  <p:tag name="MH_LIBRARY" val="GRAPHIC"/>
  <p:tag name="MH_TYPE" val="Other"/>
  <p:tag name="MH_ORDER" val="6"/>
</p:tagLst>
</file>

<file path=ppt/tags/tag8.xml><?xml version="1.0" encoding="utf-8"?>
<p:tagLst xmlns:p="http://schemas.openxmlformats.org/presentationml/2006/main">
  <p:tag name="MH" val="20151209233025"/>
  <p:tag name="MH_LIBRARY" val="GRAPHIC"/>
  <p:tag name="MH_TYPE" val="Other"/>
  <p:tag name="MH_ORDER" val="8"/>
</p:tagLst>
</file>

<file path=ppt/tags/tag9.xml><?xml version="1.0" encoding="utf-8"?>
<p:tagLst xmlns:p="http://schemas.openxmlformats.org/presentationml/2006/main">
  <p:tag name="MH" val="20151209233025"/>
  <p:tag name="MH_LIBRARY" val="GRAPHIC"/>
  <p:tag name="MH_TYPE" val="Other"/>
  <p:tag name="MH_ORDER" val="10"/>
</p:tagLst>
</file>

<file path=ppt/tags/tag10.xml><?xml version="1.0" encoding="utf-8"?>
<p:tagLst xmlns:p="http://schemas.openxmlformats.org/presentationml/2006/main">
  <p:tag name="MH" val="20151209233025"/>
  <p:tag name="MH_LIBRARY" val="GRAPHIC"/>
  <p:tag name="MH_TYPE" val="Other"/>
  <p:tag name="MH_ORDER" val="9"/>
</p:tagLst>
</file>

<file path=ppt/tags/tag11.xml><?xml version="1.0" encoding="utf-8"?>
<p:tagLst xmlns:p="http://schemas.openxmlformats.org/presentationml/2006/main">
  <p:tag name="MH" val="20151209233025"/>
  <p:tag name="MH_LIBRARY" val="GRAPHIC"/>
  <p:tag name="MH_TYPE" val="Other"/>
  <p:tag name="MH_ORDER" val="11"/>
</p:tagLst>
</file>

<file path=ppt/tags/tag12.xml><?xml version="1.0" encoding="utf-8"?>
<p:tagLst xmlns:p="http://schemas.openxmlformats.org/presentationml/2006/main">
  <p:tag name="MH" val="20151209233025"/>
  <p:tag name="MH_LIBRARY" val="GRAPHIC"/>
  <p:tag name="MH_TYPE" val="Other"/>
  <p:tag name="MH_ORDER" val="2"/>
</p:tagLst>
</file>

<file path=ppt/tags/tag13.xml><?xml version="1.0" encoding="utf-8"?>
<p:tagLst xmlns:p="http://schemas.openxmlformats.org/presentationml/2006/main">
  <p:tag name="MH" val="20151209233025"/>
  <p:tag name="MH_LIBRARY" val="GRAPHIC"/>
  <p:tag name="MH_TYPE" val="Other"/>
  <p:tag name="MH_ORDER" val="5"/>
</p:tagLst>
</file>

<file path=ppt/tags/tag14.xml><?xml version="1.0" encoding="utf-8"?>
<p:tagLst xmlns:p="http://schemas.openxmlformats.org/presentationml/2006/main">
  <p:tag name="MH" val="20151209233025"/>
  <p:tag name="MH_LIBRARY" val="GRAPHIC"/>
  <p:tag name="MH_TYPE" val="Other"/>
  <p:tag name="MH_ORDER" val="12"/>
</p:tagLst>
</file>

<file path=ppt/tags/tag15.xml><?xml version="1.0" encoding="utf-8"?>
<p:tagLst xmlns:p="http://schemas.openxmlformats.org/presentationml/2006/main">
  <p:tag name="MH" val="20151209233025"/>
  <p:tag name="MH_LIBRARY" val="GRAPHIC"/>
  <p:tag name="MH_TYPE" val="Other"/>
  <p:tag name="MH_ORDER" val="4"/>
</p:tagLst>
</file>

<file path=ppt/tags/tag16.xml><?xml version="1.0" encoding="utf-8"?>
<p:tagLst xmlns:p="http://schemas.openxmlformats.org/presentationml/2006/main">
  <p:tag name="MH" val="20151209233025"/>
  <p:tag name="MH_LIBRARY" val="GRAPHIC"/>
  <p:tag name="MH_TYPE" val="Other"/>
  <p:tag name="MH_ORDER" val="7"/>
</p:tagLst>
</file>

<file path=ppt/tags/tag17.xml><?xml version="1.0" encoding="utf-8"?>
<p:tagLst xmlns:p="http://schemas.openxmlformats.org/presentationml/2006/main">
  <p:tag name="MH" val="20151209233025"/>
  <p:tag name="MH_LIBRARY" val="GRAPHIC"/>
  <p:tag name="MH_TYPE" val="Other"/>
  <p:tag name="MH_ORDER" val="13"/>
</p:tagLst>
</file>

<file path=ppt/tags/tag18.xml><?xml version="1.0" encoding="utf-8"?>
<p:tagLst xmlns:p="http://schemas.openxmlformats.org/presentationml/2006/main">
  <p:tag name="MH" val="20151208213513"/>
  <p:tag name="MH_LIBRARY" val="GRAPHIC"/>
  <p:tag name="MH_TYPE" val="Other"/>
  <p:tag name="MH_ORDER" val="3"/>
</p:tagLst>
</file>

<file path=ppt/tags/tag19.xml><?xml version="1.0" encoding="utf-8"?>
<p:tagLst xmlns:p="http://schemas.openxmlformats.org/presentationml/2006/main">
  <p:tag name="MH" val="20151208213513"/>
  <p:tag name="MH_LIBRARY" val="GRAPHIC"/>
  <p:tag name="MH_TYPE" val="Other"/>
  <p:tag name="MH_ORDER" val="4"/>
</p:tagLst>
</file>

<file path=ppt/tags/tag20.xml><?xml version="1.0" encoding="utf-8"?>
<p:tagLst xmlns:p="http://schemas.openxmlformats.org/presentationml/2006/main">
  <p:tag name="MH" val="20151208213513"/>
  <p:tag name="MH_LIBRARY" val="GRAPHIC"/>
  <p:tag name="MH_TYPE" val="Other"/>
  <p:tag name="MH_ORDER" val="5"/>
</p:tagLst>
</file>

<file path=ppt/tags/tag21.xml><?xml version="1.0" encoding="utf-8"?>
<p:tagLst xmlns:p="http://schemas.openxmlformats.org/presentationml/2006/main">
  <p:tag name="MH" val="20151208213513"/>
  <p:tag name="MH_LIBRARY" val="GRAPHIC"/>
  <p:tag name="MH_TYPE" val="Other"/>
  <p:tag name="MH_ORDER" val="3"/>
</p:tagLst>
</file>

<file path=ppt/tags/tag22.xml><?xml version="1.0" encoding="utf-8"?>
<p:tagLst xmlns:p="http://schemas.openxmlformats.org/presentationml/2006/main">
  <p:tag name="MH" val="20151208213513"/>
  <p:tag name="MH_LIBRARY" val="GRAPHIC"/>
  <p:tag name="MH_TYPE" val="Other"/>
  <p:tag name="MH_ORDER" val="4"/>
</p:tagLst>
</file>

<file path=ppt/tags/tag23.xml><?xml version="1.0" encoding="utf-8"?>
<p:tagLst xmlns:p="http://schemas.openxmlformats.org/presentationml/2006/main">
  <p:tag name="MH" val="20151208213513"/>
  <p:tag name="MH_LIBRARY" val="GRAPHIC"/>
  <p:tag name="MH_TYPE" val="Other"/>
  <p:tag name="MH_ORDER" val="5"/>
</p:tagLst>
</file>

<file path=ppt/tags/tag24.xml><?xml version="1.0" encoding="utf-8"?>
<p:tagLst xmlns:p="http://schemas.openxmlformats.org/presentationml/2006/main">
  <p:tag name="MH" val="20151208213513"/>
  <p:tag name="MH_LIBRARY" val="GRAPHIC"/>
  <p:tag name="MH_TYPE" val="SubTitle"/>
  <p:tag name="MH_ORDER" val="2"/>
</p:tagLst>
</file>

<file path=ppt/tags/tag25.xml><?xml version="1.0" encoding="utf-8"?>
<p:tagLst xmlns:p="http://schemas.openxmlformats.org/presentationml/2006/main">
  <p:tag name="MH" val="20151208213513"/>
  <p:tag name="MH_LIBRARY" val="GRAPHIC"/>
  <p:tag name="MH_TYPE" val="SubTitle"/>
  <p:tag name="MH_ORDER" val="2"/>
</p:tagLst>
</file>

<file path=ppt/tags/tag26.xml><?xml version="1.0" encoding="utf-8"?>
<p:tagLst xmlns:p="http://schemas.openxmlformats.org/presentationml/2006/main">
  <p:tag name="MH" val="20151208213513"/>
  <p:tag name="MH_LIBRARY" val="GRAPHIC"/>
  <p:tag name="MH_TYPE" val="Other"/>
  <p:tag name="MH_ORDER" val="1"/>
</p:tagLst>
</file>

<file path=ppt/tags/tag27.xml><?xml version="1.0" encoding="utf-8"?>
<p:tagLst xmlns:p="http://schemas.openxmlformats.org/presentationml/2006/main">
  <p:tag name="MH" val="20151208213513"/>
  <p:tag name="MH_LIBRARY" val="GRAPHIC"/>
  <p:tag name="MH_TYPE" val="Other"/>
  <p:tag name="MH_ORDER" val="2"/>
</p:tagLst>
</file>

<file path=ppt/tags/tag28.xml><?xml version="1.0" encoding="utf-8"?>
<p:tagLst xmlns:p="http://schemas.openxmlformats.org/presentationml/2006/main">
  <p:tag name="MH" val="20151208213513"/>
  <p:tag name="MH_LIBRARY" val="GRAPHIC"/>
  <p:tag name="MH_TYPE" val="Other"/>
  <p:tag name="MH_ORDER" val="1"/>
</p:tagLst>
</file>

<file path=ppt/tags/tag29.xml><?xml version="1.0" encoding="utf-8"?>
<p:tagLst xmlns:p="http://schemas.openxmlformats.org/presentationml/2006/main">
  <p:tag name="MH" val="20151208213513"/>
  <p:tag name="MH_LIBRARY" val="GRAPHIC"/>
  <p:tag name="MH_TYPE" val="Other"/>
  <p:tag name="MH_ORDER" val="2"/>
</p:tagLst>
</file>

<file path=ppt/tags/tag30.xml><?xml version="1.0" encoding="utf-8"?>
<p:tagLst xmlns:p="http://schemas.openxmlformats.org/presentationml/2006/main">
  <p:tag name="MH" val="20151223201907"/>
  <p:tag name="MH_LIBRARY" val="GRAPHIC"/>
  <p:tag name="MH_ORDER" val="Rectangle 21"/>
</p:tagLst>
</file>

<file path=ppt/tags/tag31.xml><?xml version="1.0" encoding="utf-8"?>
<p:tagLst xmlns:p="http://schemas.openxmlformats.org/presentationml/2006/main">
  <p:tag name="MH" val="20151223201907"/>
  <p:tag name="MH_LIBRARY" val="GRAPHIC"/>
  <p:tag name="MH_ORDER" val="Rectangle 32"/>
</p:tagLst>
</file>

<file path=ppt/tags/tag32.xml><?xml version="1.0" encoding="utf-8"?>
<p:tagLst xmlns:p="http://schemas.openxmlformats.org/presentationml/2006/main">
  <p:tag name="MH" val="20151223201907"/>
  <p:tag name="MH_LIBRARY" val="GRAPHIC"/>
  <p:tag name="MH_ORDER" val="Rectangle 32"/>
</p:tagLst>
</file>

<file path=ppt/theme/theme1.xml><?xml version="1.0" encoding="utf-8"?>
<a:theme xmlns:a="http://schemas.openxmlformats.org/drawingml/2006/main" name="默认设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设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设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WPS 演示</Application>
  <PresentationFormat>自定义</PresentationFormat>
  <Paragraphs>284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黑体</vt:lpstr>
      <vt:lpstr>Nexa Bold</vt:lpstr>
      <vt:lpstr>Segoe Print</vt:lpstr>
      <vt:lpstr>方正兰亭细黑_GBK</vt:lpstr>
      <vt:lpstr>冬青黑体简体中文 W6</vt:lpstr>
      <vt:lpstr>华文细黑</vt:lpstr>
      <vt:lpstr>方正兰亭超细黑简体</vt:lpstr>
      <vt:lpstr>造字工房悦黑体验版细体</vt:lpstr>
      <vt:lpstr>Microsoft JhengHei UI</vt:lpstr>
      <vt:lpstr>Gill Sans</vt:lpstr>
      <vt:lpstr>Lato Light</vt:lpstr>
      <vt:lpstr>幼圆</vt:lpstr>
      <vt:lpstr>Calibri</vt:lpstr>
      <vt:lpstr>Arial Unicode MS</vt:lpstr>
      <vt:lpstr>Impact</vt:lpstr>
      <vt:lpstr>方正正中黑简体</vt:lpstr>
      <vt:lpstr>Yu Gothic UI</vt:lpstr>
      <vt:lpstr>默认设计模板</vt:lpstr>
      <vt:lpstr>1_默认设计模板</vt:lpstr>
      <vt:lpstr>3_默认设计模板</vt:lpstr>
      <vt:lpstr>2_默认设计模板</vt:lpstr>
      <vt:lpstr>4_默认设计模板</vt:lpstr>
      <vt:lpstr>晋升答辩      技术中心/产品研发部  岗位：开发工程师  答辩人：陆鉴鑫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让数据 成为驱动创新的 源动力。</dc:title>
  <dc:creator>Wang</dc:creator>
  <cp:lastModifiedBy>zhenfeng.wang</cp:lastModifiedBy>
  <cp:revision>1113</cp:revision>
  <dcterms:created xsi:type="dcterms:W3CDTF">2020-10-13T06:55:00Z</dcterms:created>
  <dcterms:modified xsi:type="dcterms:W3CDTF">2020-10-13T08:14:01Z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